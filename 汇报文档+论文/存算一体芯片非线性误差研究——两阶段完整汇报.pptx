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88" r:id="rId3"/>
    <p:sldId id="389" r:id="rId4"/>
    <p:sldId id="390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8" r:id="rId33"/>
    <p:sldId id="419" r:id="rId34"/>
    <p:sldId id="420" r:id="rId35"/>
    <p:sldId id="421" r:id="rId36"/>
    <p:sldId id="422" r:id="rId37"/>
    <p:sldId id="423" r:id="rId38"/>
    <p:sldId id="424" r:id="rId39"/>
    <p:sldId id="42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9" userDrawn="1">
          <p15:clr>
            <a:srgbClr val="A4A3A4"/>
          </p15:clr>
        </p15:guide>
        <p15:guide id="2" pos="7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  <p:cmAuthor id="2" name="kingsoft" initials="k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FFFF"/>
    <a:srgbClr val="C57221"/>
    <a:srgbClr val="AE98B3"/>
    <a:srgbClr val="979798"/>
    <a:srgbClr val="929293"/>
    <a:srgbClr val="8F8F90"/>
    <a:srgbClr val="A991AE"/>
    <a:srgbClr val="BC6E1F"/>
    <a:srgbClr val="C2660A"/>
    <a:srgbClr val="00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29"/>
        <p:guide pos="7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干净精度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SimpleCNN</c:v>
                </c:pt>
                <c:pt idx="1">
                  <c:v>VGG-11</c:v>
                </c:pt>
                <c:pt idx="2">
                  <c:v>ResNet-18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84.9</c:v>
                </c:pt>
                <c:pt idx="1">
                  <c:v>89.8</c:v>
                </c:pt>
                <c:pt idx="2">
                  <c:v>92.09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α=+0.3精度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SimpleCNN</c:v>
                </c:pt>
                <c:pt idx="1">
                  <c:v>VGG-11</c:v>
                </c:pt>
                <c:pt idx="2">
                  <c:v>ResNet-18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55.08</c:v>
                </c:pt>
                <c:pt idx="1">
                  <c:v>36.7</c:v>
                </c:pt>
                <c:pt idx="2">
                  <c:v>17.08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469460044"/>
        <c:axId val="70813080"/>
      </c:barChart>
      <c:catAx>
        <c:axId val="4694600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100000" g="100000" b="100000">
                <a:alpha val="12157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0813080"/>
        <c:crosses val="autoZero"/>
        <c:auto val="1"/>
        <c:lblAlgn val="ctr"/>
        <c:lblOffset val="100"/>
        <c:noMultiLvlLbl val="0"/>
      </c:catAx>
      <c:valAx>
        <c:axId val="70813080"/>
        <c:scaling>
          <c:orientation val="minMax"/>
          <c:max val="100"/>
        </c:scaling>
        <c:delete val="0"/>
        <c:axPos val="l"/>
        <c:majorGridlines>
          <c:spPr>
            <a:ln w="12700" cap="flat" cmpd="sng" algn="ctr">
              <a:solidFill>
                <a:scrgbClr r="100000" g="100000" b="100000">
                  <a:alpha val="7843"/>
                </a:scrgbClr>
              </a:solidFill>
              <a:prstDash val="solid"/>
              <a:round/>
            </a:ln>
            <a:effectLst/>
          </c:spPr>
        </c:majorGridlines>
        <c:numFmt formatCode="0\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694600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100000" g="95597" b="91310">
                  <a:alpha val="74118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18927a6-2ce8-44dc-8c98-a84240a981ac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extLst>
                <c:ext xmlns:c15="http://schemas.microsoft.com/office/drawing/2012/chart" uri="{02D57815-91ED-43cb-92C2-25804820EDAC}">
                  <c15:fullRef>
                    <c15:sqref>Sheet1!$B$1</c15:sqref>
                  </c15:fullRef>
                  <c15:levelRef>
                    <c15:sqref>Sheet1!$B$1</c15:sqref>
                  </c15:levelRef>
                </c:ext>
              </c:extLst>
              <c:f>Sheet1!$B$1</c:f>
              <c:strCache>
                <c:ptCount val="1"/>
                <c:pt idx="0">
                  <c:v>NAT-Scratch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Sheet1!$A$2:$A$4</c15:sqref>
                  </c15:fullRef>
                </c:ext>
              </c:extLst>
              <c:f>Sheet1!$A$2:$A$4</c:f>
              <c:strCache>
                <c:ptCount val="3"/>
                <c:pt idx="0">
                  <c:v>SimpleCNN</c:v>
                </c:pt>
                <c:pt idx="1">
                  <c:v>VGG-11</c:v>
                </c:pt>
                <c:pt idx="2">
                  <c:v>ResNet-18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9.15</c:v>
                </c:pt>
                <c:pt idx="1">
                  <c:v>8.04</c:v>
                </c:pt>
                <c:pt idx="2">
                  <c:v>-1.44</c:v>
                </c:pt>
              </c:numCache>
            </c:numRef>
          </c:val>
        </c:ser>
        <c:ser>
          <c:idx val="1"/>
          <c:order val="1"/>
          <c:tx>
            <c:strRef>
              <c:extLst>
                <c:ext xmlns:c15="http://schemas.microsoft.com/office/drawing/2012/chart" uri="{02D57815-91ED-43cb-92C2-25804820EDAC}">
                  <c15:fullRef>
                    <c15:sqref>Sheet1!$C$1</c15:sqref>
                  </c15:fullRef>
                  <c15:levelRef>
                    <c15:sqref>Sheet1!$C$1</c15:sqref>
                  </c15:levelRef>
                </c:ext>
              </c:extLst>
              <c:f>Sheet1!$C$1</c:f>
              <c:strCache>
                <c:ptCount val="1"/>
                <c:pt idx="0">
                  <c:v>NAT-Finetune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Sheet1!$A$2:$A$4</c15:sqref>
                  </c15:fullRef>
                </c:ext>
              </c:extLst>
              <c:f>Sheet1!$A$2:$A$4</c:f>
              <c:strCache>
                <c:ptCount val="3"/>
                <c:pt idx="0">
                  <c:v>SimpleCNN</c:v>
                </c:pt>
                <c:pt idx="1">
                  <c:v>VGG-11</c:v>
                </c:pt>
                <c:pt idx="2">
                  <c:v>ResNet-18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3.26</c:v>
                </c:pt>
                <c:pt idx="2">
                  <c:v>2.81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285"/>
        <c:overlap val="-30"/>
        <c:axId val="619369903"/>
        <c:axId val="643567847"/>
      </c:barChart>
      <c:catAx>
        <c:axId val="61936990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100000" g="100000" b="100000">
                <a:alpha val="12157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643567847"/>
        <c:crosses val="autoZero"/>
        <c:auto val="1"/>
        <c:lblAlgn val="ctr"/>
        <c:lblOffset val="100"/>
        <c:noMultiLvlLbl val="0"/>
      </c:catAx>
      <c:valAx>
        <c:axId val="643567847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rgbClr r="100000" g="100000" b="100000">
                  <a:alpha val="7843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619369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100000" g="95597" b="91310">
                  <a:alpha val="74118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b31fbca-73e1-4bb6-916b-550f7fae3780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4"/>
                  </a:gs>
                  <a:gs pos="100000">
                    <a:schemeClr val="accent4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NAT-Scratch基线</c:v>
                </c:pt>
                <c:pt idx="1">
                  <c:v>Exp1 仅校准</c:v>
                </c:pt>
                <c:pt idx="2">
                  <c:v>Exp2 校准+分层加权</c:v>
                </c:pt>
                <c:pt idx="3">
                  <c:v>Exp3 完整方案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64.23</c:v>
                </c:pt>
                <c:pt idx="1">
                  <c:v>63.63</c:v>
                </c:pt>
                <c:pt idx="2">
                  <c:v>68.76</c:v>
                </c:pt>
                <c:pt idx="3">
                  <c:v>69.14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918040830"/>
        <c:axId val="938786181"/>
      </c:barChart>
      <c:catAx>
        <c:axId val="91804083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38786181"/>
        <c:crosses val="autoZero"/>
        <c:auto val="1"/>
        <c:lblAlgn val="ctr"/>
        <c:lblOffset val="100"/>
        <c:noMultiLvlLbl val="0"/>
      </c:catAx>
      <c:valAx>
        <c:axId val="938786181"/>
        <c:scaling>
          <c:orientation val="minMax"/>
          <c:max val="77"/>
          <c:min val="0"/>
        </c:scaling>
        <c:delete val="0"/>
        <c:axPos val="b"/>
        <c:majorGridlines>
          <c:spPr>
            <a:ln w="12700" cap="flat" cmpd="sng" algn="ctr">
              <a:solidFill>
                <a:scrgbClr r="100000" g="100000" b="100000">
                  <a:alpha val="10196"/>
                </a:scrgbClr>
              </a:solidFill>
              <a:prstDash val="dash"/>
              <a:round/>
            </a:ln>
            <a:effectLst/>
          </c:spPr>
        </c:majorGridlines>
        <c:numFmt formatCode="0\%" sourceLinked="0"/>
        <c:majorTickMark val="none"/>
        <c:minorTickMark val="none"/>
        <c:tickLblPos val="nextTo"/>
        <c:spPr>
          <a:noFill/>
          <a:ln w="12700">
            <a:solidFill>
              <a:scrgbClr r="100000" g="100000" b="100000">
                <a:alpha val="12157"/>
              </a:scrgbClr>
            </a:solidFill>
            <a:prstDash val="soli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1804083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f045711-41a5-44d0-bf03-b1998c714bba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hemeClr val="accent3"/>
                  </a:gs>
                  <a:gs pos="100000">
                    <a:schemeClr val="accent3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hemeClr val="accent4"/>
                  </a:gs>
                  <a:gs pos="100000">
                    <a:schemeClr val="accent4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rgbClr r="30947" g="30947" b="31399">
                      <a:alpha val="100000"/>
                    </a:scrgbClr>
                  </a:gs>
                  <a:gs pos="100000">
                    <a:scrgbClr r="30947" g="30947" b="31399">
                      <a:alpha val="40000"/>
                    </a:scrgb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gradFill>
                <a:gsLst>
                  <a:gs pos="0">
                    <a:schemeClr val="accent2"/>
                  </a:gs>
                  <a:gs pos="100000">
                    <a:schemeClr val="accent2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Pt>
            <c:idx val="6"/>
            <c:invertIfNegative val="0"/>
            <c:bubble3D val="0"/>
            <c:spPr>
              <a:gradFill>
                <a:gsLst>
                  <a:gs pos="0">
                    <a:schemeClr val="accent1">
                      <a:alpha val="60000"/>
                    </a:schemeClr>
                  </a:gs>
                  <a:gs pos="100000">
                    <a:schemeClr val="accent1">
                      <a:alpha val="40000"/>
                    </a:schemeClr>
                  </a:gs>
                </a:gsLst>
                <a:lin ang="10800000"/>
              </a:gradFill>
              <a:ln>
                <a:noFill/>
              </a:ln>
              <a:effectLst/>
            </c:spPr>
          </c:dPt>
          <c:dLbls>
            <c:numFmt formatCode="0.##&quot;%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00000" g="95597" b="91310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ResNet-18 干净</c:v>
                </c:pt>
                <c:pt idx="1">
                  <c:v>VGG-11 Finetune</c:v>
                </c:pt>
                <c:pt idx="2">
                  <c:v>VGG-11 干净</c:v>
                </c:pt>
                <c:pt idx="3">
                  <c:v>VGG-11 NAT-Scratch</c:v>
                </c:pt>
                <c:pt idx="4">
                  <c:v>SimpleCNN Finetune</c:v>
                </c:pt>
                <c:pt idx="5">
                  <c:v>SimpleCNN 干净</c:v>
                </c:pt>
                <c:pt idx="6">
                  <c:v>SimpleCNN NAT-Scratch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17.08</c:v>
                </c:pt>
                <c:pt idx="1">
                  <c:v>39.96</c:v>
                </c:pt>
                <c:pt idx="2">
                  <c:v>36.7</c:v>
                </c:pt>
                <c:pt idx="3">
                  <c:v>44.74</c:v>
                </c:pt>
                <c:pt idx="4">
                  <c:v>56.08</c:v>
                </c:pt>
                <c:pt idx="5">
                  <c:v>55.08</c:v>
                </c:pt>
                <c:pt idx="6">
                  <c:v>64.23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82"/>
        <c:overlap val="-30"/>
        <c:axId val="731583121"/>
        <c:axId val="434797642"/>
      </c:barChart>
      <c:catAx>
        <c:axId val="731583121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34797642"/>
        <c:crosses val="autoZero"/>
        <c:auto val="1"/>
        <c:lblAlgn val="ctr"/>
        <c:lblOffset val="100"/>
        <c:noMultiLvlLbl val="0"/>
      </c:catAx>
      <c:valAx>
        <c:axId val="434797642"/>
        <c:scaling>
          <c:orientation val="minMax"/>
          <c:max val="70"/>
        </c:scaling>
        <c:delete val="0"/>
        <c:axPos val="b"/>
        <c:majorGridlines>
          <c:spPr>
            <a:ln w="12700" cap="flat" cmpd="sng" algn="ctr">
              <a:solidFill>
                <a:scrgbClr r="100000" g="100000" b="100000">
                  <a:alpha val="10196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>
            <a:solidFill>
              <a:scrgbClr r="100000" g="100000" b="100000">
                <a:alpha val="12157"/>
              </a:scrgbClr>
            </a:solidFill>
            <a:prstDash val="solid"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0000" g="95597" b="91310">
                    <a:alpha val="74118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3158312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968f772-1de7-4616-8df4-5af85ee23545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Medium" panose="00000600000000000000" charset="-122"/>
              </a:rPr>
            </a:fld>
            <a:endParaRPr lang="zh-CN" altLang="en-US">
              <a:latin typeface="MiSans Medium" panose="000006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Medium" panose="00000600000000000000" charset="-122"/>
              <a:ea typeface="MiSans Medium" panose="00000600000000000000" charset="-122"/>
              <a:cs typeface="MiSans Medium" panose="000006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Medium" panose="00000600000000000000" charset="-122"/>
              </a:rPr>
            </a:fld>
            <a:endParaRPr lang="zh-CN" altLang="en-US">
              <a:latin typeface="MiSans Medium" panose="000006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Medium" panose="00000600000000000000" charset="-122"/>
                <a:ea typeface="MiSans Medium" panose="00000600000000000000" charset="-122"/>
                <a:cs typeface="MiSans Medium" panose="000006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Medium" panose="00000600000000000000" charset="-122"/>
        <a:ea typeface="MiSans Medium" panose="00000600000000000000" charset="-122"/>
        <a:cs typeface="MiSans Medium" panose="000006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2.png"/><Relationship Id="rId2" Type="http://schemas.openxmlformats.org/officeDocument/2006/relationships/tags" Target="../tags/tag41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3.png"/><Relationship Id="rId2" Type="http://schemas.openxmlformats.org/officeDocument/2006/relationships/tags" Target="../tags/tag49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8754110" y="643890"/>
            <a:ext cx="3038475" cy="1149350"/>
          </a:xfrm>
        </p:spPr>
        <p:txBody>
          <a:bodyPr vert="horz"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solidFill>
                  <a:srgbClr val="FFFFFF"/>
                </a:solidFill>
                <a:latin typeface="+mj-lt"/>
                <a:ea typeface="+mj-ea"/>
                <a:cs typeface="MiSans Medium" panose="00000600000000000000" charset="-122"/>
                <a:sym typeface="+mn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矩形 40"/>
          <p:cNvSpPr/>
          <p:nvPr userDrawn="1">
            <p:custDataLst>
              <p:tags r:id="rId4"/>
            </p:custDataLst>
          </p:nvPr>
        </p:nvSpPr>
        <p:spPr>
          <a:xfrm>
            <a:off x="333375" y="6185535"/>
            <a:ext cx="124460" cy="124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2" name="矩形 41"/>
          <p:cNvSpPr/>
          <p:nvPr userDrawn="1">
            <p:custDataLst>
              <p:tags r:id="rId5"/>
            </p:custDataLst>
          </p:nvPr>
        </p:nvSpPr>
        <p:spPr>
          <a:xfrm>
            <a:off x="532765" y="6185535"/>
            <a:ext cx="124460" cy="12446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3" name="矩形 42"/>
          <p:cNvSpPr/>
          <p:nvPr userDrawn="1">
            <p:custDataLst>
              <p:tags r:id="rId6"/>
            </p:custDataLst>
          </p:nvPr>
        </p:nvSpPr>
        <p:spPr>
          <a:xfrm>
            <a:off x="732155" y="6185535"/>
            <a:ext cx="124460" cy="1244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5" name="矩形 44"/>
          <p:cNvSpPr/>
          <p:nvPr userDrawn="1">
            <p:custDataLst>
              <p:tags r:id="rId7"/>
            </p:custDataLst>
          </p:nvPr>
        </p:nvSpPr>
        <p:spPr>
          <a:xfrm>
            <a:off x="931545" y="6185535"/>
            <a:ext cx="124460" cy="12446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11" name="日期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7" name="标题 5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图片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1" name="组合 70"/>
          <p:cNvGrpSpPr/>
          <p:nvPr userDrawn="1">
            <p:custDataLst>
              <p:tags r:id="rId4"/>
            </p:custDataLst>
          </p:nvPr>
        </p:nvGrpSpPr>
        <p:grpSpPr>
          <a:xfrm>
            <a:off x="4736465" y="1978660"/>
            <a:ext cx="7458710" cy="3365500"/>
            <a:chOff x="7459" y="3116"/>
            <a:chExt cx="11746" cy="5300"/>
          </a:xfrm>
        </p:grpSpPr>
        <p:cxnSp>
          <p:nvCxnSpPr>
            <p:cNvPr id="12" name="直接连接符 11"/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17171" y="4545"/>
              <a:ext cx="730" cy="436"/>
            </a:xfrm>
            <a:prstGeom prst="line">
              <a:avLst/>
            </a:prstGeom>
            <a:ln w="19050" cap="rnd">
              <a:gradFill>
                <a:gsLst>
                  <a:gs pos="30000">
                    <a:schemeClr val="accent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>
              <p:custDataLst>
                <p:tags r:id="rId6"/>
              </p:custDataLst>
            </p:nvPr>
          </p:nvCxnSpPr>
          <p:spPr>
            <a:xfrm flipH="1">
              <a:off x="14883" y="4545"/>
              <a:ext cx="2288" cy="1249"/>
            </a:xfrm>
            <a:prstGeom prst="line">
              <a:avLst/>
            </a:prstGeom>
            <a:ln w="19050" cap="rnd">
              <a:gradFill>
                <a:gsLst>
                  <a:gs pos="20000">
                    <a:schemeClr val="accent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17171" y="4185"/>
              <a:ext cx="1516" cy="905"/>
            </a:xfrm>
            <a:prstGeom prst="line">
              <a:avLst/>
            </a:prstGeom>
            <a:ln w="19050" cap="rnd">
              <a:gradFill>
                <a:gsLst>
                  <a:gs pos="30000">
                    <a:schemeClr val="accent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>
              <p:custDataLst>
                <p:tags r:id="rId8"/>
              </p:custDataLst>
            </p:nvPr>
          </p:nvCxnSpPr>
          <p:spPr>
            <a:xfrm flipH="1">
              <a:off x="13282" y="4185"/>
              <a:ext cx="3889" cy="2123"/>
            </a:xfrm>
            <a:prstGeom prst="line">
              <a:avLst/>
            </a:prstGeom>
            <a:ln w="19050" cap="rnd">
              <a:gradFill>
                <a:gsLst>
                  <a:gs pos="20000">
                    <a:schemeClr val="accent1">
                      <a:alpha val="5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17171" y="3729"/>
              <a:ext cx="2034" cy="1216"/>
            </a:xfrm>
            <a:prstGeom prst="line">
              <a:avLst/>
            </a:prstGeom>
            <a:ln w="19050" cap="rnd">
              <a:gradFill>
                <a:gsLst>
                  <a:gs pos="30000">
                    <a:schemeClr val="accent1">
                      <a:alpha val="4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>
              <p:custDataLst>
                <p:tags r:id="rId10"/>
              </p:custDataLst>
            </p:nvPr>
          </p:nvCxnSpPr>
          <p:spPr>
            <a:xfrm flipH="1">
              <a:off x="11074" y="3729"/>
              <a:ext cx="6097" cy="3327"/>
            </a:xfrm>
            <a:prstGeom prst="line">
              <a:avLst/>
            </a:prstGeom>
            <a:ln w="19050" cap="rnd">
              <a:gradFill>
                <a:gsLst>
                  <a:gs pos="20000">
                    <a:schemeClr val="accent1">
                      <a:alpha val="4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>
              <p:custDataLst>
                <p:tags r:id="rId11"/>
              </p:custDataLst>
            </p:nvPr>
          </p:nvCxnSpPr>
          <p:spPr>
            <a:xfrm flipH="1" flipV="1">
              <a:off x="17171" y="3116"/>
              <a:ext cx="2016" cy="1208"/>
            </a:xfrm>
            <a:prstGeom prst="line">
              <a:avLst/>
            </a:prstGeom>
            <a:ln w="19050" cap="rnd">
              <a:gradFill>
                <a:gsLst>
                  <a:gs pos="30000">
                    <a:schemeClr val="accent1">
                      <a:alpha val="25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108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>
              <p:custDataLst>
                <p:tags r:id="rId12"/>
              </p:custDataLst>
            </p:nvPr>
          </p:nvCxnSpPr>
          <p:spPr>
            <a:xfrm flipH="1">
              <a:off x="7459" y="3116"/>
              <a:ext cx="9712" cy="5300"/>
            </a:xfrm>
            <a:prstGeom prst="line">
              <a:avLst/>
            </a:prstGeom>
            <a:ln w="19050" cap="rnd">
              <a:gradFill>
                <a:gsLst>
                  <a:gs pos="20000">
                    <a:schemeClr val="accent1">
                      <a:alpha val="20000"/>
                    </a:schemeClr>
                  </a:gs>
                  <a:gs pos="100000">
                    <a:schemeClr val="tx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2"/>
          <p:cNvGrpSpPr/>
          <p:nvPr userDrawn="1">
            <p:custDataLst>
              <p:tags r:id="rId13"/>
            </p:custDataLst>
          </p:nvPr>
        </p:nvGrpSpPr>
        <p:grpSpPr>
          <a:xfrm>
            <a:off x="333375" y="6185535"/>
            <a:ext cx="722630" cy="124460"/>
            <a:chOff x="525" y="9741"/>
            <a:chExt cx="1138" cy="196"/>
          </a:xfrm>
        </p:grpSpPr>
        <p:sp>
          <p:nvSpPr>
            <p:cNvPr id="8" name="矩形 3"/>
            <p:cNvSpPr/>
            <p:nvPr>
              <p:custDataLst>
                <p:tags r:id="rId14"/>
              </p:custDataLst>
            </p:nvPr>
          </p:nvSpPr>
          <p:spPr>
            <a:xfrm>
              <a:off x="525" y="9741"/>
              <a:ext cx="196" cy="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MiSans Medium" panose="00000600000000000000" charset="-122"/>
              </a:endParaRPr>
            </a:p>
          </p:txBody>
        </p:sp>
        <p:sp>
          <p:nvSpPr>
            <p:cNvPr id="9" name="矩形 4"/>
            <p:cNvSpPr/>
            <p:nvPr>
              <p:custDataLst>
                <p:tags r:id="rId15"/>
              </p:custDataLst>
            </p:nvPr>
          </p:nvSpPr>
          <p:spPr>
            <a:xfrm>
              <a:off x="839" y="9741"/>
              <a:ext cx="196" cy="196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MiSans Medium" panose="00000600000000000000" charset="-122"/>
              </a:endParaRPr>
            </a:p>
          </p:txBody>
        </p:sp>
        <p:sp>
          <p:nvSpPr>
            <p:cNvPr id="10" name="矩形 5"/>
            <p:cNvSpPr/>
            <p:nvPr>
              <p:custDataLst>
                <p:tags r:id="rId16"/>
              </p:custDataLst>
            </p:nvPr>
          </p:nvSpPr>
          <p:spPr>
            <a:xfrm>
              <a:off x="1153" y="9741"/>
              <a:ext cx="196" cy="196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MiSans Medium" panose="00000600000000000000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7"/>
              </p:custDataLst>
            </p:nvPr>
          </p:nvSpPr>
          <p:spPr>
            <a:xfrm>
              <a:off x="1467" y="9741"/>
              <a:ext cx="196" cy="196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MiSans Medium" panose="00000600000000000000" charset="-122"/>
              </a:endParaRPr>
            </a:p>
          </p:txBody>
        </p:sp>
      </p:grpSp>
      <p:sp>
        <p:nvSpPr>
          <p:cNvPr id="25" name="标题 24"/>
          <p:cNvSpPr>
            <a:spLocks noGrp="1"/>
          </p:cNvSpPr>
          <p:nvPr>
            <p:ph type="title" idx="16385" hasCustomPrompt="1"/>
            <p:custDataLst>
              <p:tags r:id="rId18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86" hasCustomPrompt="1"/>
            <p:custDataLst>
              <p:tags r:id="rId19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3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1" name="矩形 40"/>
          <p:cNvSpPr/>
          <p:nvPr userDrawn="1">
            <p:custDataLst>
              <p:tags r:id="rId4"/>
            </p:custDataLst>
          </p:nvPr>
        </p:nvSpPr>
        <p:spPr>
          <a:xfrm>
            <a:off x="333375" y="6185535"/>
            <a:ext cx="124460" cy="1244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2" name="矩形 41"/>
          <p:cNvSpPr/>
          <p:nvPr userDrawn="1">
            <p:custDataLst>
              <p:tags r:id="rId5"/>
            </p:custDataLst>
          </p:nvPr>
        </p:nvSpPr>
        <p:spPr>
          <a:xfrm>
            <a:off x="532765" y="6185535"/>
            <a:ext cx="124460" cy="12446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3" name="矩形 42"/>
          <p:cNvSpPr/>
          <p:nvPr userDrawn="1">
            <p:custDataLst>
              <p:tags r:id="rId6"/>
            </p:custDataLst>
          </p:nvPr>
        </p:nvSpPr>
        <p:spPr>
          <a:xfrm>
            <a:off x="732155" y="6185535"/>
            <a:ext cx="124460" cy="1244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45" name="矩形 44"/>
          <p:cNvSpPr/>
          <p:nvPr userDrawn="1">
            <p:custDataLst>
              <p:tags r:id="rId7"/>
            </p:custDataLst>
          </p:nvPr>
        </p:nvSpPr>
        <p:spPr>
          <a:xfrm>
            <a:off x="931545" y="6185535"/>
            <a:ext cx="124460" cy="12446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MiSans Medium" panose="00000600000000000000" charset="-122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9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矩形 6"/>
          <p:cNvSpPr/>
          <p:nvPr userDrawn="1">
            <p:custDataLst>
              <p:tags r:id="rId17"/>
            </p:custDataLst>
          </p:nvPr>
        </p:nvSpPr>
        <p:spPr>
          <a:xfrm>
            <a:off x="0" y="6721475"/>
            <a:ext cx="12192000" cy="137160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3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schemeClr val="bg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9" Type="http://schemas.openxmlformats.org/officeDocument/2006/relationships/tags" Target="../tags/tag113.xml"/><Relationship Id="rId28" Type="http://schemas.openxmlformats.org/officeDocument/2006/relationships/tags" Target="../tags/tag112.xml"/><Relationship Id="rId27" Type="http://schemas.openxmlformats.org/officeDocument/2006/relationships/tags" Target="../tags/tag111.xml"/><Relationship Id="rId26" Type="http://schemas.openxmlformats.org/officeDocument/2006/relationships/tags" Target="../tags/tag110.xml"/><Relationship Id="rId25" Type="http://schemas.openxmlformats.org/officeDocument/2006/relationships/tags" Target="../tags/tag109.xml"/><Relationship Id="rId24" Type="http://schemas.openxmlformats.org/officeDocument/2006/relationships/tags" Target="../tags/tag108.xml"/><Relationship Id="rId23" Type="http://schemas.openxmlformats.org/officeDocument/2006/relationships/tags" Target="../tags/tag107.xml"/><Relationship Id="rId22" Type="http://schemas.openxmlformats.org/officeDocument/2006/relationships/tags" Target="../tags/tag106.xml"/><Relationship Id="rId21" Type="http://schemas.openxmlformats.org/officeDocument/2006/relationships/tags" Target="../tags/tag105.xml"/><Relationship Id="rId20" Type="http://schemas.openxmlformats.org/officeDocument/2006/relationships/tags" Target="../tags/tag104.xml"/><Relationship Id="rId2" Type="http://schemas.openxmlformats.org/officeDocument/2006/relationships/tags" Target="../tags/tag86.xml"/><Relationship Id="rId19" Type="http://schemas.openxmlformats.org/officeDocument/2006/relationships/tags" Target="../tags/tag103.xml"/><Relationship Id="rId18" Type="http://schemas.openxmlformats.org/officeDocument/2006/relationships/tags" Target="../tags/tag102.xml"/><Relationship Id="rId17" Type="http://schemas.openxmlformats.org/officeDocument/2006/relationships/tags" Target="../tags/tag101.xml"/><Relationship Id="rId16" Type="http://schemas.openxmlformats.org/officeDocument/2006/relationships/tags" Target="../tags/tag100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tags" Target="../tags/tag97.xml"/><Relationship Id="rId12" Type="http://schemas.openxmlformats.org/officeDocument/2006/relationships/tags" Target="../tags/tag96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tags" Target="../tags/tag8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3" Type="http://schemas.openxmlformats.org/officeDocument/2006/relationships/slideLayout" Target="../slideLayouts/slideLayout2.xml"/><Relationship Id="rId52" Type="http://schemas.openxmlformats.org/officeDocument/2006/relationships/tags" Target="../tags/tag162.xml"/><Relationship Id="rId51" Type="http://schemas.openxmlformats.org/officeDocument/2006/relationships/tags" Target="../tags/tag161.xml"/><Relationship Id="rId50" Type="http://schemas.openxmlformats.org/officeDocument/2006/relationships/tags" Target="../tags/tag160.xml"/><Relationship Id="rId5" Type="http://schemas.openxmlformats.org/officeDocument/2006/relationships/tags" Target="../tags/tag121.xml"/><Relationship Id="rId49" Type="http://schemas.openxmlformats.org/officeDocument/2006/relationships/image" Target="../media/image9.svg"/><Relationship Id="rId48" Type="http://schemas.openxmlformats.org/officeDocument/2006/relationships/image" Target="../media/image8.png"/><Relationship Id="rId47" Type="http://schemas.openxmlformats.org/officeDocument/2006/relationships/tags" Target="../tags/tag159.xml"/><Relationship Id="rId46" Type="http://schemas.openxmlformats.org/officeDocument/2006/relationships/tags" Target="../tags/tag158.xml"/><Relationship Id="rId45" Type="http://schemas.openxmlformats.org/officeDocument/2006/relationships/tags" Target="../tags/tag157.xml"/><Relationship Id="rId44" Type="http://schemas.openxmlformats.org/officeDocument/2006/relationships/tags" Target="../tags/tag156.xml"/><Relationship Id="rId43" Type="http://schemas.openxmlformats.org/officeDocument/2006/relationships/tags" Target="../tags/tag155.xml"/><Relationship Id="rId42" Type="http://schemas.openxmlformats.org/officeDocument/2006/relationships/tags" Target="../tags/tag154.xml"/><Relationship Id="rId41" Type="http://schemas.openxmlformats.org/officeDocument/2006/relationships/tags" Target="../tags/tag153.xml"/><Relationship Id="rId40" Type="http://schemas.openxmlformats.org/officeDocument/2006/relationships/tags" Target="../tags/tag152.xml"/><Relationship Id="rId4" Type="http://schemas.openxmlformats.org/officeDocument/2006/relationships/tags" Target="../tags/tag120.xml"/><Relationship Id="rId39" Type="http://schemas.openxmlformats.org/officeDocument/2006/relationships/image" Target="../media/image7.svg"/><Relationship Id="rId38" Type="http://schemas.openxmlformats.org/officeDocument/2006/relationships/image" Target="../media/image6.png"/><Relationship Id="rId37" Type="http://schemas.openxmlformats.org/officeDocument/2006/relationships/tags" Target="../tags/tag151.xml"/><Relationship Id="rId36" Type="http://schemas.openxmlformats.org/officeDocument/2006/relationships/tags" Target="../tags/tag150.xml"/><Relationship Id="rId35" Type="http://schemas.openxmlformats.org/officeDocument/2006/relationships/tags" Target="../tags/tag149.xml"/><Relationship Id="rId34" Type="http://schemas.openxmlformats.org/officeDocument/2006/relationships/tags" Target="../tags/tag148.xml"/><Relationship Id="rId33" Type="http://schemas.openxmlformats.org/officeDocument/2006/relationships/tags" Target="../tags/tag147.xml"/><Relationship Id="rId32" Type="http://schemas.openxmlformats.org/officeDocument/2006/relationships/tags" Target="../tags/tag146.xml"/><Relationship Id="rId31" Type="http://schemas.openxmlformats.org/officeDocument/2006/relationships/tags" Target="../tags/tag145.xml"/><Relationship Id="rId30" Type="http://schemas.openxmlformats.org/officeDocument/2006/relationships/tags" Target="../tags/tag144.xml"/><Relationship Id="rId3" Type="http://schemas.openxmlformats.org/officeDocument/2006/relationships/tags" Target="../tags/tag119.xml"/><Relationship Id="rId29" Type="http://schemas.openxmlformats.org/officeDocument/2006/relationships/tags" Target="../tags/tag143.xml"/><Relationship Id="rId28" Type="http://schemas.openxmlformats.org/officeDocument/2006/relationships/tags" Target="../tags/tag142.xml"/><Relationship Id="rId27" Type="http://schemas.openxmlformats.org/officeDocument/2006/relationships/tags" Target="../tags/tag141.xml"/><Relationship Id="rId26" Type="http://schemas.openxmlformats.org/officeDocument/2006/relationships/tags" Target="../tags/tag140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8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7" Type="http://schemas.openxmlformats.org/officeDocument/2006/relationships/slideLayout" Target="../slideLayouts/slideLayout2.xml"/><Relationship Id="rId46" Type="http://schemas.openxmlformats.org/officeDocument/2006/relationships/tags" Target="../tags/tag202.xml"/><Relationship Id="rId45" Type="http://schemas.openxmlformats.org/officeDocument/2006/relationships/image" Target="../media/image15.svg"/><Relationship Id="rId44" Type="http://schemas.openxmlformats.org/officeDocument/2006/relationships/image" Target="../media/image14.png"/><Relationship Id="rId43" Type="http://schemas.openxmlformats.org/officeDocument/2006/relationships/tags" Target="../tags/tag201.xml"/><Relationship Id="rId42" Type="http://schemas.openxmlformats.org/officeDocument/2006/relationships/tags" Target="../tags/tag200.xml"/><Relationship Id="rId41" Type="http://schemas.openxmlformats.org/officeDocument/2006/relationships/tags" Target="../tags/tag199.xml"/><Relationship Id="rId40" Type="http://schemas.openxmlformats.org/officeDocument/2006/relationships/tags" Target="../tags/tag198.xml"/><Relationship Id="rId4" Type="http://schemas.openxmlformats.org/officeDocument/2006/relationships/tags" Target="../tags/tag166.xml"/><Relationship Id="rId39" Type="http://schemas.openxmlformats.org/officeDocument/2006/relationships/tags" Target="../tags/tag197.xml"/><Relationship Id="rId38" Type="http://schemas.openxmlformats.org/officeDocument/2006/relationships/tags" Target="../tags/tag196.xml"/><Relationship Id="rId37" Type="http://schemas.openxmlformats.org/officeDocument/2006/relationships/tags" Target="../tags/tag195.xml"/><Relationship Id="rId36" Type="http://schemas.openxmlformats.org/officeDocument/2006/relationships/tags" Target="../tags/tag194.xml"/><Relationship Id="rId35" Type="http://schemas.openxmlformats.org/officeDocument/2006/relationships/tags" Target="../tags/tag193.xml"/><Relationship Id="rId34" Type="http://schemas.openxmlformats.org/officeDocument/2006/relationships/tags" Target="../tags/tag192.xml"/><Relationship Id="rId33" Type="http://schemas.openxmlformats.org/officeDocument/2006/relationships/tags" Target="../tags/tag191.xml"/><Relationship Id="rId32" Type="http://schemas.openxmlformats.org/officeDocument/2006/relationships/tags" Target="../tags/tag190.xml"/><Relationship Id="rId31" Type="http://schemas.openxmlformats.org/officeDocument/2006/relationships/image" Target="../media/image13.svg"/><Relationship Id="rId30" Type="http://schemas.openxmlformats.org/officeDocument/2006/relationships/image" Target="../media/image12.png"/><Relationship Id="rId3" Type="http://schemas.openxmlformats.org/officeDocument/2006/relationships/tags" Target="../tags/tag165.xml"/><Relationship Id="rId29" Type="http://schemas.openxmlformats.org/officeDocument/2006/relationships/tags" Target="../tags/tag189.xml"/><Relationship Id="rId28" Type="http://schemas.openxmlformats.org/officeDocument/2006/relationships/tags" Target="../tags/tag188.xml"/><Relationship Id="rId27" Type="http://schemas.openxmlformats.org/officeDocument/2006/relationships/tags" Target="../tags/tag187.xml"/><Relationship Id="rId26" Type="http://schemas.openxmlformats.org/officeDocument/2006/relationships/tags" Target="../tags/tag186.xml"/><Relationship Id="rId25" Type="http://schemas.openxmlformats.org/officeDocument/2006/relationships/tags" Target="../tags/tag185.xml"/><Relationship Id="rId24" Type="http://schemas.openxmlformats.org/officeDocument/2006/relationships/image" Target="../media/image11.svg"/><Relationship Id="rId23" Type="http://schemas.openxmlformats.org/officeDocument/2006/relationships/image" Target="../media/image10.png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5" Type="http://schemas.openxmlformats.org/officeDocument/2006/relationships/slideLayout" Target="../slideLayouts/slideLayout2.xml"/><Relationship Id="rId74" Type="http://schemas.openxmlformats.org/officeDocument/2006/relationships/tags" Target="../tags/tag272.xml"/><Relationship Id="rId73" Type="http://schemas.openxmlformats.org/officeDocument/2006/relationships/tags" Target="../tags/tag271.xml"/><Relationship Id="rId72" Type="http://schemas.openxmlformats.org/officeDocument/2006/relationships/tags" Target="../tags/tag270.xml"/><Relationship Id="rId71" Type="http://schemas.openxmlformats.org/officeDocument/2006/relationships/tags" Target="../tags/tag269.xml"/><Relationship Id="rId70" Type="http://schemas.openxmlformats.org/officeDocument/2006/relationships/tags" Target="../tags/tag268.xml"/><Relationship Id="rId7" Type="http://schemas.openxmlformats.org/officeDocument/2006/relationships/image" Target="../media/image17.svg"/><Relationship Id="rId69" Type="http://schemas.openxmlformats.org/officeDocument/2006/relationships/tags" Target="../tags/tag267.xml"/><Relationship Id="rId68" Type="http://schemas.openxmlformats.org/officeDocument/2006/relationships/tags" Target="../tags/tag266.xml"/><Relationship Id="rId67" Type="http://schemas.openxmlformats.org/officeDocument/2006/relationships/tags" Target="../tags/tag265.xml"/><Relationship Id="rId66" Type="http://schemas.openxmlformats.org/officeDocument/2006/relationships/tags" Target="../tags/tag264.xml"/><Relationship Id="rId65" Type="http://schemas.openxmlformats.org/officeDocument/2006/relationships/tags" Target="../tags/tag263.xml"/><Relationship Id="rId64" Type="http://schemas.openxmlformats.org/officeDocument/2006/relationships/tags" Target="../tags/tag262.xml"/><Relationship Id="rId63" Type="http://schemas.openxmlformats.org/officeDocument/2006/relationships/tags" Target="../tags/tag261.xml"/><Relationship Id="rId62" Type="http://schemas.openxmlformats.org/officeDocument/2006/relationships/tags" Target="../tags/tag260.xml"/><Relationship Id="rId61" Type="http://schemas.openxmlformats.org/officeDocument/2006/relationships/tags" Target="../tags/tag259.xml"/><Relationship Id="rId60" Type="http://schemas.openxmlformats.org/officeDocument/2006/relationships/tags" Target="../tags/tag258.xml"/><Relationship Id="rId6" Type="http://schemas.openxmlformats.org/officeDocument/2006/relationships/image" Target="../media/image16.png"/><Relationship Id="rId59" Type="http://schemas.openxmlformats.org/officeDocument/2006/relationships/tags" Target="../tags/tag257.xml"/><Relationship Id="rId58" Type="http://schemas.openxmlformats.org/officeDocument/2006/relationships/tags" Target="../tags/tag256.xml"/><Relationship Id="rId57" Type="http://schemas.openxmlformats.org/officeDocument/2006/relationships/tags" Target="../tags/tag255.xml"/><Relationship Id="rId56" Type="http://schemas.openxmlformats.org/officeDocument/2006/relationships/tags" Target="../tags/tag254.xml"/><Relationship Id="rId55" Type="http://schemas.openxmlformats.org/officeDocument/2006/relationships/tags" Target="../tags/tag253.xml"/><Relationship Id="rId54" Type="http://schemas.openxmlformats.org/officeDocument/2006/relationships/tags" Target="../tags/tag252.xml"/><Relationship Id="rId53" Type="http://schemas.openxmlformats.org/officeDocument/2006/relationships/tags" Target="../tags/tag251.xml"/><Relationship Id="rId52" Type="http://schemas.openxmlformats.org/officeDocument/2006/relationships/tags" Target="../tags/tag250.xml"/><Relationship Id="rId51" Type="http://schemas.openxmlformats.org/officeDocument/2006/relationships/tags" Target="../tags/tag249.xml"/><Relationship Id="rId50" Type="http://schemas.openxmlformats.org/officeDocument/2006/relationships/tags" Target="../tags/tag248.xml"/><Relationship Id="rId5" Type="http://schemas.openxmlformats.org/officeDocument/2006/relationships/tags" Target="../tags/tag207.xml"/><Relationship Id="rId49" Type="http://schemas.openxmlformats.org/officeDocument/2006/relationships/tags" Target="../tags/tag247.xml"/><Relationship Id="rId48" Type="http://schemas.openxmlformats.org/officeDocument/2006/relationships/tags" Target="../tags/tag246.xml"/><Relationship Id="rId47" Type="http://schemas.openxmlformats.org/officeDocument/2006/relationships/tags" Target="../tags/tag245.xml"/><Relationship Id="rId46" Type="http://schemas.openxmlformats.org/officeDocument/2006/relationships/tags" Target="../tags/tag244.xml"/><Relationship Id="rId45" Type="http://schemas.openxmlformats.org/officeDocument/2006/relationships/tags" Target="../tags/tag243.xml"/><Relationship Id="rId44" Type="http://schemas.openxmlformats.org/officeDocument/2006/relationships/tags" Target="../tags/tag242.xml"/><Relationship Id="rId43" Type="http://schemas.openxmlformats.org/officeDocument/2006/relationships/tags" Target="../tags/tag241.xml"/><Relationship Id="rId42" Type="http://schemas.openxmlformats.org/officeDocument/2006/relationships/tags" Target="../tags/tag240.xml"/><Relationship Id="rId41" Type="http://schemas.openxmlformats.org/officeDocument/2006/relationships/tags" Target="../tags/tag239.xml"/><Relationship Id="rId40" Type="http://schemas.openxmlformats.org/officeDocument/2006/relationships/tags" Target="../tags/tag238.xml"/><Relationship Id="rId4" Type="http://schemas.openxmlformats.org/officeDocument/2006/relationships/tags" Target="../tags/tag206.xml"/><Relationship Id="rId39" Type="http://schemas.openxmlformats.org/officeDocument/2006/relationships/tags" Target="../tags/tag237.xml"/><Relationship Id="rId38" Type="http://schemas.openxmlformats.org/officeDocument/2006/relationships/tags" Target="../tags/tag236.xml"/><Relationship Id="rId37" Type="http://schemas.openxmlformats.org/officeDocument/2006/relationships/tags" Target="../tags/tag235.xml"/><Relationship Id="rId36" Type="http://schemas.openxmlformats.org/officeDocument/2006/relationships/tags" Target="../tags/tag234.xml"/><Relationship Id="rId35" Type="http://schemas.openxmlformats.org/officeDocument/2006/relationships/tags" Target="../tags/tag233.xml"/><Relationship Id="rId34" Type="http://schemas.openxmlformats.org/officeDocument/2006/relationships/tags" Target="../tags/tag232.xml"/><Relationship Id="rId33" Type="http://schemas.openxmlformats.org/officeDocument/2006/relationships/tags" Target="../tags/tag231.xml"/><Relationship Id="rId32" Type="http://schemas.openxmlformats.org/officeDocument/2006/relationships/tags" Target="../tags/tag230.xml"/><Relationship Id="rId31" Type="http://schemas.openxmlformats.org/officeDocument/2006/relationships/tags" Target="../tags/tag229.xml"/><Relationship Id="rId30" Type="http://schemas.openxmlformats.org/officeDocument/2006/relationships/tags" Target="../tags/tag228.xml"/><Relationship Id="rId3" Type="http://schemas.openxmlformats.org/officeDocument/2006/relationships/tags" Target="../tags/tag205.xml"/><Relationship Id="rId29" Type="http://schemas.openxmlformats.org/officeDocument/2006/relationships/tags" Target="../tags/tag227.xml"/><Relationship Id="rId28" Type="http://schemas.openxmlformats.org/officeDocument/2006/relationships/tags" Target="../tags/tag226.xml"/><Relationship Id="rId27" Type="http://schemas.openxmlformats.org/officeDocument/2006/relationships/tags" Target="../tags/tag225.xml"/><Relationship Id="rId26" Type="http://schemas.openxmlformats.org/officeDocument/2006/relationships/tags" Target="../tags/tag224.xml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4.xml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tags" Target="../tags/tag280.xml"/><Relationship Id="rId7" Type="http://schemas.openxmlformats.org/officeDocument/2006/relationships/tags" Target="../tags/tag279.xml"/><Relationship Id="rId6" Type="http://schemas.openxmlformats.org/officeDocument/2006/relationships/tags" Target="../tags/tag278.xml"/><Relationship Id="rId5" Type="http://schemas.openxmlformats.org/officeDocument/2006/relationships/tags" Target="../tags/tag277.xml"/><Relationship Id="rId47" Type="http://schemas.openxmlformats.org/officeDocument/2006/relationships/slideLayout" Target="../slideLayouts/slideLayout2.xml"/><Relationship Id="rId46" Type="http://schemas.openxmlformats.org/officeDocument/2006/relationships/tags" Target="../tags/tag318.xml"/><Relationship Id="rId45" Type="http://schemas.openxmlformats.org/officeDocument/2006/relationships/tags" Target="../tags/tag317.xml"/><Relationship Id="rId44" Type="http://schemas.openxmlformats.org/officeDocument/2006/relationships/tags" Target="../tags/tag316.xml"/><Relationship Id="rId43" Type="http://schemas.openxmlformats.org/officeDocument/2006/relationships/tags" Target="../tags/tag315.xml"/><Relationship Id="rId42" Type="http://schemas.openxmlformats.org/officeDocument/2006/relationships/tags" Target="../tags/tag314.xml"/><Relationship Id="rId41" Type="http://schemas.openxmlformats.org/officeDocument/2006/relationships/tags" Target="../tags/tag313.xml"/><Relationship Id="rId40" Type="http://schemas.openxmlformats.org/officeDocument/2006/relationships/tags" Target="../tags/tag312.xml"/><Relationship Id="rId4" Type="http://schemas.openxmlformats.org/officeDocument/2006/relationships/tags" Target="../tags/tag276.xml"/><Relationship Id="rId39" Type="http://schemas.openxmlformats.org/officeDocument/2006/relationships/tags" Target="../tags/tag311.xml"/><Relationship Id="rId38" Type="http://schemas.openxmlformats.org/officeDocument/2006/relationships/tags" Target="../tags/tag310.xml"/><Relationship Id="rId37" Type="http://schemas.openxmlformats.org/officeDocument/2006/relationships/tags" Target="../tags/tag309.xml"/><Relationship Id="rId36" Type="http://schemas.openxmlformats.org/officeDocument/2006/relationships/tags" Target="../tags/tag308.xml"/><Relationship Id="rId35" Type="http://schemas.openxmlformats.org/officeDocument/2006/relationships/tags" Target="../tags/tag307.xml"/><Relationship Id="rId34" Type="http://schemas.openxmlformats.org/officeDocument/2006/relationships/tags" Target="../tags/tag306.xml"/><Relationship Id="rId33" Type="http://schemas.openxmlformats.org/officeDocument/2006/relationships/tags" Target="../tags/tag305.xml"/><Relationship Id="rId32" Type="http://schemas.openxmlformats.org/officeDocument/2006/relationships/tags" Target="../tags/tag304.xml"/><Relationship Id="rId31" Type="http://schemas.openxmlformats.org/officeDocument/2006/relationships/tags" Target="../tags/tag303.xml"/><Relationship Id="rId30" Type="http://schemas.openxmlformats.org/officeDocument/2006/relationships/tags" Target="../tags/tag302.xml"/><Relationship Id="rId3" Type="http://schemas.openxmlformats.org/officeDocument/2006/relationships/tags" Target="../tags/tag275.xml"/><Relationship Id="rId29" Type="http://schemas.openxmlformats.org/officeDocument/2006/relationships/tags" Target="../tags/tag301.xml"/><Relationship Id="rId28" Type="http://schemas.openxmlformats.org/officeDocument/2006/relationships/tags" Target="../tags/tag300.xml"/><Relationship Id="rId27" Type="http://schemas.openxmlformats.org/officeDocument/2006/relationships/tags" Target="../tags/tag299.xml"/><Relationship Id="rId26" Type="http://schemas.openxmlformats.org/officeDocument/2006/relationships/tags" Target="../tags/tag298.xml"/><Relationship Id="rId25" Type="http://schemas.openxmlformats.org/officeDocument/2006/relationships/tags" Target="../tags/tag297.xml"/><Relationship Id="rId24" Type="http://schemas.openxmlformats.org/officeDocument/2006/relationships/tags" Target="../tags/tag296.xml"/><Relationship Id="rId23" Type="http://schemas.openxmlformats.org/officeDocument/2006/relationships/tags" Target="../tags/tag295.xml"/><Relationship Id="rId22" Type="http://schemas.openxmlformats.org/officeDocument/2006/relationships/tags" Target="../tags/tag294.xml"/><Relationship Id="rId21" Type="http://schemas.openxmlformats.org/officeDocument/2006/relationships/tags" Target="../tags/tag293.xml"/><Relationship Id="rId20" Type="http://schemas.openxmlformats.org/officeDocument/2006/relationships/tags" Target="../tags/tag292.xml"/><Relationship Id="rId2" Type="http://schemas.openxmlformats.org/officeDocument/2006/relationships/tags" Target="../tags/tag274.xml"/><Relationship Id="rId19" Type="http://schemas.openxmlformats.org/officeDocument/2006/relationships/tags" Target="../tags/tag291.xml"/><Relationship Id="rId18" Type="http://schemas.openxmlformats.org/officeDocument/2006/relationships/tags" Target="../tags/tag290.xml"/><Relationship Id="rId17" Type="http://schemas.openxmlformats.org/officeDocument/2006/relationships/tags" Target="../tags/tag289.xml"/><Relationship Id="rId16" Type="http://schemas.openxmlformats.org/officeDocument/2006/relationships/tags" Target="../tags/tag288.xml"/><Relationship Id="rId15" Type="http://schemas.openxmlformats.org/officeDocument/2006/relationships/tags" Target="../tags/tag287.xml"/><Relationship Id="rId14" Type="http://schemas.openxmlformats.org/officeDocument/2006/relationships/tags" Target="../tags/tag286.xml"/><Relationship Id="rId13" Type="http://schemas.openxmlformats.org/officeDocument/2006/relationships/tags" Target="../tags/tag285.xml"/><Relationship Id="rId12" Type="http://schemas.openxmlformats.org/officeDocument/2006/relationships/tags" Target="../tags/tag284.xml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323.xml"/><Relationship Id="rId49" Type="http://schemas.openxmlformats.org/officeDocument/2006/relationships/tags" Target="../tags/tag367.xml"/><Relationship Id="rId48" Type="http://schemas.openxmlformats.org/officeDocument/2006/relationships/tags" Target="../tags/tag366.xml"/><Relationship Id="rId47" Type="http://schemas.openxmlformats.org/officeDocument/2006/relationships/tags" Target="../tags/tag365.xml"/><Relationship Id="rId46" Type="http://schemas.openxmlformats.org/officeDocument/2006/relationships/tags" Target="../tags/tag364.xml"/><Relationship Id="rId45" Type="http://schemas.openxmlformats.org/officeDocument/2006/relationships/tags" Target="../tags/tag363.xml"/><Relationship Id="rId44" Type="http://schemas.openxmlformats.org/officeDocument/2006/relationships/tags" Target="../tags/tag362.xml"/><Relationship Id="rId43" Type="http://schemas.openxmlformats.org/officeDocument/2006/relationships/tags" Target="../tags/tag361.xml"/><Relationship Id="rId42" Type="http://schemas.openxmlformats.org/officeDocument/2006/relationships/tags" Target="../tags/tag360.xml"/><Relationship Id="rId41" Type="http://schemas.openxmlformats.org/officeDocument/2006/relationships/tags" Target="../tags/tag359.xml"/><Relationship Id="rId40" Type="http://schemas.openxmlformats.org/officeDocument/2006/relationships/tags" Target="../tags/tag358.xml"/><Relationship Id="rId4" Type="http://schemas.openxmlformats.org/officeDocument/2006/relationships/tags" Target="../tags/tag322.xml"/><Relationship Id="rId39" Type="http://schemas.openxmlformats.org/officeDocument/2006/relationships/tags" Target="../tags/tag357.xml"/><Relationship Id="rId38" Type="http://schemas.openxmlformats.org/officeDocument/2006/relationships/tags" Target="../tags/tag356.xml"/><Relationship Id="rId37" Type="http://schemas.openxmlformats.org/officeDocument/2006/relationships/tags" Target="../tags/tag355.xml"/><Relationship Id="rId36" Type="http://schemas.openxmlformats.org/officeDocument/2006/relationships/tags" Target="../tags/tag354.xml"/><Relationship Id="rId35" Type="http://schemas.openxmlformats.org/officeDocument/2006/relationships/tags" Target="../tags/tag353.xml"/><Relationship Id="rId34" Type="http://schemas.openxmlformats.org/officeDocument/2006/relationships/tags" Target="../tags/tag352.xml"/><Relationship Id="rId33" Type="http://schemas.openxmlformats.org/officeDocument/2006/relationships/tags" Target="../tags/tag351.xml"/><Relationship Id="rId32" Type="http://schemas.openxmlformats.org/officeDocument/2006/relationships/tags" Target="../tags/tag350.xml"/><Relationship Id="rId31" Type="http://schemas.openxmlformats.org/officeDocument/2006/relationships/tags" Target="../tags/tag349.xml"/><Relationship Id="rId30" Type="http://schemas.openxmlformats.org/officeDocument/2006/relationships/tags" Target="../tags/tag348.xml"/><Relationship Id="rId3" Type="http://schemas.openxmlformats.org/officeDocument/2006/relationships/tags" Target="../tags/tag321.xml"/><Relationship Id="rId29" Type="http://schemas.openxmlformats.org/officeDocument/2006/relationships/tags" Target="../tags/tag347.xml"/><Relationship Id="rId28" Type="http://schemas.openxmlformats.org/officeDocument/2006/relationships/tags" Target="../tags/tag346.xml"/><Relationship Id="rId27" Type="http://schemas.openxmlformats.org/officeDocument/2006/relationships/tags" Target="../tags/tag345.xml"/><Relationship Id="rId26" Type="http://schemas.openxmlformats.org/officeDocument/2006/relationships/tags" Target="../tags/tag344.xml"/><Relationship Id="rId25" Type="http://schemas.openxmlformats.org/officeDocument/2006/relationships/tags" Target="../tags/tag343.xml"/><Relationship Id="rId24" Type="http://schemas.openxmlformats.org/officeDocument/2006/relationships/tags" Target="../tags/tag342.xml"/><Relationship Id="rId23" Type="http://schemas.openxmlformats.org/officeDocument/2006/relationships/tags" Target="../tags/tag341.xml"/><Relationship Id="rId22" Type="http://schemas.openxmlformats.org/officeDocument/2006/relationships/tags" Target="../tags/tag340.xml"/><Relationship Id="rId21" Type="http://schemas.openxmlformats.org/officeDocument/2006/relationships/tags" Target="../tags/tag339.xml"/><Relationship Id="rId20" Type="http://schemas.openxmlformats.org/officeDocument/2006/relationships/tags" Target="../tags/tag338.xml"/><Relationship Id="rId2" Type="http://schemas.openxmlformats.org/officeDocument/2006/relationships/tags" Target="../tags/tag320.xml"/><Relationship Id="rId19" Type="http://schemas.openxmlformats.org/officeDocument/2006/relationships/tags" Target="../tags/tag337.xml"/><Relationship Id="rId18" Type="http://schemas.openxmlformats.org/officeDocument/2006/relationships/tags" Target="../tags/tag336.xml"/><Relationship Id="rId17" Type="http://schemas.openxmlformats.org/officeDocument/2006/relationships/tags" Target="../tags/tag335.xml"/><Relationship Id="rId16" Type="http://schemas.openxmlformats.org/officeDocument/2006/relationships/tags" Target="../tags/tag334.xml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76.xml"/><Relationship Id="rId8" Type="http://schemas.openxmlformats.org/officeDocument/2006/relationships/tags" Target="../tags/tag375.xml"/><Relationship Id="rId7" Type="http://schemas.openxmlformats.org/officeDocument/2006/relationships/tags" Target="../tags/tag374.xml"/><Relationship Id="rId6" Type="http://schemas.openxmlformats.org/officeDocument/2006/relationships/tags" Target="../tags/tag373.xml"/><Relationship Id="rId57" Type="http://schemas.openxmlformats.org/officeDocument/2006/relationships/slideLayout" Target="../slideLayouts/slideLayout2.xml"/><Relationship Id="rId56" Type="http://schemas.openxmlformats.org/officeDocument/2006/relationships/tags" Target="../tags/tag423.xml"/><Relationship Id="rId55" Type="http://schemas.openxmlformats.org/officeDocument/2006/relationships/tags" Target="../tags/tag422.xml"/><Relationship Id="rId54" Type="http://schemas.openxmlformats.org/officeDocument/2006/relationships/tags" Target="../tags/tag421.xml"/><Relationship Id="rId53" Type="http://schemas.openxmlformats.org/officeDocument/2006/relationships/tags" Target="../tags/tag420.xml"/><Relationship Id="rId52" Type="http://schemas.openxmlformats.org/officeDocument/2006/relationships/tags" Target="../tags/tag419.xml"/><Relationship Id="rId51" Type="http://schemas.openxmlformats.org/officeDocument/2006/relationships/tags" Target="../tags/tag418.xml"/><Relationship Id="rId50" Type="http://schemas.openxmlformats.org/officeDocument/2006/relationships/tags" Target="../tags/tag417.xml"/><Relationship Id="rId5" Type="http://schemas.openxmlformats.org/officeDocument/2006/relationships/tags" Target="../tags/tag372.xml"/><Relationship Id="rId49" Type="http://schemas.openxmlformats.org/officeDocument/2006/relationships/tags" Target="../tags/tag416.xml"/><Relationship Id="rId48" Type="http://schemas.openxmlformats.org/officeDocument/2006/relationships/tags" Target="../tags/tag415.xml"/><Relationship Id="rId47" Type="http://schemas.openxmlformats.org/officeDocument/2006/relationships/tags" Target="../tags/tag414.xml"/><Relationship Id="rId46" Type="http://schemas.openxmlformats.org/officeDocument/2006/relationships/tags" Target="../tags/tag413.xml"/><Relationship Id="rId45" Type="http://schemas.openxmlformats.org/officeDocument/2006/relationships/tags" Target="../tags/tag412.xml"/><Relationship Id="rId44" Type="http://schemas.openxmlformats.org/officeDocument/2006/relationships/tags" Target="../tags/tag411.xml"/><Relationship Id="rId43" Type="http://schemas.openxmlformats.org/officeDocument/2006/relationships/tags" Target="../tags/tag410.xml"/><Relationship Id="rId42" Type="http://schemas.openxmlformats.org/officeDocument/2006/relationships/tags" Target="../tags/tag409.xml"/><Relationship Id="rId41" Type="http://schemas.openxmlformats.org/officeDocument/2006/relationships/tags" Target="../tags/tag408.xml"/><Relationship Id="rId40" Type="http://schemas.openxmlformats.org/officeDocument/2006/relationships/tags" Target="../tags/tag407.xml"/><Relationship Id="rId4" Type="http://schemas.openxmlformats.org/officeDocument/2006/relationships/tags" Target="../tags/tag371.xml"/><Relationship Id="rId39" Type="http://schemas.openxmlformats.org/officeDocument/2006/relationships/tags" Target="../tags/tag406.xml"/><Relationship Id="rId38" Type="http://schemas.openxmlformats.org/officeDocument/2006/relationships/tags" Target="../tags/tag405.xml"/><Relationship Id="rId37" Type="http://schemas.openxmlformats.org/officeDocument/2006/relationships/tags" Target="../tags/tag404.xml"/><Relationship Id="rId36" Type="http://schemas.openxmlformats.org/officeDocument/2006/relationships/tags" Target="../tags/tag403.xml"/><Relationship Id="rId35" Type="http://schemas.openxmlformats.org/officeDocument/2006/relationships/tags" Target="../tags/tag402.xml"/><Relationship Id="rId34" Type="http://schemas.openxmlformats.org/officeDocument/2006/relationships/tags" Target="../tags/tag401.xml"/><Relationship Id="rId33" Type="http://schemas.openxmlformats.org/officeDocument/2006/relationships/tags" Target="../tags/tag400.xml"/><Relationship Id="rId32" Type="http://schemas.openxmlformats.org/officeDocument/2006/relationships/tags" Target="../tags/tag399.xml"/><Relationship Id="rId31" Type="http://schemas.openxmlformats.org/officeDocument/2006/relationships/tags" Target="../tags/tag398.xml"/><Relationship Id="rId30" Type="http://schemas.openxmlformats.org/officeDocument/2006/relationships/tags" Target="../tags/tag397.xml"/><Relationship Id="rId3" Type="http://schemas.openxmlformats.org/officeDocument/2006/relationships/tags" Target="../tags/tag370.xml"/><Relationship Id="rId29" Type="http://schemas.openxmlformats.org/officeDocument/2006/relationships/tags" Target="../tags/tag396.xml"/><Relationship Id="rId28" Type="http://schemas.openxmlformats.org/officeDocument/2006/relationships/tags" Target="../tags/tag395.xml"/><Relationship Id="rId27" Type="http://schemas.openxmlformats.org/officeDocument/2006/relationships/tags" Target="../tags/tag394.xml"/><Relationship Id="rId26" Type="http://schemas.openxmlformats.org/officeDocument/2006/relationships/tags" Target="../tags/tag393.xml"/><Relationship Id="rId25" Type="http://schemas.openxmlformats.org/officeDocument/2006/relationships/tags" Target="../tags/tag392.xml"/><Relationship Id="rId24" Type="http://schemas.openxmlformats.org/officeDocument/2006/relationships/tags" Target="../tags/tag391.xml"/><Relationship Id="rId23" Type="http://schemas.openxmlformats.org/officeDocument/2006/relationships/tags" Target="../tags/tag390.xml"/><Relationship Id="rId22" Type="http://schemas.openxmlformats.org/officeDocument/2006/relationships/tags" Target="../tags/tag389.xml"/><Relationship Id="rId21" Type="http://schemas.openxmlformats.org/officeDocument/2006/relationships/tags" Target="../tags/tag388.xml"/><Relationship Id="rId20" Type="http://schemas.openxmlformats.org/officeDocument/2006/relationships/tags" Target="../tags/tag387.xml"/><Relationship Id="rId2" Type="http://schemas.openxmlformats.org/officeDocument/2006/relationships/tags" Target="../tags/tag369.xml"/><Relationship Id="rId19" Type="http://schemas.openxmlformats.org/officeDocument/2006/relationships/tags" Target="../tags/tag386.xml"/><Relationship Id="rId18" Type="http://schemas.openxmlformats.org/officeDocument/2006/relationships/tags" Target="../tags/tag385.xml"/><Relationship Id="rId17" Type="http://schemas.openxmlformats.org/officeDocument/2006/relationships/tags" Target="../tags/tag384.xml"/><Relationship Id="rId16" Type="http://schemas.openxmlformats.org/officeDocument/2006/relationships/tags" Target="../tags/tag383.xml"/><Relationship Id="rId15" Type="http://schemas.openxmlformats.org/officeDocument/2006/relationships/tags" Target="../tags/tag382.xml"/><Relationship Id="rId14" Type="http://schemas.openxmlformats.org/officeDocument/2006/relationships/tags" Target="../tags/tag381.xml"/><Relationship Id="rId13" Type="http://schemas.openxmlformats.org/officeDocument/2006/relationships/tags" Target="../tags/tag380.xml"/><Relationship Id="rId12" Type="http://schemas.openxmlformats.org/officeDocument/2006/relationships/tags" Target="../tags/tag379.xml"/><Relationship Id="rId11" Type="http://schemas.openxmlformats.org/officeDocument/2006/relationships/tags" Target="../tags/tag378.xml"/><Relationship Id="rId10" Type="http://schemas.openxmlformats.org/officeDocument/2006/relationships/tags" Target="../tags/tag377.xml"/><Relationship Id="rId1" Type="http://schemas.openxmlformats.org/officeDocument/2006/relationships/tags" Target="../tags/tag36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26.xml"/><Relationship Id="rId2" Type="http://schemas.openxmlformats.org/officeDocument/2006/relationships/tags" Target="../tags/tag425.xml"/><Relationship Id="rId1" Type="http://schemas.openxmlformats.org/officeDocument/2006/relationships/tags" Target="../tags/tag42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42.xml"/><Relationship Id="rId16" Type="http://schemas.openxmlformats.org/officeDocument/2006/relationships/tags" Target="../tags/tag441.xml"/><Relationship Id="rId15" Type="http://schemas.openxmlformats.org/officeDocument/2006/relationships/tags" Target="../tags/tag440.xml"/><Relationship Id="rId14" Type="http://schemas.openxmlformats.org/officeDocument/2006/relationships/tags" Target="../tags/tag439.xml"/><Relationship Id="rId13" Type="http://schemas.openxmlformats.org/officeDocument/2006/relationships/tags" Target="../tags/tag438.xml"/><Relationship Id="rId12" Type="http://schemas.openxmlformats.org/officeDocument/2006/relationships/tags" Target="../tags/tag437.xml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450.xml"/><Relationship Id="rId7" Type="http://schemas.openxmlformats.org/officeDocument/2006/relationships/tags" Target="../tags/tag449.xml"/><Relationship Id="rId6" Type="http://schemas.openxmlformats.org/officeDocument/2006/relationships/tags" Target="../tags/tag448.xml"/><Relationship Id="rId5" Type="http://schemas.openxmlformats.org/officeDocument/2006/relationships/tags" Target="../tags/tag447.xml"/><Relationship Id="rId4" Type="http://schemas.openxmlformats.org/officeDocument/2006/relationships/tags" Target="../tags/tag446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472.xml"/><Relationship Id="rId33" Type="http://schemas.openxmlformats.org/officeDocument/2006/relationships/tags" Target="../tags/tag471.xml"/><Relationship Id="rId32" Type="http://schemas.openxmlformats.org/officeDocument/2006/relationships/tags" Target="../tags/tag470.xml"/><Relationship Id="rId31" Type="http://schemas.openxmlformats.org/officeDocument/2006/relationships/tags" Target="../tags/tag469.xml"/><Relationship Id="rId30" Type="http://schemas.openxmlformats.org/officeDocument/2006/relationships/tags" Target="../tags/tag468.xml"/><Relationship Id="rId3" Type="http://schemas.openxmlformats.org/officeDocument/2006/relationships/tags" Target="../tags/tag445.xml"/><Relationship Id="rId29" Type="http://schemas.openxmlformats.org/officeDocument/2006/relationships/tags" Target="../tags/tag467.xml"/><Relationship Id="rId28" Type="http://schemas.openxmlformats.org/officeDocument/2006/relationships/tags" Target="../tags/tag466.xml"/><Relationship Id="rId27" Type="http://schemas.openxmlformats.org/officeDocument/2006/relationships/tags" Target="../tags/tag465.xml"/><Relationship Id="rId26" Type="http://schemas.openxmlformats.org/officeDocument/2006/relationships/tags" Target="../tags/tag464.xml"/><Relationship Id="rId25" Type="http://schemas.openxmlformats.org/officeDocument/2006/relationships/tags" Target="../tags/tag463.xml"/><Relationship Id="rId24" Type="http://schemas.openxmlformats.org/officeDocument/2006/relationships/tags" Target="../tags/tag462.xml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tags" Target="../tags/tag461.xml"/><Relationship Id="rId20" Type="http://schemas.openxmlformats.org/officeDocument/2006/relationships/tags" Target="../tags/tag460.xml"/><Relationship Id="rId2" Type="http://schemas.openxmlformats.org/officeDocument/2006/relationships/tags" Target="../tags/tag444.xml"/><Relationship Id="rId19" Type="http://schemas.openxmlformats.org/officeDocument/2006/relationships/tags" Target="../tags/tag459.xml"/><Relationship Id="rId18" Type="http://schemas.openxmlformats.org/officeDocument/2006/relationships/tags" Target="../tags/tag458.xml"/><Relationship Id="rId17" Type="http://schemas.openxmlformats.org/officeDocument/2006/relationships/tags" Target="../tags/tag457.xml"/><Relationship Id="rId16" Type="http://schemas.openxmlformats.org/officeDocument/2006/relationships/tags" Target="../tags/tag456.xml"/><Relationship Id="rId15" Type="http://schemas.openxmlformats.org/officeDocument/2006/relationships/tags" Target="../tags/tag455.xml"/><Relationship Id="rId14" Type="http://schemas.openxmlformats.org/officeDocument/2006/relationships/tags" Target="../tags/tag454.xml"/><Relationship Id="rId13" Type="http://schemas.openxmlformats.org/officeDocument/2006/relationships/tags" Target="../tags/tag453.xml"/><Relationship Id="rId12" Type="http://schemas.openxmlformats.org/officeDocument/2006/relationships/tags" Target="../tags/tag452.xml"/><Relationship Id="rId11" Type="http://schemas.openxmlformats.org/officeDocument/2006/relationships/tags" Target="../tags/tag451.xml"/><Relationship Id="rId10" Type="http://schemas.openxmlformats.org/officeDocument/2006/relationships/image" Target="../media/image21.svg"/><Relationship Id="rId1" Type="http://schemas.openxmlformats.org/officeDocument/2006/relationships/tags" Target="../tags/tag44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02.xml"/><Relationship Id="rId8" Type="http://schemas.openxmlformats.org/officeDocument/2006/relationships/tags" Target="../tags/tag501.xml"/><Relationship Id="rId7" Type="http://schemas.openxmlformats.org/officeDocument/2006/relationships/tags" Target="../tags/tag500.xml"/><Relationship Id="rId6" Type="http://schemas.openxmlformats.org/officeDocument/2006/relationships/tags" Target="../tags/tag499.xml"/><Relationship Id="rId5" Type="http://schemas.openxmlformats.org/officeDocument/2006/relationships/tags" Target="../tags/tag498.xml"/><Relationship Id="rId4" Type="http://schemas.openxmlformats.org/officeDocument/2006/relationships/tags" Target="../tags/tag497.xml"/><Relationship Id="rId32" Type="http://schemas.openxmlformats.org/officeDocument/2006/relationships/slideLayout" Target="../slideLayouts/slideLayout2.xml"/><Relationship Id="rId31" Type="http://schemas.openxmlformats.org/officeDocument/2006/relationships/tags" Target="../tags/tag524.xml"/><Relationship Id="rId30" Type="http://schemas.openxmlformats.org/officeDocument/2006/relationships/tags" Target="../tags/tag523.xml"/><Relationship Id="rId3" Type="http://schemas.openxmlformats.org/officeDocument/2006/relationships/tags" Target="../tags/tag496.xml"/><Relationship Id="rId29" Type="http://schemas.openxmlformats.org/officeDocument/2006/relationships/tags" Target="../tags/tag522.xml"/><Relationship Id="rId28" Type="http://schemas.openxmlformats.org/officeDocument/2006/relationships/tags" Target="../tags/tag521.xml"/><Relationship Id="rId27" Type="http://schemas.openxmlformats.org/officeDocument/2006/relationships/tags" Target="../tags/tag520.xml"/><Relationship Id="rId26" Type="http://schemas.openxmlformats.org/officeDocument/2006/relationships/tags" Target="../tags/tag519.xml"/><Relationship Id="rId25" Type="http://schemas.openxmlformats.org/officeDocument/2006/relationships/tags" Target="../tags/tag518.xml"/><Relationship Id="rId24" Type="http://schemas.openxmlformats.org/officeDocument/2006/relationships/tags" Target="../tags/tag517.xml"/><Relationship Id="rId23" Type="http://schemas.openxmlformats.org/officeDocument/2006/relationships/tags" Target="../tags/tag516.xml"/><Relationship Id="rId22" Type="http://schemas.openxmlformats.org/officeDocument/2006/relationships/tags" Target="../tags/tag515.xml"/><Relationship Id="rId21" Type="http://schemas.openxmlformats.org/officeDocument/2006/relationships/tags" Target="../tags/tag514.xml"/><Relationship Id="rId20" Type="http://schemas.openxmlformats.org/officeDocument/2006/relationships/tags" Target="../tags/tag513.xml"/><Relationship Id="rId2" Type="http://schemas.openxmlformats.org/officeDocument/2006/relationships/tags" Target="../tags/tag495.xml"/><Relationship Id="rId19" Type="http://schemas.openxmlformats.org/officeDocument/2006/relationships/tags" Target="../tags/tag512.xml"/><Relationship Id="rId18" Type="http://schemas.openxmlformats.org/officeDocument/2006/relationships/tags" Target="../tags/tag511.xml"/><Relationship Id="rId17" Type="http://schemas.openxmlformats.org/officeDocument/2006/relationships/tags" Target="../tags/tag510.xml"/><Relationship Id="rId16" Type="http://schemas.openxmlformats.org/officeDocument/2006/relationships/tags" Target="../tags/tag509.xml"/><Relationship Id="rId15" Type="http://schemas.openxmlformats.org/officeDocument/2006/relationships/tags" Target="../tags/tag508.xml"/><Relationship Id="rId14" Type="http://schemas.openxmlformats.org/officeDocument/2006/relationships/tags" Target="../tags/tag507.xml"/><Relationship Id="rId13" Type="http://schemas.openxmlformats.org/officeDocument/2006/relationships/tags" Target="../tags/tag506.xml"/><Relationship Id="rId12" Type="http://schemas.openxmlformats.org/officeDocument/2006/relationships/tags" Target="../tags/tag505.xml"/><Relationship Id="rId11" Type="http://schemas.openxmlformats.org/officeDocument/2006/relationships/tags" Target="../tags/tag504.xml"/><Relationship Id="rId10" Type="http://schemas.openxmlformats.org/officeDocument/2006/relationships/tags" Target="../tags/tag503.xml"/><Relationship Id="rId1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532.xml"/><Relationship Id="rId8" Type="http://schemas.openxmlformats.org/officeDocument/2006/relationships/tags" Target="../tags/tag531.xml"/><Relationship Id="rId7" Type="http://schemas.openxmlformats.org/officeDocument/2006/relationships/tags" Target="../tags/tag530.xml"/><Relationship Id="rId63" Type="http://schemas.openxmlformats.org/officeDocument/2006/relationships/slideLayout" Target="../slideLayouts/slideLayout2.xml"/><Relationship Id="rId62" Type="http://schemas.openxmlformats.org/officeDocument/2006/relationships/tags" Target="../tags/tag585.xml"/><Relationship Id="rId61" Type="http://schemas.openxmlformats.org/officeDocument/2006/relationships/tags" Target="../tags/tag584.xml"/><Relationship Id="rId60" Type="http://schemas.openxmlformats.org/officeDocument/2006/relationships/tags" Target="../tags/tag583.xml"/><Relationship Id="rId6" Type="http://schemas.openxmlformats.org/officeDocument/2006/relationships/tags" Target="../tags/tag529.xml"/><Relationship Id="rId59" Type="http://schemas.openxmlformats.org/officeDocument/2006/relationships/tags" Target="../tags/tag582.xml"/><Relationship Id="rId58" Type="http://schemas.openxmlformats.org/officeDocument/2006/relationships/tags" Target="../tags/tag581.xml"/><Relationship Id="rId57" Type="http://schemas.openxmlformats.org/officeDocument/2006/relationships/tags" Target="../tags/tag580.xml"/><Relationship Id="rId56" Type="http://schemas.openxmlformats.org/officeDocument/2006/relationships/tags" Target="../tags/tag579.xml"/><Relationship Id="rId55" Type="http://schemas.openxmlformats.org/officeDocument/2006/relationships/tags" Target="../tags/tag578.xml"/><Relationship Id="rId54" Type="http://schemas.openxmlformats.org/officeDocument/2006/relationships/tags" Target="../tags/tag577.xml"/><Relationship Id="rId53" Type="http://schemas.openxmlformats.org/officeDocument/2006/relationships/tags" Target="../tags/tag576.xml"/><Relationship Id="rId52" Type="http://schemas.openxmlformats.org/officeDocument/2006/relationships/tags" Target="../tags/tag575.xml"/><Relationship Id="rId51" Type="http://schemas.openxmlformats.org/officeDocument/2006/relationships/tags" Target="../tags/tag574.xml"/><Relationship Id="rId50" Type="http://schemas.openxmlformats.org/officeDocument/2006/relationships/tags" Target="../tags/tag573.xml"/><Relationship Id="rId5" Type="http://schemas.openxmlformats.org/officeDocument/2006/relationships/tags" Target="../tags/tag528.xml"/><Relationship Id="rId49" Type="http://schemas.openxmlformats.org/officeDocument/2006/relationships/tags" Target="../tags/tag572.xml"/><Relationship Id="rId48" Type="http://schemas.openxmlformats.org/officeDocument/2006/relationships/tags" Target="../tags/tag571.xml"/><Relationship Id="rId47" Type="http://schemas.openxmlformats.org/officeDocument/2006/relationships/tags" Target="../tags/tag570.xml"/><Relationship Id="rId46" Type="http://schemas.openxmlformats.org/officeDocument/2006/relationships/tags" Target="../tags/tag569.xml"/><Relationship Id="rId45" Type="http://schemas.openxmlformats.org/officeDocument/2006/relationships/tags" Target="../tags/tag568.xml"/><Relationship Id="rId44" Type="http://schemas.openxmlformats.org/officeDocument/2006/relationships/tags" Target="../tags/tag567.xml"/><Relationship Id="rId43" Type="http://schemas.openxmlformats.org/officeDocument/2006/relationships/tags" Target="../tags/tag566.xml"/><Relationship Id="rId42" Type="http://schemas.openxmlformats.org/officeDocument/2006/relationships/tags" Target="../tags/tag565.xml"/><Relationship Id="rId41" Type="http://schemas.openxmlformats.org/officeDocument/2006/relationships/tags" Target="../tags/tag564.xml"/><Relationship Id="rId40" Type="http://schemas.openxmlformats.org/officeDocument/2006/relationships/tags" Target="../tags/tag563.xml"/><Relationship Id="rId4" Type="http://schemas.openxmlformats.org/officeDocument/2006/relationships/tags" Target="../tags/tag527.xml"/><Relationship Id="rId39" Type="http://schemas.openxmlformats.org/officeDocument/2006/relationships/tags" Target="../tags/tag562.xml"/><Relationship Id="rId38" Type="http://schemas.openxmlformats.org/officeDocument/2006/relationships/tags" Target="../tags/tag561.xml"/><Relationship Id="rId37" Type="http://schemas.openxmlformats.org/officeDocument/2006/relationships/tags" Target="../tags/tag560.xml"/><Relationship Id="rId36" Type="http://schemas.openxmlformats.org/officeDocument/2006/relationships/tags" Target="../tags/tag559.xml"/><Relationship Id="rId35" Type="http://schemas.openxmlformats.org/officeDocument/2006/relationships/tags" Target="../tags/tag558.xml"/><Relationship Id="rId34" Type="http://schemas.openxmlformats.org/officeDocument/2006/relationships/tags" Target="../tags/tag557.xml"/><Relationship Id="rId33" Type="http://schemas.openxmlformats.org/officeDocument/2006/relationships/tags" Target="../tags/tag556.xml"/><Relationship Id="rId32" Type="http://schemas.openxmlformats.org/officeDocument/2006/relationships/tags" Target="../tags/tag555.xml"/><Relationship Id="rId31" Type="http://schemas.openxmlformats.org/officeDocument/2006/relationships/tags" Target="../tags/tag554.xml"/><Relationship Id="rId30" Type="http://schemas.openxmlformats.org/officeDocument/2006/relationships/tags" Target="../tags/tag553.xml"/><Relationship Id="rId3" Type="http://schemas.openxmlformats.org/officeDocument/2006/relationships/tags" Target="../tags/tag526.xml"/><Relationship Id="rId29" Type="http://schemas.openxmlformats.org/officeDocument/2006/relationships/tags" Target="../tags/tag552.xml"/><Relationship Id="rId28" Type="http://schemas.openxmlformats.org/officeDocument/2006/relationships/tags" Target="../tags/tag551.xml"/><Relationship Id="rId27" Type="http://schemas.openxmlformats.org/officeDocument/2006/relationships/tags" Target="../tags/tag550.xml"/><Relationship Id="rId26" Type="http://schemas.openxmlformats.org/officeDocument/2006/relationships/tags" Target="../tags/tag549.xml"/><Relationship Id="rId25" Type="http://schemas.openxmlformats.org/officeDocument/2006/relationships/tags" Target="../tags/tag548.xml"/><Relationship Id="rId24" Type="http://schemas.openxmlformats.org/officeDocument/2006/relationships/tags" Target="../tags/tag547.xml"/><Relationship Id="rId23" Type="http://schemas.openxmlformats.org/officeDocument/2006/relationships/tags" Target="../tags/tag546.xml"/><Relationship Id="rId22" Type="http://schemas.openxmlformats.org/officeDocument/2006/relationships/tags" Target="../tags/tag545.xml"/><Relationship Id="rId21" Type="http://schemas.openxmlformats.org/officeDocument/2006/relationships/tags" Target="../tags/tag544.xml"/><Relationship Id="rId20" Type="http://schemas.openxmlformats.org/officeDocument/2006/relationships/tags" Target="../tags/tag543.xml"/><Relationship Id="rId2" Type="http://schemas.openxmlformats.org/officeDocument/2006/relationships/tags" Target="../tags/tag525.xml"/><Relationship Id="rId19" Type="http://schemas.openxmlformats.org/officeDocument/2006/relationships/tags" Target="../tags/tag542.xml"/><Relationship Id="rId18" Type="http://schemas.openxmlformats.org/officeDocument/2006/relationships/tags" Target="../tags/tag541.xml"/><Relationship Id="rId17" Type="http://schemas.openxmlformats.org/officeDocument/2006/relationships/tags" Target="../tags/tag540.xml"/><Relationship Id="rId16" Type="http://schemas.openxmlformats.org/officeDocument/2006/relationships/tags" Target="../tags/tag539.xml"/><Relationship Id="rId15" Type="http://schemas.openxmlformats.org/officeDocument/2006/relationships/tags" Target="../tags/tag538.xml"/><Relationship Id="rId14" Type="http://schemas.openxmlformats.org/officeDocument/2006/relationships/tags" Target="../tags/tag537.xml"/><Relationship Id="rId13" Type="http://schemas.openxmlformats.org/officeDocument/2006/relationships/tags" Target="../tags/tag536.xml"/><Relationship Id="rId12" Type="http://schemas.openxmlformats.org/officeDocument/2006/relationships/tags" Target="../tags/tag535.xml"/><Relationship Id="rId11" Type="http://schemas.openxmlformats.org/officeDocument/2006/relationships/tags" Target="../tags/tag534.xml"/><Relationship Id="rId10" Type="http://schemas.openxmlformats.org/officeDocument/2006/relationships/tags" Target="../tags/tag533.xml"/><Relationship Id="rId1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94.xml"/><Relationship Id="rId8" Type="http://schemas.openxmlformats.org/officeDocument/2006/relationships/tags" Target="../tags/tag593.xml"/><Relationship Id="rId7" Type="http://schemas.openxmlformats.org/officeDocument/2006/relationships/tags" Target="../tags/tag592.xml"/><Relationship Id="rId6" Type="http://schemas.openxmlformats.org/officeDocument/2006/relationships/tags" Target="../tags/tag591.xml"/><Relationship Id="rId5" Type="http://schemas.openxmlformats.org/officeDocument/2006/relationships/tags" Target="../tags/tag590.xml"/><Relationship Id="rId4" Type="http://schemas.openxmlformats.org/officeDocument/2006/relationships/tags" Target="../tags/tag589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621.xml"/><Relationship Id="rId35" Type="http://schemas.openxmlformats.org/officeDocument/2006/relationships/tags" Target="../tags/tag620.xml"/><Relationship Id="rId34" Type="http://schemas.openxmlformats.org/officeDocument/2006/relationships/tags" Target="../tags/tag619.xml"/><Relationship Id="rId33" Type="http://schemas.openxmlformats.org/officeDocument/2006/relationships/tags" Target="../tags/tag618.xml"/><Relationship Id="rId32" Type="http://schemas.openxmlformats.org/officeDocument/2006/relationships/tags" Target="../tags/tag617.xml"/><Relationship Id="rId31" Type="http://schemas.openxmlformats.org/officeDocument/2006/relationships/tags" Target="../tags/tag616.xml"/><Relationship Id="rId30" Type="http://schemas.openxmlformats.org/officeDocument/2006/relationships/tags" Target="../tags/tag615.xml"/><Relationship Id="rId3" Type="http://schemas.openxmlformats.org/officeDocument/2006/relationships/tags" Target="../tags/tag588.xml"/><Relationship Id="rId29" Type="http://schemas.openxmlformats.org/officeDocument/2006/relationships/tags" Target="../tags/tag614.xml"/><Relationship Id="rId28" Type="http://schemas.openxmlformats.org/officeDocument/2006/relationships/tags" Target="../tags/tag613.xml"/><Relationship Id="rId27" Type="http://schemas.openxmlformats.org/officeDocument/2006/relationships/tags" Target="../tags/tag612.xml"/><Relationship Id="rId26" Type="http://schemas.openxmlformats.org/officeDocument/2006/relationships/tags" Target="../tags/tag611.xml"/><Relationship Id="rId25" Type="http://schemas.openxmlformats.org/officeDocument/2006/relationships/tags" Target="../tags/tag610.xml"/><Relationship Id="rId24" Type="http://schemas.openxmlformats.org/officeDocument/2006/relationships/tags" Target="../tags/tag609.xml"/><Relationship Id="rId23" Type="http://schemas.openxmlformats.org/officeDocument/2006/relationships/tags" Target="../tags/tag608.xml"/><Relationship Id="rId22" Type="http://schemas.openxmlformats.org/officeDocument/2006/relationships/tags" Target="../tags/tag607.xml"/><Relationship Id="rId21" Type="http://schemas.openxmlformats.org/officeDocument/2006/relationships/tags" Target="../tags/tag606.xml"/><Relationship Id="rId20" Type="http://schemas.openxmlformats.org/officeDocument/2006/relationships/tags" Target="../tags/tag605.xml"/><Relationship Id="rId2" Type="http://schemas.openxmlformats.org/officeDocument/2006/relationships/tags" Target="../tags/tag587.xml"/><Relationship Id="rId19" Type="http://schemas.openxmlformats.org/officeDocument/2006/relationships/tags" Target="../tags/tag604.xml"/><Relationship Id="rId18" Type="http://schemas.openxmlformats.org/officeDocument/2006/relationships/tags" Target="../tags/tag603.xml"/><Relationship Id="rId17" Type="http://schemas.openxmlformats.org/officeDocument/2006/relationships/tags" Target="../tags/tag602.xml"/><Relationship Id="rId16" Type="http://schemas.openxmlformats.org/officeDocument/2006/relationships/tags" Target="../tags/tag601.xml"/><Relationship Id="rId15" Type="http://schemas.openxmlformats.org/officeDocument/2006/relationships/tags" Target="../tags/tag600.xml"/><Relationship Id="rId14" Type="http://schemas.openxmlformats.org/officeDocument/2006/relationships/tags" Target="../tags/tag599.xml"/><Relationship Id="rId13" Type="http://schemas.openxmlformats.org/officeDocument/2006/relationships/tags" Target="../tags/tag598.xml"/><Relationship Id="rId12" Type="http://schemas.openxmlformats.org/officeDocument/2006/relationships/tags" Target="../tags/tag597.xml"/><Relationship Id="rId11" Type="http://schemas.openxmlformats.org/officeDocument/2006/relationships/tags" Target="../tags/tag596.xml"/><Relationship Id="rId10" Type="http://schemas.openxmlformats.org/officeDocument/2006/relationships/tags" Target="../tags/tag595.xml"/><Relationship Id="rId1" Type="http://schemas.openxmlformats.org/officeDocument/2006/relationships/tags" Target="../tags/tag58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30.xml"/><Relationship Id="rId8" Type="http://schemas.openxmlformats.org/officeDocument/2006/relationships/tags" Target="../tags/tag629.xml"/><Relationship Id="rId7" Type="http://schemas.openxmlformats.org/officeDocument/2006/relationships/tags" Target="../tags/tag628.xml"/><Relationship Id="rId6" Type="http://schemas.openxmlformats.org/officeDocument/2006/relationships/tags" Target="../tags/tag627.xml"/><Relationship Id="rId5" Type="http://schemas.openxmlformats.org/officeDocument/2006/relationships/tags" Target="../tags/tag626.xml"/><Relationship Id="rId4" Type="http://schemas.openxmlformats.org/officeDocument/2006/relationships/tags" Target="../tags/tag625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656.xml"/><Relationship Id="rId34" Type="http://schemas.openxmlformats.org/officeDocument/2006/relationships/tags" Target="../tags/tag655.xml"/><Relationship Id="rId33" Type="http://schemas.openxmlformats.org/officeDocument/2006/relationships/tags" Target="../tags/tag654.xml"/><Relationship Id="rId32" Type="http://schemas.openxmlformats.org/officeDocument/2006/relationships/tags" Target="../tags/tag653.xml"/><Relationship Id="rId31" Type="http://schemas.openxmlformats.org/officeDocument/2006/relationships/tags" Target="../tags/tag652.xml"/><Relationship Id="rId30" Type="http://schemas.openxmlformats.org/officeDocument/2006/relationships/tags" Target="../tags/tag651.xml"/><Relationship Id="rId3" Type="http://schemas.openxmlformats.org/officeDocument/2006/relationships/tags" Target="../tags/tag624.xml"/><Relationship Id="rId29" Type="http://schemas.openxmlformats.org/officeDocument/2006/relationships/tags" Target="../tags/tag650.xml"/><Relationship Id="rId28" Type="http://schemas.openxmlformats.org/officeDocument/2006/relationships/tags" Target="../tags/tag649.xml"/><Relationship Id="rId27" Type="http://schemas.openxmlformats.org/officeDocument/2006/relationships/tags" Target="../tags/tag648.xml"/><Relationship Id="rId26" Type="http://schemas.openxmlformats.org/officeDocument/2006/relationships/tags" Target="../tags/tag647.xml"/><Relationship Id="rId25" Type="http://schemas.openxmlformats.org/officeDocument/2006/relationships/tags" Target="../tags/tag646.xml"/><Relationship Id="rId24" Type="http://schemas.openxmlformats.org/officeDocument/2006/relationships/tags" Target="../tags/tag645.xml"/><Relationship Id="rId23" Type="http://schemas.openxmlformats.org/officeDocument/2006/relationships/tags" Target="../tags/tag644.xml"/><Relationship Id="rId22" Type="http://schemas.openxmlformats.org/officeDocument/2006/relationships/tags" Target="../tags/tag643.xml"/><Relationship Id="rId21" Type="http://schemas.openxmlformats.org/officeDocument/2006/relationships/tags" Target="../tags/tag642.xml"/><Relationship Id="rId20" Type="http://schemas.openxmlformats.org/officeDocument/2006/relationships/tags" Target="../tags/tag641.xml"/><Relationship Id="rId2" Type="http://schemas.openxmlformats.org/officeDocument/2006/relationships/tags" Target="../tags/tag623.xml"/><Relationship Id="rId19" Type="http://schemas.openxmlformats.org/officeDocument/2006/relationships/tags" Target="../tags/tag640.xml"/><Relationship Id="rId18" Type="http://schemas.openxmlformats.org/officeDocument/2006/relationships/tags" Target="../tags/tag639.xml"/><Relationship Id="rId17" Type="http://schemas.openxmlformats.org/officeDocument/2006/relationships/tags" Target="../tags/tag638.xml"/><Relationship Id="rId16" Type="http://schemas.openxmlformats.org/officeDocument/2006/relationships/tags" Target="../tags/tag637.xml"/><Relationship Id="rId15" Type="http://schemas.openxmlformats.org/officeDocument/2006/relationships/tags" Target="../tags/tag636.xml"/><Relationship Id="rId14" Type="http://schemas.openxmlformats.org/officeDocument/2006/relationships/tags" Target="../tags/tag635.xml"/><Relationship Id="rId13" Type="http://schemas.openxmlformats.org/officeDocument/2006/relationships/tags" Target="../tags/tag634.xml"/><Relationship Id="rId12" Type="http://schemas.openxmlformats.org/officeDocument/2006/relationships/tags" Target="../tags/tag633.xml"/><Relationship Id="rId11" Type="http://schemas.openxmlformats.org/officeDocument/2006/relationships/tags" Target="../tags/tag632.xml"/><Relationship Id="rId10" Type="http://schemas.openxmlformats.org/officeDocument/2006/relationships/tags" Target="../tags/tag631.xml"/><Relationship Id="rId1" Type="http://schemas.openxmlformats.org/officeDocument/2006/relationships/tags" Target="../tags/tag62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68.xml"/><Relationship Id="rId8" Type="http://schemas.openxmlformats.org/officeDocument/2006/relationships/tags" Target="../tags/tag667.xml"/><Relationship Id="rId75" Type="http://schemas.openxmlformats.org/officeDocument/2006/relationships/slideLayout" Target="../slideLayouts/slideLayout2.xml"/><Relationship Id="rId74" Type="http://schemas.openxmlformats.org/officeDocument/2006/relationships/tags" Target="../tags/tag733.xml"/><Relationship Id="rId73" Type="http://schemas.openxmlformats.org/officeDocument/2006/relationships/tags" Target="../tags/tag732.xml"/><Relationship Id="rId72" Type="http://schemas.openxmlformats.org/officeDocument/2006/relationships/tags" Target="../tags/tag731.xml"/><Relationship Id="rId71" Type="http://schemas.openxmlformats.org/officeDocument/2006/relationships/tags" Target="../tags/tag730.xml"/><Relationship Id="rId70" Type="http://schemas.openxmlformats.org/officeDocument/2006/relationships/tags" Target="../tags/tag729.xml"/><Relationship Id="rId7" Type="http://schemas.openxmlformats.org/officeDocument/2006/relationships/tags" Target="../tags/tag666.xml"/><Relationship Id="rId69" Type="http://schemas.openxmlformats.org/officeDocument/2006/relationships/tags" Target="../tags/tag728.xml"/><Relationship Id="rId68" Type="http://schemas.openxmlformats.org/officeDocument/2006/relationships/tags" Target="../tags/tag727.xml"/><Relationship Id="rId67" Type="http://schemas.openxmlformats.org/officeDocument/2006/relationships/tags" Target="../tags/tag726.xml"/><Relationship Id="rId66" Type="http://schemas.openxmlformats.org/officeDocument/2006/relationships/tags" Target="../tags/tag725.xml"/><Relationship Id="rId65" Type="http://schemas.openxmlformats.org/officeDocument/2006/relationships/tags" Target="../tags/tag724.xml"/><Relationship Id="rId64" Type="http://schemas.openxmlformats.org/officeDocument/2006/relationships/tags" Target="../tags/tag723.xml"/><Relationship Id="rId63" Type="http://schemas.openxmlformats.org/officeDocument/2006/relationships/tags" Target="../tags/tag722.xml"/><Relationship Id="rId62" Type="http://schemas.openxmlformats.org/officeDocument/2006/relationships/tags" Target="../tags/tag721.xml"/><Relationship Id="rId61" Type="http://schemas.openxmlformats.org/officeDocument/2006/relationships/tags" Target="../tags/tag720.xml"/><Relationship Id="rId60" Type="http://schemas.openxmlformats.org/officeDocument/2006/relationships/tags" Target="../tags/tag719.xml"/><Relationship Id="rId6" Type="http://schemas.openxmlformats.org/officeDocument/2006/relationships/tags" Target="../tags/tag665.xml"/><Relationship Id="rId59" Type="http://schemas.openxmlformats.org/officeDocument/2006/relationships/tags" Target="../tags/tag718.xml"/><Relationship Id="rId58" Type="http://schemas.openxmlformats.org/officeDocument/2006/relationships/tags" Target="../tags/tag717.xml"/><Relationship Id="rId57" Type="http://schemas.openxmlformats.org/officeDocument/2006/relationships/tags" Target="../tags/tag716.xml"/><Relationship Id="rId56" Type="http://schemas.openxmlformats.org/officeDocument/2006/relationships/tags" Target="../tags/tag715.xml"/><Relationship Id="rId55" Type="http://schemas.openxmlformats.org/officeDocument/2006/relationships/tags" Target="../tags/tag714.xml"/><Relationship Id="rId54" Type="http://schemas.openxmlformats.org/officeDocument/2006/relationships/tags" Target="../tags/tag713.xml"/><Relationship Id="rId53" Type="http://schemas.openxmlformats.org/officeDocument/2006/relationships/tags" Target="../tags/tag712.xml"/><Relationship Id="rId52" Type="http://schemas.openxmlformats.org/officeDocument/2006/relationships/tags" Target="../tags/tag711.xml"/><Relationship Id="rId51" Type="http://schemas.openxmlformats.org/officeDocument/2006/relationships/tags" Target="../tags/tag710.xml"/><Relationship Id="rId50" Type="http://schemas.openxmlformats.org/officeDocument/2006/relationships/tags" Target="../tags/tag709.xml"/><Relationship Id="rId5" Type="http://schemas.openxmlformats.org/officeDocument/2006/relationships/tags" Target="../tags/tag664.xml"/><Relationship Id="rId49" Type="http://schemas.openxmlformats.org/officeDocument/2006/relationships/tags" Target="../tags/tag708.xml"/><Relationship Id="rId48" Type="http://schemas.openxmlformats.org/officeDocument/2006/relationships/tags" Target="../tags/tag707.xml"/><Relationship Id="rId47" Type="http://schemas.openxmlformats.org/officeDocument/2006/relationships/tags" Target="../tags/tag706.xml"/><Relationship Id="rId46" Type="http://schemas.openxmlformats.org/officeDocument/2006/relationships/tags" Target="../tags/tag705.xml"/><Relationship Id="rId45" Type="http://schemas.openxmlformats.org/officeDocument/2006/relationships/tags" Target="../tags/tag704.xml"/><Relationship Id="rId44" Type="http://schemas.openxmlformats.org/officeDocument/2006/relationships/tags" Target="../tags/tag703.xml"/><Relationship Id="rId43" Type="http://schemas.openxmlformats.org/officeDocument/2006/relationships/tags" Target="../tags/tag702.xml"/><Relationship Id="rId42" Type="http://schemas.openxmlformats.org/officeDocument/2006/relationships/tags" Target="../tags/tag701.xml"/><Relationship Id="rId41" Type="http://schemas.openxmlformats.org/officeDocument/2006/relationships/tags" Target="../tags/tag700.xml"/><Relationship Id="rId40" Type="http://schemas.openxmlformats.org/officeDocument/2006/relationships/tags" Target="../tags/tag699.xml"/><Relationship Id="rId4" Type="http://schemas.openxmlformats.org/officeDocument/2006/relationships/tags" Target="../tags/tag663.xml"/><Relationship Id="rId39" Type="http://schemas.openxmlformats.org/officeDocument/2006/relationships/tags" Target="../tags/tag698.xml"/><Relationship Id="rId38" Type="http://schemas.openxmlformats.org/officeDocument/2006/relationships/tags" Target="../tags/tag697.xml"/><Relationship Id="rId37" Type="http://schemas.openxmlformats.org/officeDocument/2006/relationships/tags" Target="../tags/tag696.xml"/><Relationship Id="rId36" Type="http://schemas.openxmlformats.org/officeDocument/2006/relationships/tags" Target="../tags/tag695.xml"/><Relationship Id="rId35" Type="http://schemas.openxmlformats.org/officeDocument/2006/relationships/tags" Target="../tags/tag694.xml"/><Relationship Id="rId34" Type="http://schemas.openxmlformats.org/officeDocument/2006/relationships/tags" Target="../tags/tag693.xml"/><Relationship Id="rId33" Type="http://schemas.openxmlformats.org/officeDocument/2006/relationships/tags" Target="../tags/tag692.xml"/><Relationship Id="rId32" Type="http://schemas.openxmlformats.org/officeDocument/2006/relationships/tags" Target="../tags/tag691.xml"/><Relationship Id="rId31" Type="http://schemas.openxmlformats.org/officeDocument/2006/relationships/tags" Target="../tags/tag690.xml"/><Relationship Id="rId30" Type="http://schemas.openxmlformats.org/officeDocument/2006/relationships/tags" Target="../tags/tag689.xml"/><Relationship Id="rId3" Type="http://schemas.openxmlformats.org/officeDocument/2006/relationships/tags" Target="../tags/tag662.xml"/><Relationship Id="rId29" Type="http://schemas.openxmlformats.org/officeDocument/2006/relationships/tags" Target="../tags/tag688.xml"/><Relationship Id="rId28" Type="http://schemas.openxmlformats.org/officeDocument/2006/relationships/tags" Target="../tags/tag687.xml"/><Relationship Id="rId27" Type="http://schemas.openxmlformats.org/officeDocument/2006/relationships/tags" Target="../tags/tag686.xml"/><Relationship Id="rId26" Type="http://schemas.openxmlformats.org/officeDocument/2006/relationships/tags" Target="../tags/tag685.xml"/><Relationship Id="rId25" Type="http://schemas.openxmlformats.org/officeDocument/2006/relationships/tags" Target="../tags/tag684.xml"/><Relationship Id="rId24" Type="http://schemas.openxmlformats.org/officeDocument/2006/relationships/tags" Target="../tags/tag683.xml"/><Relationship Id="rId23" Type="http://schemas.openxmlformats.org/officeDocument/2006/relationships/tags" Target="../tags/tag682.xml"/><Relationship Id="rId22" Type="http://schemas.openxmlformats.org/officeDocument/2006/relationships/tags" Target="../tags/tag681.xml"/><Relationship Id="rId21" Type="http://schemas.openxmlformats.org/officeDocument/2006/relationships/tags" Target="../tags/tag680.xml"/><Relationship Id="rId20" Type="http://schemas.openxmlformats.org/officeDocument/2006/relationships/tags" Target="../tags/tag679.xml"/><Relationship Id="rId2" Type="http://schemas.openxmlformats.org/officeDocument/2006/relationships/tags" Target="../tags/tag661.xml"/><Relationship Id="rId19" Type="http://schemas.openxmlformats.org/officeDocument/2006/relationships/tags" Target="../tags/tag678.xml"/><Relationship Id="rId18" Type="http://schemas.openxmlformats.org/officeDocument/2006/relationships/tags" Target="../tags/tag677.xml"/><Relationship Id="rId17" Type="http://schemas.openxmlformats.org/officeDocument/2006/relationships/tags" Target="../tags/tag676.xml"/><Relationship Id="rId16" Type="http://schemas.openxmlformats.org/officeDocument/2006/relationships/tags" Target="../tags/tag675.xml"/><Relationship Id="rId15" Type="http://schemas.openxmlformats.org/officeDocument/2006/relationships/tags" Target="../tags/tag674.xml"/><Relationship Id="rId14" Type="http://schemas.openxmlformats.org/officeDocument/2006/relationships/tags" Target="../tags/tag673.xml"/><Relationship Id="rId13" Type="http://schemas.openxmlformats.org/officeDocument/2006/relationships/tags" Target="../tags/tag672.xml"/><Relationship Id="rId12" Type="http://schemas.openxmlformats.org/officeDocument/2006/relationships/tags" Target="../tags/tag671.xml"/><Relationship Id="rId11" Type="http://schemas.openxmlformats.org/officeDocument/2006/relationships/tags" Target="../tags/tag670.xml"/><Relationship Id="rId10" Type="http://schemas.openxmlformats.org/officeDocument/2006/relationships/tags" Target="../tags/tag669.xml"/><Relationship Id="rId1" Type="http://schemas.openxmlformats.org/officeDocument/2006/relationships/tags" Target="../tags/tag660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tags" Target="../tags/tag740.xml"/><Relationship Id="rId6" Type="http://schemas.openxmlformats.org/officeDocument/2006/relationships/tags" Target="../tags/tag739.xml"/><Relationship Id="rId5" Type="http://schemas.openxmlformats.org/officeDocument/2006/relationships/tags" Target="../tags/tag738.xml"/><Relationship Id="rId4" Type="http://schemas.openxmlformats.org/officeDocument/2006/relationships/tags" Target="../tags/tag737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763.xml"/><Relationship Id="rId31" Type="http://schemas.openxmlformats.org/officeDocument/2006/relationships/tags" Target="../tags/tag762.xml"/><Relationship Id="rId30" Type="http://schemas.openxmlformats.org/officeDocument/2006/relationships/tags" Target="../tags/tag761.xml"/><Relationship Id="rId3" Type="http://schemas.openxmlformats.org/officeDocument/2006/relationships/tags" Target="../tags/tag736.xml"/><Relationship Id="rId29" Type="http://schemas.openxmlformats.org/officeDocument/2006/relationships/tags" Target="../tags/tag760.xml"/><Relationship Id="rId28" Type="http://schemas.openxmlformats.org/officeDocument/2006/relationships/tags" Target="../tags/tag759.xml"/><Relationship Id="rId27" Type="http://schemas.openxmlformats.org/officeDocument/2006/relationships/tags" Target="../tags/tag758.xml"/><Relationship Id="rId26" Type="http://schemas.openxmlformats.org/officeDocument/2006/relationships/tags" Target="../tags/tag757.xml"/><Relationship Id="rId25" Type="http://schemas.openxmlformats.org/officeDocument/2006/relationships/tags" Target="../tags/tag756.xml"/><Relationship Id="rId24" Type="http://schemas.openxmlformats.org/officeDocument/2006/relationships/tags" Target="../tags/tag755.xml"/><Relationship Id="rId23" Type="http://schemas.openxmlformats.org/officeDocument/2006/relationships/tags" Target="../tags/tag754.xml"/><Relationship Id="rId22" Type="http://schemas.openxmlformats.org/officeDocument/2006/relationships/tags" Target="../tags/tag753.xml"/><Relationship Id="rId21" Type="http://schemas.openxmlformats.org/officeDocument/2006/relationships/tags" Target="../tags/tag752.xml"/><Relationship Id="rId20" Type="http://schemas.openxmlformats.org/officeDocument/2006/relationships/tags" Target="../tags/tag751.xml"/><Relationship Id="rId2" Type="http://schemas.openxmlformats.org/officeDocument/2006/relationships/tags" Target="../tags/tag735.xml"/><Relationship Id="rId19" Type="http://schemas.openxmlformats.org/officeDocument/2006/relationships/tags" Target="../tags/tag750.xml"/><Relationship Id="rId18" Type="http://schemas.openxmlformats.org/officeDocument/2006/relationships/tags" Target="../tags/tag749.xml"/><Relationship Id="rId17" Type="http://schemas.openxmlformats.org/officeDocument/2006/relationships/tags" Target="../tags/tag748.xml"/><Relationship Id="rId16" Type="http://schemas.openxmlformats.org/officeDocument/2006/relationships/tags" Target="../tags/tag747.xml"/><Relationship Id="rId15" Type="http://schemas.openxmlformats.org/officeDocument/2006/relationships/tags" Target="../tags/tag746.xml"/><Relationship Id="rId14" Type="http://schemas.openxmlformats.org/officeDocument/2006/relationships/tags" Target="../tags/tag745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tags" Target="../tags/tag741.xml"/><Relationship Id="rId1" Type="http://schemas.openxmlformats.org/officeDocument/2006/relationships/tags" Target="../tags/tag73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70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tags" Target="../tags/tag769.xml"/><Relationship Id="rId5" Type="http://schemas.openxmlformats.org/officeDocument/2006/relationships/tags" Target="../tags/tag768.xml"/><Relationship Id="rId4" Type="http://schemas.openxmlformats.org/officeDocument/2006/relationships/tags" Target="../tags/tag767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796.xml"/><Relationship Id="rId36" Type="http://schemas.openxmlformats.org/officeDocument/2006/relationships/tags" Target="../tags/tag795.xml"/><Relationship Id="rId35" Type="http://schemas.openxmlformats.org/officeDocument/2006/relationships/tags" Target="../tags/tag794.xml"/><Relationship Id="rId34" Type="http://schemas.openxmlformats.org/officeDocument/2006/relationships/tags" Target="../tags/tag793.xml"/><Relationship Id="rId33" Type="http://schemas.openxmlformats.org/officeDocument/2006/relationships/tags" Target="../tags/tag792.xml"/><Relationship Id="rId32" Type="http://schemas.openxmlformats.org/officeDocument/2006/relationships/tags" Target="../tags/tag791.xml"/><Relationship Id="rId31" Type="http://schemas.openxmlformats.org/officeDocument/2006/relationships/tags" Target="../tags/tag790.xml"/><Relationship Id="rId30" Type="http://schemas.openxmlformats.org/officeDocument/2006/relationships/tags" Target="../tags/tag789.xml"/><Relationship Id="rId3" Type="http://schemas.openxmlformats.org/officeDocument/2006/relationships/tags" Target="../tags/tag766.xml"/><Relationship Id="rId29" Type="http://schemas.openxmlformats.org/officeDocument/2006/relationships/tags" Target="../tags/tag788.xml"/><Relationship Id="rId28" Type="http://schemas.openxmlformats.org/officeDocument/2006/relationships/tags" Target="../tags/tag787.xml"/><Relationship Id="rId27" Type="http://schemas.openxmlformats.org/officeDocument/2006/relationships/tags" Target="../tags/tag786.xml"/><Relationship Id="rId26" Type="http://schemas.openxmlformats.org/officeDocument/2006/relationships/tags" Target="../tags/tag785.xml"/><Relationship Id="rId25" Type="http://schemas.openxmlformats.org/officeDocument/2006/relationships/tags" Target="../tags/tag784.xml"/><Relationship Id="rId24" Type="http://schemas.openxmlformats.org/officeDocument/2006/relationships/tags" Target="../tags/tag783.xml"/><Relationship Id="rId23" Type="http://schemas.openxmlformats.org/officeDocument/2006/relationships/tags" Target="../tags/tag782.xml"/><Relationship Id="rId22" Type="http://schemas.openxmlformats.org/officeDocument/2006/relationships/tags" Target="../tags/tag781.xml"/><Relationship Id="rId21" Type="http://schemas.openxmlformats.org/officeDocument/2006/relationships/image" Target="../media/image29.svg"/><Relationship Id="rId20" Type="http://schemas.openxmlformats.org/officeDocument/2006/relationships/image" Target="../media/image28.png"/><Relationship Id="rId2" Type="http://schemas.openxmlformats.org/officeDocument/2006/relationships/tags" Target="../tags/tag765.xml"/><Relationship Id="rId19" Type="http://schemas.openxmlformats.org/officeDocument/2006/relationships/tags" Target="../tags/tag780.xml"/><Relationship Id="rId18" Type="http://schemas.openxmlformats.org/officeDocument/2006/relationships/tags" Target="../tags/tag779.xml"/><Relationship Id="rId17" Type="http://schemas.openxmlformats.org/officeDocument/2006/relationships/tags" Target="../tags/tag778.xml"/><Relationship Id="rId16" Type="http://schemas.openxmlformats.org/officeDocument/2006/relationships/tags" Target="../tags/tag777.xml"/><Relationship Id="rId15" Type="http://schemas.openxmlformats.org/officeDocument/2006/relationships/tags" Target="../tags/tag776.xml"/><Relationship Id="rId14" Type="http://schemas.openxmlformats.org/officeDocument/2006/relationships/tags" Target="../tags/tag775.xml"/><Relationship Id="rId13" Type="http://schemas.openxmlformats.org/officeDocument/2006/relationships/tags" Target="../tags/tag774.xml"/><Relationship Id="rId12" Type="http://schemas.openxmlformats.org/officeDocument/2006/relationships/tags" Target="../tags/tag773.xml"/><Relationship Id="rId11" Type="http://schemas.openxmlformats.org/officeDocument/2006/relationships/tags" Target="../tags/tag772.xml"/><Relationship Id="rId10" Type="http://schemas.openxmlformats.org/officeDocument/2006/relationships/tags" Target="../tags/tag771.xml"/><Relationship Id="rId1" Type="http://schemas.openxmlformats.org/officeDocument/2006/relationships/tags" Target="../tags/tag764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805.xml"/><Relationship Id="rId8" Type="http://schemas.openxmlformats.org/officeDocument/2006/relationships/tags" Target="../tags/tag804.xml"/><Relationship Id="rId7" Type="http://schemas.openxmlformats.org/officeDocument/2006/relationships/tags" Target="../tags/tag803.xml"/><Relationship Id="rId6" Type="http://schemas.openxmlformats.org/officeDocument/2006/relationships/tags" Target="../tags/tag802.xml"/><Relationship Id="rId5" Type="http://schemas.openxmlformats.org/officeDocument/2006/relationships/tags" Target="../tags/tag801.xml"/><Relationship Id="rId43" Type="http://schemas.openxmlformats.org/officeDocument/2006/relationships/slideLayout" Target="../slideLayouts/slideLayout2.xml"/><Relationship Id="rId42" Type="http://schemas.openxmlformats.org/officeDocument/2006/relationships/tags" Target="../tags/tag838.xml"/><Relationship Id="rId41" Type="http://schemas.openxmlformats.org/officeDocument/2006/relationships/tags" Target="../tags/tag837.xml"/><Relationship Id="rId40" Type="http://schemas.openxmlformats.org/officeDocument/2006/relationships/tags" Target="../tags/tag836.xml"/><Relationship Id="rId4" Type="http://schemas.openxmlformats.org/officeDocument/2006/relationships/tags" Target="../tags/tag800.xml"/><Relationship Id="rId39" Type="http://schemas.openxmlformats.org/officeDocument/2006/relationships/tags" Target="../tags/tag835.xml"/><Relationship Id="rId38" Type="http://schemas.openxmlformats.org/officeDocument/2006/relationships/tags" Target="../tags/tag834.xml"/><Relationship Id="rId37" Type="http://schemas.openxmlformats.org/officeDocument/2006/relationships/tags" Target="../tags/tag833.xml"/><Relationship Id="rId36" Type="http://schemas.openxmlformats.org/officeDocument/2006/relationships/tags" Target="../tags/tag832.xml"/><Relationship Id="rId35" Type="http://schemas.openxmlformats.org/officeDocument/2006/relationships/tags" Target="../tags/tag831.xml"/><Relationship Id="rId34" Type="http://schemas.openxmlformats.org/officeDocument/2006/relationships/tags" Target="../tags/tag830.xml"/><Relationship Id="rId33" Type="http://schemas.openxmlformats.org/officeDocument/2006/relationships/tags" Target="../tags/tag829.xml"/><Relationship Id="rId32" Type="http://schemas.openxmlformats.org/officeDocument/2006/relationships/tags" Target="../tags/tag828.xml"/><Relationship Id="rId31" Type="http://schemas.openxmlformats.org/officeDocument/2006/relationships/tags" Target="../tags/tag827.xml"/><Relationship Id="rId30" Type="http://schemas.openxmlformats.org/officeDocument/2006/relationships/tags" Target="../tags/tag826.xml"/><Relationship Id="rId3" Type="http://schemas.openxmlformats.org/officeDocument/2006/relationships/tags" Target="../tags/tag799.xml"/><Relationship Id="rId29" Type="http://schemas.openxmlformats.org/officeDocument/2006/relationships/tags" Target="../tags/tag825.xml"/><Relationship Id="rId28" Type="http://schemas.openxmlformats.org/officeDocument/2006/relationships/tags" Target="../tags/tag824.xml"/><Relationship Id="rId27" Type="http://schemas.openxmlformats.org/officeDocument/2006/relationships/tags" Target="../tags/tag823.xml"/><Relationship Id="rId26" Type="http://schemas.openxmlformats.org/officeDocument/2006/relationships/tags" Target="../tags/tag822.xml"/><Relationship Id="rId25" Type="http://schemas.openxmlformats.org/officeDocument/2006/relationships/tags" Target="../tags/tag821.xml"/><Relationship Id="rId24" Type="http://schemas.openxmlformats.org/officeDocument/2006/relationships/tags" Target="../tags/tag820.xml"/><Relationship Id="rId23" Type="http://schemas.openxmlformats.org/officeDocument/2006/relationships/tags" Target="../tags/tag819.xml"/><Relationship Id="rId22" Type="http://schemas.openxmlformats.org/officeDocument/2006/relationships/tags" Target="../tags/tag818.xml"/><Relationship Id="rId21" Type="http://schemas.openxmlformats.org/officeDocument/2006/relationships/tags" Target="../tags/tag817.xml"/><Relationship Id="rId20" Type="http://schemas.openxmlformats.org/officeDocument/2006/relationships/tags" Target="../tags/tag816.xml"/><Relationship Id="rId2" Type="http://schemas.openxmlformats.org/officeDocument/2006/relationships/tags" Target="../tags/tag798.xml"/><Relationship Id="rId19" Type="http://schemas.openxmlformats.org/officeDocument/2006/relationships/tags" Target="../tags/tag815.xml"/><Relationship Id="rId18" Type="http://schemas.openxmlformats.org/officeDocument/2006/relationships/tags" Target="../tags/tag814.xml"/><Relationship Id="rId17" Type="http://schemas.openxmlformats.org/officeDocument/2006/relationships/tags" Target="../tags/tag813.xml"/><Relationship Id="rId16" Type="http://schemas.openxmlformats.org/officeDocument/2006/relationships/tags" Target="../tags/tag812.xml"/><Relationship Id="rId15" Type="http://schemas.openxmlformats.org/officeDocument/2006/relationships/tags" Target="../tags/tag811.xml"/><Relationship Id="rId14" Type="http://schemas.openxmlformats.org/officeDocument/2006/relationships/tags" Target="../tags/tag810.xml"/><Relationship Id="rId13" Type="http://schemas.openxmlformats.org/officeDocument/2006/relationships/tags" Target="../tags/tag809.xml"/><Relationship Id="rId12" Type="http://schemas.openxmlformats.org/officeDocument/2006/relationships/tags" Target="../tags/tag808.xml"/><Relationship Id="rId11" Type="http://schemas.openxmlformats.org/officeDocument/2006/relationships/tags" Target="../tags/tag807.xml"/><Relationship Id="rId10" Type="http://schemas.openxmlformats.org/officeDocument/2006/relationships/tags" Target="../tags/tag806.xml"/><Relationship Id="rId1" Type="http://schemas.openxmlformats.org/officeDocument/2006/relationships/tags" Target="../tags/tag79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845.xml"/><Relationship Id="rId8" Type="http://schemas.openxmlformats.org/officeDocument/2006/relationships/tags" Target="../tags/tag844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tags" Target="../tags/tag843.xml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880.xml"/><Relationship Id="rId43" Type="http://schemas.openxmlformats.org/officeDocument/2006/relationships/tags" Target="../tags/tag879.xml"/><Relationship Id="rId42" Type="http://schemas.openxmlformats.org/officeDocument/2006/relationships/tags" Target="../tags/tag878.xml"/><Relationship Id="rId41" Type="http://schemas.openxmlformats.org/officeDocument/2006/relationships/tags" Target="../tags/tag877.xml"/><Relationship Id="rId40" Type="http://schemas.openxmlformats.org/officeDocument/2006/relationships/tags" Target="../tags/tag876.xml"/><Relationship Id="rId4" Type="http://schemas.openxmlformats.org/officeDocument/2006/relationships/tags" Target="../tags/tag842.xml"/><Relationship Id="rId39" Type="http://schemas.openxmlformats.org/officeDocument/2006/relationships/tags" Target="../tags/tag875.xml"/><Relationship Id="rId38" Type="http://schemas.openxmlformats.org/officeDocument/2006/relationships/tags" Target="../tags/tag874.xml"/><Relationship Id="rId37" Type="http://schemas.openxmlformats.org/officeDocument/2006/relationships/tags" Target="../tags/tag873.xml"/><Relationship Id="rId36" Type="http://schemas.openxmlformats.org/officeDocument/2006/relationships/tags" Target="../tags/tag872.xml"/><Relationship Id="rId35" Type="http://schemas.openxmlformats.org/officeDocument/2006/relationships/tags" Target="../tags/tag871.xml"/><Relationship Id="rId34" Type="http://schemas.openxmlformats.org/officeDocument/2006/relationships/tags" Target="../tags/tag870.xml"/><Relationship Id="rId33" Type="http://schemas.openxmlformats.org/officeDocument/2006/relationships/tags" Target="../tags/tag869.xml"/><Relationship Id="rId32" Type="http://schemas.openxmlformats.org/officeDocument/2006/relationships/tags" Target="../tags/tag868.xml"/><Relationship Id="rId31" Type="http://schemas.openxmlformats.org/officeDocument/2006/relationships/tags" Target="../tags/tag867.xml"/><Relationship Id="rId30" Type="http://schemas.openxmlformats.org/officeDocument/2006/relationships/tags" Target="../tags/tag866.xml"/><Relationship Id="rId3" Type="http://schemas.openxmlformats.org/officeDocument/2006/relationships/tags" Target="../tags/tag841.xml"/><Relationship Id="rId29" Type="http://schemas.openxmlformats.org/officeDocument/2006/relationships/tags" Target="../tags/tag865.xml"/><Relationship Id="rId28" Type="http://schemas.openxmlformats.org/officeDocument/2006/relationships/tags" Target="../tags/tag864.xml"/><Relationship Id="rId27" Type="http://schemas.openxmlformats.org/officeDocument/2006/relationships/tags" Target="../tags/tag863.xml"/><Relationship Id="rId26" Type="http://schemas.openxmlformats.org/officeDocument/2006/relationships/tags" Target="../tags/tag862.xml"/><Relationship Id="rId25" Type="http://schemas.openxmlformats.org/officeDocument/2006/relationships/tags" Target="../tags/tag861.xml"/><Relationship Id="rId24" Type="http://schemas.openxmlformats.org/officeDocument/2006/relationships/tags" Target="../tags/tag860.xml"/><Relationship Id="rId23" Type="http://schemas.openxmlformats.org/officeDocument/2006/relationships/tags" Target="../tags/tag859.xml"/><Relationship Id="rId22" Type="http://schemas.openxmlformats.org/officeDocument/2006/relationships/tags" Target="../tags/tag858.xml"/><Relationship Id="rId21" Type="http://schemas.openxmlformats.org/officeDocument/2006/relationships/tags" Target="../tags/tag857.xml"/><Relationship Id="rId20" Type="http://schemas.openxmlformats.org/officeDocument/2006/relationships/tags" Target="../tags/tag856.xml"/><Relationship Id="rId2" Type="http://schemas.openxmlformats.org/officeDocument/2006/relationships/tags" Target="../tags/tag840.xml"/><Relationship Id="rId19" Type="http://schemas.openxmlformats.org/officeDocument/2006/relationships/tags" Target="../tags/tag855.xml"/><Relationship Id="rId18" Type="http://schemas.openxmlformats.org/officeDocument/2006/relationships/tags" Target="../tags/tag854.xml"/><Relationship Id="rId17" Type="http://schemas.openxmlformats.org/officeDocument/2006/relationships/tags" Target="../tags/tag853.xml"/><Relationship Id="rId16" Type="http://schemas.openxmlformats.org/officeDocument/2006/relationships/tags" Target="../tags/tag852.xml"/><Relationship Id="rId15" Type="http://schemas.openxmlformats.org/officeDocument/2006/relationships/tags" Target="../tags/tag851.xml"/><Relationship Id="rId14" Type="http://schemas.openxmlformats.org/officeDocument/2006/relationships/tags" Target="../tags/tag850.xml"/><Relationship Id="rId13" Type="http://schemas.openxmlformats.org/officeDocument/2006/relationships/tags" Target="../tags/tag849.xml"/><Relationship Id="rId12" Type="http://schemas.openxmlformats.org/officeDocument/2006/relationships/tags" Target="../tags/tag848.xml"/><Relationship Id="rId11" Type="http://schemas.openxmlformats.org/officeDocument/2006/relationships/tags" Target="../tags/tag847.xml"/><Relationship Id="rId10" Type="http://schemas.openxmlformats.org/officeDocument/2006/relationships/tags" Target="../tags/tag846.xml"/><Relationship Id="rId1" Type="http://schemas.openxmlformats.org/officeDocument/2006/relationships/tags" Target="../tags/tag83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tags" Target="../tags/tag888.xml"/><Relationship Id="rId7" Type="http://schemas.openxmlformats.org/officeDocument/2006/relationships/tags" Target="../tags/tag887.xml"/><Relationship Id="rId6" Type="http://schemas.openxmlformats.org/officeDocument/2006/relationships/tags" Target="../tags/tag886.xml"/><Relationship Id="rId5" Type="http://schemas.openxmlformats.org/officeDocument/2006/relationships/tags" Target="../tags/tag885.xml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920.xml"/><Relationship Id="rId43" Type="http://schemas.openxmlformats.org/officeDocument/2006/relationships/tags" Target="../tags/tag919.xml"/><Relationship Id="rId42" Type="http://schemas.openxmlformats.org/officeDocument/2006/relationships/tags" Target="../tags/tag918.xml"/><Relationship Id="rId41" Type="http://schemas.openxmlformats.org/officeDocument/2006/relationships/tags" Target="../tags/tag917.xml"/><Relationship Id="rId40" Type="http://schemas.openxmlformats.org/officeDocument/2006/relationships/tags" Target="../tags/tag916.xml"/><Relationship Id="rId4" Type="http://schemas.openxmlformats.org/officeDocument/2006/relationships/tags" Target="../tags/tag884.xml"/><Relationship Id="rId39" Type="http://schemas.openxmlformats.org/officeDocument/2006/relationships/tags" Target="../tags/tag915.xml"/><Relationship Id="rId38" Type="http://schemas.openxmlformats.org/officeDocument/2006/relationships/tags" Target="../tags/tag914.xml"/><Relationship Id="rId37" Type="http://schemas.openxmlformats.org/officeDocument/2006/relationships/tags" Target="../tags/tag913.xml"/><Relationship Id="rId36" Type="http://schemas.openxmlformats.org/officeDocument/2006/relationships/tags" Target="../tags/tag912.xml"/><Relationship Id="rId35" Type="http://schemas.openxmlformats.org/officeDocument/2006/relationships/tags" Target="../tags/tag911.xml"/><Relationship Id="rId34" Type="http://schemas.openxmlformats.org/officeDocument/2006/relationships/tags" Target="../tags/tag910.xml"/><Relationship Id="rId33" Type="http://schemas.openxmlformats.org/officeDocument/2006/relationships/tags" Target="../tags/tag909.xml"/><Relationship Id="rId32" Type="http://schemas.openxmlformats.org/officeDocument/2006/relationships/tags" Target="../tags/tag908.xml"/><Relationship Id="rId31" Type="http://schemas.openxmlformats.org/officeDocument/2006/relationships/tags" Target="../tags/tag907.xml"/><Relationship Id="rId30" Type="http://schemas.openxmlformats.org/officeDocument/2006/relationships/tags" Target="../tags/tag906.xml"/><Relationship Id="rId3" Type="http://schemas.openxmlformats.org/officeDocument/2006/relationships/tags" Target="../tags/tag883.xml"/><Relationship Id="rId29" Type="http://schemas.openxmlformats.org/officeDocument/2006/relationships/tags" Target="../tags/tag905.xml"/><Relationship Id="rId28" Type="http://schemas.openxmlformats.org/officeDocument/2006/relationships/tags" Target="../tags/tag904.xml"/><Relationship Id="rId27" Type="http://schemas.openxmlformats.org/officeDocument/2006/relationships/tags" Target="../tags/tag903.xml"/><Relationship Id="rId26" Type="http://schemas.openxmlformats.org/officeDocument/2006/relationships/tags" Target="../tags/tag902.xml"/><Relationship Id="rId25" Type="http://schemas.openxmlformats.org/officeDocument/2006/relationships/tags" Target="../tags/tag901.xml"/><Relationship Id="rId24" Type="http://schemas.openxmlformats.org/officeDocument/2006/relationships/tags" Target="../tags/tag900.xml"/><Relationship Id="rId23" Type="http://schemas.openxmlformats.org/officeDocument/2006/relationships/tags" Target="../tags/tag899.xml"/><Relationship Id="rId22" Type="http://schemas.openxmlformats.org/officeDocument/2006/relationships/tags" Target="../tags/tag898.xml"/><Relationship Id="rId21" Type="http://schemas.openxmlformats.org/officeDocument/2006/relationships/image" Target="../media/image35.svg"/><Relationship Id="rId20" Type="http://schemas.openxmlformats.org/officeDocument/2006/relationships/image" Target="../media/image34.png"/><Relationship Id="rId2" Type="http://schemas.openxmlformats.org/officeDocument/2006/relationships/tags" Target="../tags/tag882.xml"/><Relationship Id="rId19" Type="http://schemas.openxmlformats.org/officeDocument/2006/relationships/tags" Target="../tags/tag897.xml"/><Relationship Id="rId18" Type="http://schemas.openxmlformats.org/officeDocument/2006/relationships/tags" Target="../tags/tag896.xml"/><Relationship Id="rId17" Type="http://schemas.openxmlformats.org/officeDocument/2006/relationships/tags" Target="../tags/tag895.xml"/><Relationship Id="rId16" Type="http://schemas.openxmlformats.org/officeDocument/2006/relationships/tags" Target="../tags/tag894.xml"/><Relationship Id="rId15" Type="http://schemas.openxmlformats.org/officeDocument/2006/relationships/tags" Target="../tags/tag893.xml"/><Relationship Id="rId14" Type="http://schemas.openxmlformats.org/officeDocument/2006/relationships/tags" Target="../tags/tag892.xml"/><Relationship Id="rId13" Type="http://schemas.openxmlformats.org/officeDocument/2006/relationships/tags" Target="../tags/tag891.xml"/><Relationship Id="rId12" Type="http://schemas.openxmlformats.org/officeDocument/2006/relationships/tags" Target="../tags/tag890.xml"/><Relationship Id="rId11" Type="http://schemas.openxmlformats.org/officeDocument/2006/relationships/tags" Target="../tags/tag889.xml"/><Relationship Id="rId10" Type="http://schemas.openxmlformats.org/officeDocument/2006/relationships/image" Target="../media/image33.svg"/><Relationship Id="rId1" Type="http://schemas.openxmlformats.org/officeDocument/2006/relationships/tags" Target="../tags/tag88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929.xml"/><Relationship Id="rId8" Type="http://schemas.openxmlformats.org/officeDocument/2006/relationships/tags" Target="../tags/tag928.xml"/><Relationship Id="rId7" Type="http://schemas.openxmlformats.org/officeDocument/2006/relationships/tags" Target="../tags/tag927.xml"/><Relationship Id="rId6" Type="http://schemas.openxmlformats.org/officeDocument/2006/relationships/tags" Target="../tags/tag926.xml"/><Relationship Id="rId5" Type="http://schemas.openxmlformats.org/officeDocument/2006/relationships/tags" Target="../tags/tag925.xml"/><Relationship Id="rId4" Type="http://schemas.openxmlformats.org/officeDocument/2006/relationships/tags" Target="../tags/tag924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950.xml"/><Relationship Id="rId3" Type="http://schemas.openxmlformats.org/officeDocument/2006/relationships/tags" Target="../tags/tag923.xml"/><Relationship Id="rId29" Type="http://schemas.openxmlformats.org/officeDocument/2006/relationships/tags" Target="../tags/tag949.xml"/><Relationship Id="rId28" Type="http://schemas.openxmlformats.org/officeDocument/2006/relationships/tags" Target="../tags/tag948.xml"/><Relationship Id="rId27" Type="http://schemas.openxmlformats.org/officeDocument/2006/relationships/tags" Target="../tags/tag947.xml"/><Relationship Id="rId26" Type="http://schemas.openxmlformats.org/officeDocument/2006/relationships/tags" Target="../tags/tag946.xml"/><Relationship Id="rId25" Type="http://schemas.openxmlformats.org/officeDocument/2006/relationships/tags" Target="../tags/tag945.xml"/><Relationship Id="rId24" Type="http://schemas.openxmlformats.org/officeDocument/2006/relationships/tags" Target="../tags/tag944.xml"/><Relationship Id="rId23" Type="http://schemas.openxmlformats.org/officeDocument/2006/relationships/tags" Target="../tags/tag943.xml"/><Relationship Id="rId22" Type="http://schemas.openxmlformats.org/officeDocument/2006/relationships/tags" Target="../tags/tag942.xml"/><Relationship Id="rId21" Type="http://schemas.openxmlformats.org/officeDocument/2006/relationships/tags" Target="../tags/tag941.xml"/><Relationship Id="rId20" Type="http://schemas.openxmlformats.org/officeDocument/2006/relationships/tags" Target="../tags/tag940.xml"/><Relationship Id="rId2" Type="http://schemas.openxmlformats.org/officeDocument/2006/relationships/tags" Target="../tags/tag922.xml"/><Relationship Id="rId19" Type="http://schemas.openxmlformats.org/officeDocument/2006/relationships/tags" Target="../tags/tag939.xml"/><Relationship Id="rId18" Type="http://schemas.openxmlformats.org/officeDocument/2006/relationships/tags" Target="../tags/tag938.xml"/><Relationship Id="rId17" Type="http://schemas.openxmlformats.org/officeDocument/2006/relationships/tags" Target="../tags/tag937.xml"/><Relationship Id="rId16" Type="http://schemas.openxmlformats.org/officeDocument/2006/relationships/tags" Target="../tags/tag936.xml"/><Relationship Id="rId15" Type="http://schemas.openxmlformats.org/officeDocument/2006/relationships/tags" Target="../tags/tag935.xml"/><Relationship Id="rId14" Type="http://schemas.openxmlformats.org/officeDocument/2006/relationships/tags" Target="../tags/tag934.xml"/><Relationship Id="rId13" Type="http://schemas.openxmlformats.org/officeDocument/2006/relationships/tags" Target="../tags/tag933.xml"/><Relationship Id="rId12" Type="http://schemas.openxmlformats.org/officeDocument/2006/relationships/tags" Target="../tags/tag932.xml"/><Relationship Id="rId11" Type="http://schemas.openxmlformats.org/officeDocument/2006/relationships/tags" Target="../tags/tag931.xml"/><Relationship Id="rId10" Type="http://schemas.openxmlformats.org/officeDocument/2006/relationships/tags" Target="../tags/tag930.xml"/><Relationship Id="rId1" Type="http://schemas.openxmlformats.org/officeDocument/2006/relationships/tags" Target="../tags/tag92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959.xml"/><Relationship Id="rId8" Type="http://schemas.openxmlformats.org/officeDocument/2006/relationships/tags" Target="../tags/tag958.xml"/><Relationship Id="rId7" Type="http://schemas.openxmlformats.org/officeDocument/2006/relationships/tags" Target="../tags/tag957.xml"/><Relationship Id="rId6" Type="http://schemas.openxmlformats.org/officeDocument/2006/relationships/tags" Target="../tags/tag956.xml"/><Relationship Id="rId55" Type="http://schemas.openxmlformats.org/officeDocument/2006/relationships/slideLayout" Target="../slideLayouts/slideLayout2.xml"/><Relationship Id="rId54" Type="http://schemas.openxmlformats.org/officeDocument/2006/relationships/tags" Target="../tags/tag1000.xml"/><Relationship Id="rId53" Type="http://schemas.openxmlformats.org/officeDocument/2006/relationships/tags" Target="../tags/tag999.xml"/><Relationship Id="rId52" Type="http://schemas.openxmlformats.org/officeDocument/2006/relationships/tags" Target="../tags/tag998.xml"/><Relationship Id="rId51" Type="http://schemas.openxmlformats.org/officeDocument/2006/relationships/tags" Target="../tags/tag997.xml"/><Relationship Id="rId50" Type="http://schemas.openxmlformats.org/officeDocument/2006/relationships/image" Target="../media/image39.svg"/><Relationship Id="rId5" Type="http://schemas.openxmlformats.org/officeDocument/2006/relationships/tags" Target="../tags/tag955.xml"/><Relationship Id="rId49" Type="http://schemas.openxmlformats.org/officeDocument/2006/relationships/image" Target="../media/image38.png"/><Relationship Id="rId48" Type="http://schemas.openxmlformats.org/officeDocument/2006/relationships/tags" Target="../tags/tag996.xml"/><Relationship Id="rId47" Type="http://schemas.openxmlformats.org/officeDocument/2006/relationships/tags" Target="../tags/tag995.xml"/><Relationship Id="rId46" Type="http://schemas.openxmlformats.org/officeDocument/2006/relationships/tags" Target="../tags/tag994.xml"/><Relationship Id="rId45" Type="http://schemas.openxmlformats.org/officeDocument/2006/relationships/tags" Target="../tags/tag993.xml"/><Relationship Id="rId44" Type="http://schemas.openxmlformats.org/officeDocument/2006/relationships/tags" Target="../tags/tag992.xml"/><Relationship Id="rId43" Type="http://schemas.openxmlformats.org/officeDocument/2006/relationships/tags" Target="../tags/tag991.xml"/><Relationship Id="rId42" Type="http://schemas.openxmlformats.org/officeDocument/2006/relationships/tags" Target="../tags/tag990.xml"/><Relationship Id="rId41" Type="http://schemas.openxmlformats.org/officeDocument/2006/relationships/tags" Target="../tags/tag989.xml"/><Relationship Id="rId40" Type="http://schemas.openxmlformats.org/officeDocument/2006/relationships/tags" Target="../tags/tag988.xml"/><Relationship Id="rId4" Type="http://schemas.openxmlformats.org/officeDocument/2006/relationships/tags" Target="../tags/tag954.xml"/><Relationship Id="rId39" Type="http://schemas.openxmlformats.org/officeDocument/2006/relationships/tags" Target="../tags/tag987.xml"/><Relationship Id="rId38" Type="http://schemas.openxmlformats.org/officeDocument/2006/relationships/tags" Target="../tags/tag986.xml"/><Relationship Id="rId37" Type="http://schemas.openxmlformats.org/officeDocument/2006/relationships/tags" Target="../tags/tag985.xml"/><Relationship Id="rId36" Type="http://schemas.openxmlformats.org/officeDocument/2006/relationships/tags" Target="../tags/tag984.xml"/><Relationship Id="rId35" Type="http://schemas.openxmlformats.org/officeDocument/2006/relationships/tags" Target="../tags/tag983.xml"/><Relationship Id="rId34" Type="http://schemas.openxmlformats.org/officeDocument/2006/relationships/tags" Target="../tags/tag982.xml"/><Relationship Id="rId33" Type="http://schemas.openxmlformats.org/officeDocument/2006/relationships/tags" Target="../tags/tag981.xml"/><Relationship Id="rId32" Type="http://schemas.openxmlformats.org/officeDocument/2006/relationships/tags" Target="../tags/tag980.xml"/><Relationship Id="rId31" Type="http://schemas.openxmlformats.org/officeDocument/2006/relationships/tags" Target="../tags/tag979.xml"/><Relationship Id="rId30" Type="http://schemas.openxmlformats.org/officeDocument/2006/relationships/tags" Target="../tags/tag978.xml"/><Relationship Id="rId3" Type="http://schemas.openxmlformats.org/officeDocument/2006/relationships/tags" Target="../tags/tag953.xml"/><Relationship Id="rId29" Type="http://schemas.openxmlformats.org/officeDocument/2006/relationships/tags" Target="../tags/tag977.xml"/><Relationship Id="rId28" Type="http://schemas.openxmlformats.org/officeDocument/2006/relationships/tags" Target="../tags/tag976.xml"/><Relationship Id="rId27" Type="http://schemas.openxmlformats.org/officeDocument/2006/relationships/tags" Target="../tags/tag975.xml"/><Relationship Id="rId26" Type="http://schemas.openxmlformats.org/officeDocument/2006/relationships/tags" Target="../tags/tag974.xml"/><Relationship Id="rId25" Type="http://schemas.openxmlformats.org/officeDocument/2006/relationships/tags" Target="../tags/tag973.xml"/><Relationship Id="rId24" Type="http://schemas.openxmlformats.org/officeDocument/2006/relationships/tags" Target="../tags/tag972.xml"/><Relationship Id="rId23" Type="http://schemas.openxmlformats.org/officeDocument/2006/relationships/tags" Target="../tags/tag971.xml"/><Relationship Id="rId22" Type="http://schemas.openxmlformats.org/officeDocument/2006/relationships/tags" Target="../tags/tag970.xml"/><Relationship Id="rId21" Type="http://schemas.openxmlformats.org/officeDocument/2006/relationships/image" Target="../media/image37.svg"/><Relationship Id="rId20" Type="http://schemas.openxmlformats.org/officeDocument/2006/relationships/image" Target="../media/image36.png"/><Relationship Id="rId2" Type="http://schemas.openxmlformats.org/officeDocument/2006/relationships/tags" Target="../tags/tag952.xml"/><Relationship Id="rId19" Type="http://schemas.openxmlformats.org/officeDocument/2006/relationships/tags" Target="../tags/tag969.xml"/><Relationship Id="rId18" Type="http://schemas.openxmlformats.org/officeDocument/2006/relationships/tags" Target="../tags/tag968.xml"/><Relationship Id="rId17" Type="http://schemas.openxmlformats.org/officeDocument/2006/relationships/tags" Target="../tags/tag967.xml"/><Relationship Id="rId16" Type="http://schemas.openxmlformats.org/officeDocument/2006/relationships/tags" Target="../tags/tag966.xml"/><Relationship Id="rId15" Type="http://schemas.openxmlformats.org/officeDocument/2006/relationships/tags" Target="../tags/tag965.xml"/><Relationship Id="rId14" Type="http://schemas.openxmlformats.org/officeDocument/2006/relationships/tags" Target="../tags/tag964.xml"/><Relationship Id="rId13" Type="http://schemas.openxmlformats.org/officeDocument/2006/relationships/tags" Target="../tags/tag963.xml"/><Relationship Id="rId12" Type="http://schemas.openxmlformats.org/officeDocument/2006/relationships/tags" Target="../tags/tag962.xml"/><Relationship Id="rId11" Type="http://schemas.openxmlformats.org/officeDocument/2006/relationships/tags" Target="../tags/tag961.xml"/><Relationship Id="rId10" Type="http://schemas.openxmlformats.org/officeDocument/2006/relationships/tags" Target="../tags/tag960.xml"/><Relationship Id="rId1" Type="http://schemas.openxmlformats.org/officeDocument/2006/relationships/tags" Target="../tags/tag95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03.xml"/><Relationship Id="rId2" Type="http://schemas.openxmlformats.org/officeDocument/2006/relationships/tags" Target="../tags/tag1002.xml"/><Relationship Id="rId1" Type="http://schemas.openxmlformats.org/officeDocument/2006/relationships/tags" Target="../tags/tag1001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012.xml"/><Relationship Id="rId8" Type="http://schemas.openxmlformats.org/officeDocument/2006/relationships/tags" Target="../tags/tag1011.xml"/><Relationship Id="rId7" Type="http://schemas.openxmlformats.org/officeDocument/2006/relationships/tags" Target="../tags/tag1010.xml"/><Relationship Id="rId6" Type="http://schemas.openxmlformats.org/officeDocument/2006/relationships/tags" Target="../tags/tag1009.xml"/><Relationship Id="rId5" Type="http://schemas.openxmlformats.org/officeDocument/2006/relationships/tags" Target="../tags/tag1008.xml"/><Relationship Id="rId44" Type="http://schemas.openxmlformats.org/officeDocument/2006/relationships/slideLayout" Target="../slideLayouts/slideLayout2.xml"/><Relationship Id="rId43" Type="http://schemas.openxmlformats.org/officeDocument/2006/relationships/tags" Target="../tags/tag1046.xml"/><Relationship Id="rId42" Type="http://schemas.openxmlformats.org/officeDocument/2006/relationships/tags" Target="../tags/tag1045.xml"/><Relationship Id="rId41" Type="http://schemas.openxmlformats.org/officeDocument/2006/relationships/tags" Target="../tags/tag1044.xml"/><Relationship Id="rId40" Type="http://schemas.openxmlformats.org/officeDocument/2006/relationships/tags" Target="../tags/tag1043.xml"/><Relationship Id="rId4" Type="http://schemas.openxmlformats.org/officeDocument/2006/relationships/tags" Target="../tags/tag1007.xml"/><Relationship Id="rId39" Type="http://schemas.openxmlformats.org/officeDocument/2006/relationships/tags" Target="../tags/tag1042.xml"/><Relationship Id="rId38" Type="http://schemas.openxmlformats.org/officeDocument/2006/relationships/tags" Target="../tags/tag1041.xml"/><Relationship Id="rId37" Type="http://schemas.openxmlformats.org/officeDocument/2006/relationships/tags" Target="../tags/tag1040.xml"/><Relationship Id="rId36" Type="http://schemas.openxmlformats.org/officeDocument/2006/relationships/tags" Target="../tags/tag1039.xml"/><Relationship Id="rId35" Type="http://schemas.openxmlformats.org/officeDocument/2006/relationships/tags" Target="../tags/tag1038.xml"/><Relationship Id="rId34" Type="http://schemas.openxmlformats.org/officeDocument/2006/relationships/tags" Target="../tags/tag1037.xml"/><Relationship Id="rId33" Type="http://schemas.openxmlformats.org/officeDocument/2006/relationships/tags" Target="../tags/tag1036.xml"/><Relationship Id="rId32" Type="http://schemas.openxmlformats.org/officeDocument/2006/relationships/tags" Target="../tags/tag1035.xml"/><Relationship Id="rId31" Type="http://schemas.openxmlformats.org/officeDocument/2006/relationships/tags" Target="../tags/tag1034.xml"/><Relationship Id="rId30" Type="http://schemas.openxmlformats.org/officeDocument/2006/relationships/tags" Target="../tags/tag1033.xml"/><Relationship Id="rId3" Type="http://schemas.openxmlformats.org/officeDocument/2006/relationships/tags" Target="../tags/tag1006.xml"/><Relationship Id="rId29" Type="http://schemas.openxmlformats.org/officeDocument/2006/relationships/tags" Target="../tags/tag1032.xml"/><Relationship Id="rId28" Type="http://schemas.openxmlformats.org/officeDocument/2006/relationships/tags" Target="../tags/tag1031.xml"/><Relationship Id="rId27" Type="http://schemas.openxmlformats.org/officeDocument/2006/relationships/tags" Target="../tags/tag1030.xml"/><Relationship Id="rId26" Type="http://schemas.openxmlformats.org/officeDocument/2006/relationships/tags" Target="../tags/tag1029.xml"/><Relationship Id="rId25" Type="http://schemas.openxmlformats.org/officeDocument/2006/relationships/tags" Target="../tags/tag1028.xml"/><Relationship Id="rId24" Type="http://schemas.openxmlformats.org/officeDocument/2006/relationships/tags" Target="../tags/tag1027.xml"/><Relationship Id="rId23" Type="http://schemas.openxmlformats.org/officeDocument/2006/relationships/tags" Target="../tags/tag1026.xml"/><Relationship Id="rId22" Type="http://schemas.openxmlformats.org/officeDocument/2006/relationships/tags" Target="../tags/tag1025.xml"/><Relationship Id="rId21" Type="http://schemas.openxmlformats.org/officeDocument/2006/relationships/tags" Target="../tags/tag1024.xml"/><Relationship Id="rId20" Type="http://schemas.openxmlformats.org/officeDocument/2006/relationships/tags" Target="../tags/tag1023.xml"/><Relationship Id="rId2" Type="http://schemas.openxmlformats.org/officeDocument/2006/relationships/tags" Target="../tags/tag1005.xml"/><Relationship Id="rId19" Type="http://schemas.openxmlformats.org/officeDocument/2006/relationships/tags" Target="../tags/tag1022.xml"/><Relationship Id="rId18" Type="http://schemas.openxmlformats.org/officeDocument/2006/relationships/tags" Target="../tags/tag1021.xml"/><Relationship Id="rId17" Type="http://schemas.openxmlformats.org/officeDocument/2006/relationships/tags" Target="../tags/tag1020.xml"/><Relationship Id="rId16" Type="http://schemas.openxmlformats.org/officeDocument/2006/relationships/tags" Target="../tags/tag1019.xml"/><Relationship Id="rId15" Type="http://schemas.openxmlformats.org/officeDocument/2006/relationships/tags" Target="../tags/tag1018.xml"/><Relationship Id="rId14" Type="http://schemas.openxmlformats.org/officeDocument/2006/relationships/tags" Target="../tags/tag1017.xml"/><Relationship Id="rId13" Type="http://schemas.openxmlformats.org/officeDocument/2006/relationships/tags" Target="../tags/tag1016.xml"/><Relationship Id="rId12" Type="http://schemas.openxmlformats.org/officeDocument/2006/relationships/tags" Target="../tags/tag1015.xml"/><Relationship Id="rId11" Type="http://schemas.openxmlformats.org/officeDocument/2006/relationships/tags" Target="../tags/tag1014.xml"/><Relationship Id="rId10" Type="http://schemas.openxmlformats.org/officeDocument/2006/relationships/tags" Target="../tags/tag1013.xml"/><Relationship Id="rId1" Type="http://schemas.openxmlformats.org/officeDocument/2006/relationships/tags" Target="../tags/tag1004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55.xml"/><Relationship Id="rId8" Type="http://schemas.openxmlformats.org/officeDocument/2006/relationships/tags" Target="../tags/tag1054.xml"/><Relationship Id="rId7" Type="http://schemas.openxmlformats.org/officeDocument/2006/relationships/tags" Target="../tags/tag1053.xml"/><Relationship Id="rId6" Type="http://schemas.openxmlformats.org/officeDocument/2006/relationships/tags" Target="../tags/tag1052.xml"/><Relationship Id="rId5" Type="http://schemas.openxmlformats.org/officeDocument/2006/relationships/tags" Target="../tags/tag1051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1087.xml"/><Relationship Id="rId40" Type="http://schemas.openxmlformats.org/officeDocument/2006/relationships/tags" Target="../tags/tag1086.xml"/><Relationship Id="rId4" Type="http://schemas.openxmlformats.org/officeDocument/2006/relationships/tags" Target="../tags/tag1050.xml"/><Relationship Id="rId39" Type="http://schemas.openxmlformats.org/officeDocument/2006/relationships/tags" Target="../tags/tag1085.xml"/><Relationship Id="rId38" Type="http://schemas.openxmlformats.org/officeDocument/2006/relationships/tags" Target="../tags/tag1084.xml"/><Relationship Id="rId37" Type="http://schemas.openxmlformats.org/officeDocument/2006/relationships/tags" Target="../tags/tag1083.xml"/><Relationship Id="rId36" Type="http://schemas.openxmlformats.org/officeDocument/2006/relationships/tags" Target="../tags/tag1082.xml"/><Relationship Id="rId35" Type="http://schemas.openxmlformats.org/officeDocument/2006/relationships/tags" Target="../tags/tag1081.xml"/><Relationship Id="rId34" Type="http://schemas.openxmlformats.org/officeDocument/2006/relationships/tags" Target="../tags/tag1080.xml"/><Relationship Id="rId33" Type="http://schemas.openxmlformats.org/officeDocument/2006/relationships/tags" Target="../tags/tag1079.xml"/><Relationship Id="rId32" Type="http://schemas.openxmlformats.org/officeDocument/2006/relationships/tags" Target="../tags/tag1078.xml"/><Relationship Id="rId31" Type="http://schemas.openxmlformats.org/officeDocument/2006/relationships/tags" Target="../tags/tag1077.xml"/><Relationship Id="rId30" Type="http://schemas.openxmlformats.org/officeDocument/2006/relationships/tags" Target="../tags/tag1076.xml"/><Relationship Id="rId3" Type="http://schemas.openxmlformats.org/officeDocument/2006/relationships/tags" Target="../tags/tag1049.xml"/><Relationship Id="rId29" Type="http://schemas.openxmlformats.org/officeDocument/2006/relationships/tags" Target="../tags/tag1075.xml"/><Relationship Id="rId28" Type="http://schemas.openxmlformats.org/officeDocument/2006/relationships/tags" Target="../tags/tag1074.xml"/><Relationship Id="rId27" Type="http://schemas.openxmlformats.org/officeDocument/2006/relationships/tags" Target="../tags/tag1073.xml"/><Relationship Id="rId26" Type="http://schemas.openxmlformats.org/officeDocument/2006/relationships/tags" Target="../tags/tag1072.xml"/><Relationship Id="rId25" Type="http://schemas.openxmlformats.org/officeDocument/2006/relationships/tags" Target="../tags/tag1071.xml"/><Relationship Id="rId24" Type="http://schemas.openxmlformats.org/officeDocument/2006/relationships/tags" Target="../tags/tag1070.xml"/><Relationship Id="rId23" Type="http://schemas.openxmlformats.org/officeDocument/2006/relationships/tags" Target="../tags/tag1069.xml"/><Relationship Id="rId22" Type="http://schemas.openxmlformats.org/officeDocument/2006/relationships/tags" Target="../tags/tag1068.xml"/><Relationship Id="rId21" Type="http://schemas.openxmlformats.org/officeDocument/2006/relationships/tags" Target="../tags/tag1067.xml"/><Relationship Id="rId20" Type="http://schemas.openxmlformats.org/officeDocument/2006/relationships/tags" Target="../tags/tag1066.xml"/><Relationship Id="rId2" Type="http://schemas.openxmlformats.org/officeDocument/2006/relationships/tags" Target="../tags/tag1048.xml"/><Relationship Id="rId19" Type="http://schemas.openxmlformats.org/officeDocument/2006/relationships/tags" Target="../tags/tag1065.xml"/><Relationship Id="rId18" Type="http://schemas.openxmlformats.org/officeDocument/2006/relationships/tags" Target="../tags/tag1064.xml"/><Relationship Id="rId17" Type="http://schemas.openxmlformats.org/officeDocument/2006/relationships/tags" Target="../tags/tag1063.xml"/><Relationship Id="rId16" Type="http://schemas.openxmlformats.org/officeDocument/2006/relationships/tags" Target="../tags/tag1062.xml"/><Relationship Id="rId15" Type="http://schemas.openxmlformats.org/officeDocument/2006/relationships/tags" Target="../tags/tag1061.xml"/><Relationship Id="rId14" Type="http://schemas.openxmlformats.org/officeDocument/2006/relationships/tags" Target="../tags/tag1060.xml"/><Relationship Id="rId13" Type="http://schemas.openxmlformats.org/officeDocument/2006/relationships/tags" Target="../tags/tag1059.xml"/><Relationship Id="rId12" Type="http://schemas.openxmlformats.org/officeDocument/2006/relationships/tags" Target="../tags/tag1058.xml"/><Relationship Id="rId11" Type="http://schemas.openxmlformats.org/officeDocument/2006/relationships/tags" Target="../tags/tag1057.xml"/><Relationship Id="rId10" Type="http://schemas.openxmlformats.org/officeDocument/2006/relationships/tags" Target="../tags/tag1056.xml"/><Relationship Id="rId1" Type="http://schemas.openxmlformats.org/officeDocument/2006/relationships/tags" Target="../tags/tag1047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96.xml"/><Relationship Id="rId8" Type="http://schemas.openxmlformats.org/officeDocument/2006/relationships/tags" Target="../tags/tag1095.xml"/><Relationship Id="rId7" Type="http://schemas.openxmlformats.org/officeDocument/2006/relationships/tags" Target="../tags/tag1094.xml"/><Relationship Id="rId6" Type="http://schemas.openxmlformats.org/officeDocument/2006/relationships/tags" Target="../tags/tag1093.xml"/><Relationship Id="rId5" Type="http://schemas.openxmlformats.org/officeDocument/2006/relationships/tags" Target="../tags/tag1092.xml"/><Relationship Id="rId4" Type="http://schemas.openxmlformats.org/officeDocument/2006/relationships/tags" Target="../tags/tag1091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1117.xml"/><Relationship Id="rId3" Type="http://schemas.openxmlformats.org/officeDocument/2006/relationships/tags" Target="../tags/tag1090.xml"/><Relationship Id="rId29" Type="http://schemas.openxmlformats.org/officeDocument/2006/relationships/tags" Target="../tags/tag1116.xml"/><Relationship Id="rId28" Type="http://schemas.openxmlformats.org/officeDocument/2006/relationships/tags" Target="../tags/tag1115.xml"/><Relationship Id="rId27" Type="http://schemas.openxmlformats.org/officeDocument/2006/relationships/tags" Target="../tags/tag1114.xml"/><Relationship Id="rId26" Type="http://schemas.openxmlformats.org/officeDocument/2006/relationships/tags" Target="../tags/tag1113.xml"/><Relationship Id="rId25" Type="http://schemas.openxmlformats.org/officeDocument/2006/relationships/tags" Target="../tags/tag1112.xml"/><Relationship Id="rId24" Type="http://schemas.openxmlformats.org/officeDocument/2006/relationships/tags" Target="../tags/tag1111.xml"/><Relationship Id="rId23" Type="http://schemas.openxmlformats.org/officeDocument/2006/relationships/tags" Target="../tags/tag1110.xml"/><Relationship Id="rId22" Type="http://schemas.openxmlformats.org/officeDocument/2006/relationships/tags" Target="../tags/tag1109.xml"/><Relationship Id="rId21" Type="http://schemas.openxmlformats.org/officeDocument/2006/relationships/tags" Target="../tags/tag1108.xml"/><Relationship Id="rId20" Type="http://schemas.openxmlformats.org/officeDocument/2006/relationships/tags" Target="../tags/tag1107.xml"/><Relationship Id="rId2" Type="http://schemas.openxmlformats.org/officeDocument/2006/relationships/tags" Target="../tags/tag1089.xml"/><Relationship Id="rId19" Type="http://schemas.openxmlformats.org/officeDocument/2006/relationships/tags" Target="../tags/tag1106.xml"/><Relationship Id="rId18" Type="http://schemas.openxmlformats.org/officeDocument/2006/relationships/tags" Target="../tags/tag1105.xml"/><Relationship Id="rId17" Type="http://schemas.openxmlformats.org/officeDocument/2006/relationships/tags" Target="../tags/tag1104.xml"/><Relationship Id="rId16" Type="http://schemas.openxmlformats.org/officeDocument/2006/relationships/tags" Target="../tags/tag1103.xml"/><Relationship Id="rId15" Type="http://schemas.openxmlformats.org/officeDocument/2006/relationships/tags" Target="../tags/tag1102.xml"/><Relationship Id="rId14" Type="http://schemas.openxmlformats.org/officeDocument/2006/relationships/tags" Target="../tags/tag1101.xml"/><Relationship Id="rId13" Type="http://schemas.openxmlformats.org/officeDocument/2006/relationships/tags" Target="../tags/tag1100.xml"/><Relationship Id="rId12" Type="http://schemas.openxmlformats.org/officeDocument/2006/relationships/tags" Target="../tags/tag1099.xml"/><Relationship Id="rId11" Type="http://schemas.openxmlformats.org/officeDocument/2006/relationships/tags" Target="../tags/tag1098.xml"/><Relationship Id="rId10" Type="http://schemas.openxmlformats.org/officeDocument/2006/relationships/tags" Target="../tags/tag1097.xml"/><Relationship Id="rId1" Type="http://schemas.openxmlformats.org/officeDocument/2006/relationships/tags" Target="../tags/tag1088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1126.xml"/><Relationship Id="rId8" Type="http://schemas.openxmlformats.org/officeDocument/2006/relationships/tags" Target="../tags/tag1125.xml"/><Relationship Id="rId7" Type="http://schemas.openxmlformats.org/officeDocument/2006/relationships/tags" Target="../tags/tag1124.xml"/><Relationship Id="rId60" Type="http://schemas.openxmlformats.org/officeDocument/2006/relationships/slideLayout" Target="../slideLayouts/slideLayout2.xml"/><Relationship Id="rId6" Type="http://schemas.openxmlformats.org/officeDocument/2006/relationships/tags" Target="../tags/tag1123.xml"/><Relationship Id="rId59" Type="http://schemas.openxmlformats.org/officeDocument/2006/relationships/tags" Target="../tags/tag1176.xml"/><Relationship Id="rId58" Type="http://schemas.openxmlformats.org/officeDocument/2006/relationships/tags" Target="../tags/tag1175.xml"/><Relationship Id="rId57" Type="http://schemas.openxmlformats.org/officeDocument/2006/relationships/tags" Target="../tags/tag1174.xml"/><Relationship Id="rId56" Type="http://schemas.openxmlformats.org/officeDocument/2006/relationships/tags" Target="../tags/tag1173.xml"/><Relationship Id="rId55" Type="http://schemas.openxmlformats.org/officeDocument/2006/relationships/tags" Target="../tags/tag1172.xml"/><Relationship Id="rId54" Type="http://schemas.openxmlformats.org/officeDocument/2006/relationships/tags" Target="../tags/tag1171.xml"/><Relationship Id="rId53" Type="http://schemas.openxmlformats.org/officeDocument/2006/relationships/tags" Target="../tags/tag1170.xml"/><Relationship Id="rId52" Type="http://schemas.openxmlformats.org/officeDocument/2006/relationships/tags" Target="../tags/tag1169.xml"/><Relationship Id="rId51" Type="http://schemas.openxmlformats.org/officeDocument/2006/relationships/tags" Target="../tags/tag1168.xml"/><Relationship Id="rId50" Type="http://schemas.openxmlformats.org/officeDocument/2006/relationships/tags" Target="../tags/tag1167.xml"/><Relationship Id="rId5" Type="http://schemas.openxmlformats.org/officeDocument/2006/relationships/tags" Target="../tags/tag1122.xml"/><Relationship Id="rId49" Type="http://schemas.openxmlformats.org/officeDocument/2006/relationships/tags" Target="../tags/tag1166.xml"/><Relationship Id="rId48" Type="http://schemas.openxmlformats.org/officeDocument/2006/relationships/tags" Target="../tags/tag1165.xml"/><Relationship Id="rId47" Type="http://schemas.openxmlformats.org/officeDocument/2006/relationships/tags" Target="../tags/tag1164.xml"/><Relationship Id="rId46" Type="http://schemas.openxmlformats.org/officeDocument/2006/relationships/tags" Target="../tags/tag1163.xml"/><Relationship Id="rId45" Type="http://schemas.openxmlformats.org/officeDocument/2006/relationships/tags" Target="../tags/tag1162.xml"/><Relationship Id="rId44" Type="http://schemas.openxmlformats.org/officeDocument/2006/relationships/tags" Target="../tags/tag1161.xml"/><Relationship Id="rId43" Type="http://schemas.openxmlformats.org/officeDocument/2006/relationships/tags" Target="../tags/tag1160.xml"/><Relationship Id="rId42" Type="http://schemas.openxmlformats.org/officeDocument/2006/relationships/tags" Target="../tags/tag1159.xml"/><Relationship Id="rId41" Type="http://schemas.openxmlformats.org/officeDocument/2006/relationships/tags" Target="../tags/tag1158.xml"/><Relationship Id="rId40" Type="http://schemas.openxmlformats.org/officeDocument/2006/relationships/tags" Target="../tags/tag1157.xml"/><Relationship Id="rId4" Type="http://schemas.openxmlformats.org/officeDocument/2006/relationships/tags" Target="../tags/tag1121.xml"/><Relationship Id="rId39" Type="http://schemas.openxmlformats.org/officeDocument/2006/relationships/tags" Target="../tags/tag1156.xml"/><Relationship Id="rId38" Type="http://schemas.openxmlformats.org/officeDocument/2006/relationships/tags" Target="../tags/tag1155.xml"/><Relationship Id="rId37" Type="http://schemas.openxmlformats.org/officeDocument/2006/relationships/tags" Target="../tags/tag1154.xml"/><Relationship Id="rId36" Type="http://schemas.openxmlformats.org/officeDocument/2006/relationships/tags" Target="../tags/tag1153.xml"/><Relationship Id="rId35" Type="http://schemas.openxmlformats.org/officeDocument/2006/relationships/tags" Target="../tags/tag1152.xml"/><Relationship Id="rId34" Type="http://schemas.openxmlformats.org/officeDocument/2006/relationships/tags" Target="../tags/tag1151.xml"/><Relationship Id="rId33" Type="http://schemas.openxmlformats.org/officeDocument/2006/relationships/tags" Target="../tags/tag1150.xml"/><Relationship Id="rId32" Type="http://schemas.openxmlformats.org/officeDocument/2006/relationships/tags" Target="../tags/tag1149.xml"/><Relationship Id="rId31" Type="http://schemas.openxmlformats.org/officeDocument/2006/relationships/tags" Target="../tags/tag1148.xml"/><Relationship Id="rId30" Type="http://schemas.openxmlformats.org/officeDocument/2006/relationships/tags" Target="../tags/tag1147.xml"/><Relationship Id="rId3" Type="http://schemas.openxmlformats.org/officeDocument/2006/relationships/tags" Target="../tags/tag1120.xml"/><Relationship Id="rId29" Type="http://schemas.openxmlformats.org/officeDocument/2006/relationships/tags" Target="../tags/tag1146.xml"/><Relationship Id="rId28" Type="http://schemas.openxmlformats.org/officeDocument/2006/relationships/tags" Target="../tags/tag1145.xml"/><Relationship Id="rId27" Type="http://schemas.openxmlformats.org/officeDocument/2006/relationships/tags" Target="../tags/tag1144.xml"/><Relationship Id="rId26" Type="http://schemas.openxmlformats.org/officeDocument/2006/relationships/tags" Target="../tags/tag1143.xml"/><Relationship Id="rId25" Type="http://schemas.openxmlformats.org/officeDocument/2006/relationships/tags" Target="../tags/tag1142.xml"/><Relationship Id="rId24" Type="http://schemas.openxmlformats.org/officeDocument/2006/relationships/tags" Target="../tags/tag1141.xml"/><Relationship Id="rId23" Type="http://schemas.openxmlformats.org/officeDocument/2006/relationships/tags" Target="../tags/tag1140.xml"/><Relationship Id="rId22" Type="http://schemas.openxmlformats.org/officeDocument/2006/relationships/tags" Target="../tags/tag1139.xml"/><Relationship Id="rId21" Type="http://schemas.openxmlformats.org/officeDocument/2006/relationships/tags" Target="../tags/tag1138.xml"/><Relationship Id="rId20" Type="http://schemas.openxmlformats.org/officeDocument/2006/relationships/tags" Target="../tags/tag1137.xml"/><Relationship Id="rId2" Type="http://schemas.openxmlformats.org/officeDocument/2006/relationships/tags" Target="../tags/tag1119.xml"/><Relationship Id="rId19" Type="http://schemas.openxmlformats.org/officeDocument/2006/relationships/tags" Target="../tags/tag1136.xml"/><Relationship Id="rId18" Type="http://schemas.openxmlformats.org/officeDocument/2006/relationships/tags" Target="../tags/tag1135.xml"/><Relationship Id="rId17" Type="http://schemas.openxmlformats.org/officeDocument/2006/relationships/tags" Target="../tags/tag1134.xml"/><Relationship Id="rId16" Type="http://schemas.openxmlformats.org/officeDocument/2006/relationships/tags" Target="../tags/tag1133.xml"/><Relationship Id="rId15" Type="http://schemas.openxmlformats.org/officeDocument/2006/relationships/tags" Target="../tags/tag1132.xml"/><Relationship Id="rId14" Type="http://schemas.openxmlformats.org/officeDocument/2006/relationships/tags" Target="../tags/tag1131.xml"/><Relationship Id="rId13" Type="http://schemas.openxmlformats.org/officeDocument/2006/relationships/tags" Target="../tags/tag1130.xml"/><Relationship Id="rId12" Type="http://schemas.openxmlformats.org/officeDocument/2006/relationships/tags" Target="../tags/tag1129.xml"/><Relationship Id="rId11" Type="http://schemas.openxmlformats.org/officeDocument/2006/relationships/tags" Target="../tags/tag1128.xml"/><Relationship Id="rId10" Type="http://schemas.openxmlformats.org/officeDocument/2006/relationships/tags" Target="../tags/tag1127.xml"/><Relationship Id="rId1" Type="http://schemas.openxmlformats.org/officeDocument/2006/relationships/tags" Target="../tags/tag1118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79.xml"/><Relationship Id="rId2" Type="http://schemas.openxmlformats.org/officeDocument/2006/relationships/tags" Target="../tags/tag1178.xml"/><Relationship Id="rId1" Type="http://schemas.openxmlformats.org/officeDocument/2006/relationships/tags" Target="../tags/tag1177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1188.xml"/><Relationship Id="rId8" Type="http://schemas.openxmlformats.org/officeDocument/2006/relationships/tags" Target="../tags/tag1187.xml"/><Relationship Id="rId7" Type="http://schemas.openxmlformats.org/officeDocument/2006/relationships/tags" Target="../tags/tag1186.xml"/><Relationship Id="rId6" Type="http://schemas.openxmlformats.org/officeDocument/2006/relationships/tags" Target="../tags/tag1185.xml"/><Relationship Id="rId53" Type="http://schemas.openxmlformats.org/officeDocument/2006/relationships/slideLayout" Target="../slideLayouts/slideLayout2.xml"/><Relationship Id="rId52" Type="http://schemas.openxmlformats.org/officeDocument/2006/relationships/tags" Target="../tags/tag1231.xml"/><Relationship Id="rId51" Type="http://schemas.openxmlformats.org/officeDocument/2006/relationships/tags" Target="../tags/tag1230.xml"/><Relationship Id="rId50" Type="http://schemas.openxmlformats.org/officeDocument/2006/relationships/tags" Target="../tags/tag1229.xml"/><Relationship Id="rId5" Type="http://schemas.openxmlformats.org/officeDocument/2006/relationships/tags" Target="../tags/tag1184.xml"/><Relationship Id="rId49" Type="http://schemas.openxmlformats.org/officeDocument/2006/relationships/tags" Target="../tags/tag1228.xml"/><Relationship Id="rId48" Type="http://schemas.openxmlformats.org/officeDocument/2006/relationships/tags" Target="../tags/tag1227.xml"/><Relationship Id="rId47" Type="http://schemas.openxmlformats.org/officeDocument/2006/relationships/tags" Target="../tags/tag1226.xml"/><Relationship Id="rId46" Type="http://schemas.openxmlformats.org/officeDocument/2006/relationships/tags" Target="../tags/tag1225.xml"/><Relationship Id="rId45" Type="http://schemas.openxmlformats.org/officeDocument/2006/relationships/tags" Target="../tags/tag1224.xml"/><Relationship Id="rId44" Type="http://schemas.openxmlformats.org/officeDocument/2006/relationships/tags" Target="../tags/tag1223.xml"/><Relationship Id="rId43" Type="http://schemas.openxmlformats.org/officeDocument/2006/relationships/tags" Target="../tags/tag1222.xml"/><Relationship Id="rId42" Type="http://schemas.openxmlformats.org/officeDocument/2006/relationships/tags" Target="../tags/tag1221.xml"/><Relationship Id="rId41" Type="http://schemas.openxmlformats.org/officeDocument/2006/relationships/tags" Target="../tags/tag1220.xml"/><Relationship Id="rId40" Type="http://schemas.openxmlformats.org/officeDocument/2006/relationships/tags" Target="../tags/tag1219.xml"/><Relationship Id="rId4" Type="http://schemas.openxmlformats.org/officeDocument/2006/relationships/tags" Target="../tags/tag1183.xml"/><Relationship Id="rId39" Type="http://schemas.openxmlformats.org/officeDocument/2006/relationships/tags" Target="../tags/tag1218.xml"/><Relationship Id="rId38" Type="http://schemas.openxmlformats.org/officeDocument/2006/relationships/tags" Target="../tags/tag1217.xml"/><Relationship Id="rId37" Type="http://schemas.openxmlformats.org/officeDocument/2006/relationships/tags" Target="../tags/tag1216.xml"/><Relationship Id="rId36" Type="http://schemas.openxmlformats.org/officeDocument/2006/relationships/tags" Target="../tags/tag1215.xml"/><Relationship Id="rId35" Type="http://schemas.openxmlformats.org/officeDocument/2006/relationships/tags" Target="../tags/tag1214.xml"/><Relationship Id="rId34" Type="http://schemas.openxmlformats.org/officeDocument/2006/relationships/tags" Target="../tags/tag1213.xml"/><Relationship Id="rId33" Type="http://schemas.openxmlformats.org/officeDocument/2006/relationships/tags" Target="../tags/tag1212.xml"/><Relationship Id="rId32" Type="http://schemas.openxmlformats.org/officeDocument/2006/relationships/tags" Target="../tags/tag1211.xml"/><Relationship Id="rId31" Type="http://schemas.openxmlformats.org/officeDocument/2006/relationships/tags" Target="../tags/tag1210.xml"/><Relationship Id="rId30" Type="http://schemas.openxmlformats.org/officeDocument/2006/relationships/tags" Target="../tags/tag1209.xml"/><Relationship Id="rId3" Type="http://schemas.openxmlformats.org/officeDocument/2006/relationships/tags" Target="../tags/tag1182.xml"/><Relationship Id="rId29" Type="http://schemas.openxmlformats.org/officeDocument/2006/relationships/tags" Target="../tags/tag1208.xml"/><Relationship Id="rId28" Type="http://schemas.openxmlformats.org/officeDocument/2006/relationships/tags" Target="../tags/tag1207.xml"/><Relationship Id="rId27" Type="http://schemas.openxmlformats.org/officeDocument/2006/relationships/tags" Target="../tags/tag1206.xml"/><Relationship Id="rId26" Type="http://schemas.openxmlformats.org/officeDocument/2006/relationships/tags" Target="../tags/tag1205.xml"/><Relationship Id="rId25" Type="http://schemas.openxmlformats.org/officeDocument/2006/relationships/tags" Target="../tags/tag1204.xml"/><Relationship Id="rId24" Type="http://schemas.openxmlformats.org/officeDocument/2006/relationships/tags" Target="../tags/tag1203.xml"/><Relationship Id="rId23" Type="http://schemas.openxmlformats.org/officeDocument/2006/relationships/tags" Target="../tags/tag1202.xml"/><Relationship Id="rId22" Type="http://schemas.openxmlformats.org/officeDocument/2006/relationships/tags" Target="../tags/tag1201.xml"/><Relationship Id="rId21" Type="http://schemas.openxmlformats.org/officeDocument/2006/relationships/tags" Target="../tags/tag1200.xml"/><Relationship Id="rId20" Type="http://schemas.openxmlformats.org/officeDocument/2006/relationships/tags" Target="../tags/tag1199.xml"/><Relationship Id="rId2" Type="http://schemas.openxmlformats.org/officeDocument/2006/relationships/tags" Target="../tags/tag1181.xml"/><Relationship Id="rId19" Type="http://schemas.openxmlformats.org/officeDocument/2006/relationships/tags" Target="../tags/tag1198.xml"/><Relationship Id="rId18" Type="http://schemas.openxmlformats.org/officeDocument/2006/relationships/tags" Target="../tags/tag1197.xml"/><Relationship Id="rId17" Type="http://schemas.openxmlformats.org/officeDocument/2006/relationships/tags" Target="../tags/tag1196.xml"/><Relationship Id="rId16" Type="http://schemas.openxmlformats.org/officeDocument/2006/relationships/tags" Target="../tags/tag1195.xml"/><Relationship Id="rId15" Type="http://schemas.openxmlformats.org/officeDocument/2006/relationships/tags" Target="../tags/tag1194.xml"/><Relationship Id="rId14" Type="http://schemas.openxmlformats.org/officeDocument/2006/relationships/tags" Target="../tags/tag1193.xml"/><Relationship Id="rId13" Type="http://schemas.openxmlformats.org/officeDocument/2006/relationships/tags" Target="../tags/tag1192.xml"/><Relationship Id="rId12" Type="http://schemas.openxmlformats.org/officeDocument/2006/relationships/tags" Target="../tags/tag1191.xml"/><Relationship Id="rId11" Type="http://schemas.openxmlformats.org/officeDocument/2006/relationships/tags" Target="../tags/tag1190.xml"/><Relationship Id="rId10" Type="http://schemas.openxmlformats.org/officeDocument/2006/relationships/tags" Target="../tags/tag1189.xml"/><Relationship Id="rId1" Type="http://schemas.openxmlformats.org/officeDocument/2006/relationships/tags" Target="../tags/tag1180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37.xml"/><Relationship Id="rId5" Type="http://schemas.openxmlformats.org/officeDocument/2006/relationships/tags" Target="../tags/tag1236.xml"/><Relationship Id="rId4" Type="http://schemas.openxmlformats.org/officeDocument/2006/relationships/tags" Target="../tags/tag1235.xml"/><Relationship Id="rId3" Type="http://schemas.openxmlformats.org/officeDocument/2006/relationships/tags" Target="../tags/tag1234.xml"/><Relationship Id="rId2" Type="http://schemas.openxmlformats.org/officeDocument/2006/relationships/tags" Target="../tags/tag1233.xml"/><Relationship Id="rId1" Type="http://schemas.openxmlformats.org/officeDocument/2006/relationships/tags" Target="../tags/tag1232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tags" Target="../tags/tag1245.xml"/><Relationship Id="rId7" Type="http://schemas.openxmlformats.org/officeDocument/2006/relationships/tags" Target="../tags/tag1244.xml"/><Relationship Id="rId6" Type="http://schemas.openxmlformats.org/officeDocument/2006/relationships/tags" Target="../tags/tag1243.xml"/><Relationship Id="rId5" Type="http://schemas.openxmlformats.org/officeDocument/2006/relationships/tags" Target="../tags/tag1242.xml"/><Relationship Id="rId49" Type="http://schemas.openxmlformats.org/officeDocument/2006/relationships/slideLayout" Target="../slideLayouts/slideLayout2.xml"/><Relationship Id="rId48" Type="http://schemas.openxmlformats.org/officeDocument/2006/relationships/tags" Target="../tags/tag1279.xml"/><Relationship Id="rId47" Type="http://schemas.openxmlformats.org/officeDocument/2006/relationships/tags" Target="../tags/tag1278.xml"/><Relationship Id="rId46" Type="http://schemas.openxmlformats.org/officeDocument/2006/relationships/tags" Target="../tags/tag1277.xml"/><Relationship Id="rId45" Type="http://schemas.openxmlformats.org/officeDocument/2006/relationships/tags" Target="../tags/tag1276.xml"/><Relationship Id="rId44" Type="http://schemas.openxmlformats.org/officeDocument/2006/relationships/tags" Target="../tags/tag1275.xml"/><Relationship Id="rId43" Type="http://schemas.openxmlformats.org/officeDocument/2006/relationships/tags" Target="../tags/tag1274.xml"/><Relationship Id="rId42" Type="http://schemas.openxmlformats.org/officeDocument/2006/relationships/tags" Target="../tags/tag1273.xml"/><Relationship Id="rId41" Type="http://schemas.openxmlformats.org/officeDocument/2006/relationships/tags" Target="../tags/tag1272.xml"/><Relationship Id="rId40" Type="http://schemas.openxmlformats.org/officeDocument/2006/relationships/tags" Target="../tags/tag1271.xml"/><Relationship Id="rId4" Type="http://schemas.openxmlformats.org/officeDocument/2006/relationships/tags" Target="../tags/tag1241.xml"/><Relationship Id="rId39" Type="http://schemas.openxmlformats.org/officeDocument/2006/relationships/tags" Target="../tags/tag1270.xml"/><Relationship Id="rId38" Type="http://schemas.openxmlformats.org/officeDocument/2006/relationships/tags" Target="../tags/tag1269.xml"/><Relationship Id="rId37" Type="http://schemas.openxmlformats.org/officeDocument/2006/relationships/tags" Target="../tags/tag1268.xml"/><Relationship Id="rId36" Type="http://schemas.openxmlformats.org/officeDocument/2006/relationships/tags" Target="../tags/tag1267.xml"/><Relationship Id="rId35" Type="http://schemas.openxmlformats.org/officeDocument/2006/relationships/tags" Target="../tags/tag1266.xml"/><Relationship Id="rId34" Type="http://schemas.openxmlformats.org/officeDocument/2006/relationships/tags" Target="../tags/tag1265.xml"/><Relationship Id="rId33" Type="http://schemas.openxmlformats.org/officeDocument/2006/relationships/tags" Target="../tags/tag1264.xml"/><Relationship Id="rId32" Type="http://schemas.openxmlformats.org/officeDocument/2006/relationships/tags" Target="../tags/tag1263.xml"/><Relationship Id="rId31" Type="http://schemas.openxmlformats.org/officeDocument/2006/relationships/tags" Target="../tags/tag1262.xml"/><Relationship Id="rId30" Type="http://schemas.openxmlformats.org/officeDocument/2006/relationships/tags" Target="../tags/tag1261.xml"/><Relationship Id="rId3" Type="http://schemas.openxmlformats.org/officeDocument/2006/relationships/tags" Target="../tags/tag1240.xml"/><Relationship Id="rId29" Type="http://schemas.openxmlformats.org/officeDocument/2006/relationships/image" Target="../media/image45.svg"/><Relationship Id="rId28" Type="http://schemas.openxmlformats.org/officeDocument/2006/relationships/image" Target="../media/image44.png"/><Relationship Id="rId27" Type="http://schemas.openxmlformats.org/officeDocument/2006/relationships/tags" Target="../tags/tag1260.xml"/><Relationship Id="rId26" Type="http://schemas.openxmlformats.org/officeDocument/2006/relationships/tags" Target="../tags/tag1259.xml"/><Relationship Id="rId25" Type="http://schemas.openxmlformats.org/officeDocument/2006/relationships/tags" Target="../tags/tag1258.xml"/><Relationship Id="rId24" Type="http://schemas.openxmlformats.org/officeDocument/2006/relationships/tags" Target="../tags/tag1257.xml"/><Relationship Id="rId23" Type="http://schemas.openxmlformats.org/officeDocument/2006/relationships/tags" Target="../tags/tag1256.xml"/><Relationship Id="rId22" Type="http://schemas.openxmlformats.org/officeDocument/2006/relationships/tags" Target="../tags/tag1255.xml"/><Relationship Id="rId21" Type="http://schemas.openxmlformats.org/officeDocument/2006/relationships/tags" Target="../tags/tag1254.xml"/><Relationship Id="rId20" Type="http://schemas.openxmlformats.org/officeDocument/2006/relationships/tags" Target="../tags/tag1253.xml"/><Relationship Id="rId2" Type="http://schemas.openxmlformats.org/officeDocument/2006/relationships/tags" Target="../tags/tag1239.xml"/><Relationship Id="rId19" Type="http://schemas.openxmlformats.org/officeDocument/2006/relationships/tags" Target="../tags/tag1252.xml"/><Relationship Id="rId18" Type="http://schemas.openxmlformats.org/officeDocument/2006/relationships/tags" Target="../tags/tag1251.xml"/><Relationship Id="rId17" Type="http://schemas.openxmlformats.org/officeDocument/2006/relationships/tags" Target="../tags/tag1250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tags" Target="../tags/tag1249.xml"/><Relationship Id="rId13" Type="http://schemas.openxmlformats.org/officeDocument/2006/relationships/tags" Target="../tags/tag1248.xml"/><Relationship Id="rId12" Type="http://schemas.openxmlformats.org/officeDocument/2006/relationships/tags" Target="../tags/tag1247.xml"/><Relationship Id="rId11" Type="http://schemas.openxmlformats.org/officeDocument/2006/relationships/tags" Target="../tags/tag1246.xml"/><Relationship Id="rId10" Type="http://schemas.openxmlformats.org/officeDocument/2006/relationships/image" Target="../media/image41.svg"/><Relationship Id="rId1" Type="http://schemas.openxmlformats.org/officeDocument/2006/relationships/tags" Target="../tags/tag1238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288.xml"/><Relationship Id="rId8" Type="http://schemas.openxmlformats.org/officeDocument/2006/relationships/tags" Target="../tags/tag1287.xml"/><Relationship Id="rId7" Type="http://schemas.openxmlformats.org/officeDocument/2006/relationships/tags" Target="../tags/tag1286.xml"/><Relationship Id="rId6" Type="http://schemas.openxmlformats.org/officeDocument/2006/relationships/tags" Target="../tags/tag1285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1284.xml"/><Relationship Id="rId49" Type="http://schemas.openxmlformats.org/officeDocument/2006/relationships/tags" Target="../tags/tag1328.xml"/><Relationship Id="rId48" Type="http://schemas.openxmlformats.org/officeDocument/2006/relationships/tags" Target="../tags/tag1327.xml"/><Relationship Id="rId47" Type="http://schemas.openxmlformats.org/officeDocument/2006/relationships/tags" Target="../tags/tag1326.xml"/><Relationship Id="rId46" Type="http://schemas.openxmlformats.org/officeDocument/2006/relationships/tags" Target="../tags/tag1325.xml"/><Relationship Id="rId45" Type="http://schemas.openxmlformats.org/officeDocument/2006/relationships/tags" Target="../tags/tag1324.xml"/><Relationship Id="rId44" Type="http://schemas.openxmlformats.org/officeDocument/2006/relationships/tags" Target="../tags/tag1323.xml"/><Relationship Id="rId43" Type="http://schemas.openxmlformats.org/officeDocument/2006/relationships/tags" Target="../tags/tag1322.xml"/><Relationship Id="rId42" Type="http://schemas.openxmlformats.org/officeDocument/2006/relationships/tags" Target="../tags/tag1321.xml"/><Relationship Id="rId41" Type="http://schemas.openxmlformats.org/officeDocument/2006/relationships/tags" Target="../tags/tag1320.xml"/><Relationship Id="rId40" Type="http://schemas.openxmlformats.org/officeDocument/2006/relationships/tags" Target="../tags/tag1319.xml"/><Relationship Id="rId4" Type="http://schemas.openxmlformats.org/officeDocument/2006/relationships/tags" Target="../tags/tag1283.xml"/><Relationship Id="rId39" Type="http://schemas.openxmlformats.org/officeDocument/2006/relationships/tags" Target="../tags/tag1318.xml"/><Relationship Id="rId38" Type="http://schemas.openxmlformats.org/officeDocument/2006/relationships/tags" Target="../tags/tag1317.xml"/><Relationship Id="rId37" Type="http://schemas.openxmlformats.org/officeDocument/2006/relationships/tags" Target="../tags/tag1316.xml"/><Relationship Id="rId36" Type="http://schemas.openxmlformats.org/officeDocument/2006/relationships/tags" Target="../tags/tag1315.xml"/><Relationship Id="rId35" Type="http://schemas.openxmlformats.org/officeDocument/2006/relationships/tags" Target="../tags/tag1314.xml"/><Relationship Id="rId34" Type="http://schemas.openxmlformats.org/officeDocument/2006/relationships/tags" Target="../tags/tag1313.xml"/><Relationship Id="rId33" Type="http://schemas.openxmlformats.org/officeDocument/2006/relationships/tags" Target="../tags/tag1312.xml"/><Relationship Id="rId32" Type="http://schemas.openxmlformats.org/officeDocument/2006/relationships/tags" Target="../tags/tag1311.xml"/><Relationship Id="rId31" Type="http://schemas.openxmlformats.org/officeDocument/2006/relationships/tags" Target="../tags/tag1310.xml"/><Relationship Id="rId30" Type="http://schemas.openxmlformats.org/officeDocument/2006/relationships/tags" Target="../tags/tag1309.xml"/><Relationship Id="rId3" Type="http://schemas.openxmlformats.org/officeDocument/2006/relationships/tags" Target="../tags/tag1282.xml"/><Relationship Id="rId29" Type="http://schemas.openxmlformats.org/officeDocument/2006/relationships/tags" Target="../tags/tag1308.xml"/><Relationship Id="rId28" Type="http://schemas.openxmlformats.org/officeDocument/2006/relationships/tags" Target="../tags/tag1307.xml"/><Relationship Id="rId27" Type="http://schemas.openxmlformats.org/officeDocument/2006/relationships/tags" Target="../tags/tag1306.xml"/><Relationship Id="rId26" Type="http://schemas.openxmlformats.org/officeDocument/2006/relationships/tags" Target="../tags/tag1305.xml"/><Relationship Id="rId25" Type="http://schemas.openxmlformats.org/officeDocument/2006/relationships/tags" Target="../tags/tag1304.xml"/><Relationship Id="rId24" Type="http://schemas.openxmlformats.org/officeDocument/2006/relationships/tags" Target="../tags/tag1303.xml"/><Relationship Id="rId23" Type="http://schemas.openxmlformats.org/officeDocument/2006/relationships/tags" Target="../tags/tag1302.xml"/><Relationship Id="rId22" Type="http://schemas.openxmlformats.org/officeDocument/2006/relationships/tags" Target="../tags/tag1301.xml"/><Relationship Id="rId21" Type="http://schemas.openxmlformats.org/officeDocument/2006/relationships/tags" Target="../tags/tag1300.xml"/><Relationship Id="rId20" Type="http://schemas.openxmlformats.org/officeDocument/2006/relationships/tags" Target="../tags/tag1299.xml"/><Relationship Id="rId2" Type="http://schemas.openxmlformats.org/officeDocument/2006/relationships/tags" Target="../tags/tag1281.xml"/><Relationship Id="rId19" Type="http://schemas.openxmlformats.org/officeDocument/2006/relationships/tags" Target="../tags/tag1298.xml"/><Relationship Id="rId18" Type="http://schemas.openxmlformats.org/officeDocument/2006/relationships/tags" Target="../tags/tag1297.xml"/><Relationship Id="rId17" Type="http://schemas.openxmlformats.org/officeDocument/2006/relationships/tags" Target="../tags/tag1296.xml"/><Relationship Id="rId16" Type="http://schemas.openxmlformats.org/officeDocument/2006/relationships/tags" Target="../tags/tag1295.xml"/><Relationship Id="rId15" Type="http://schemas.openxmlformats.org/officeDocument/2006/relationships/tags" Target="../tags/tag1294.xml"/><Relationship Id="rId14" Type="http://schemas.openxmlformats.org/officeDocument/2006/relationships/tags" Target="../tags/tag1293.xml"/><Relationship Id="rId13" Type="http://schemas.openxmlformats.org/officeDocument/2006/relationships/tags" Target="../tags/tag1292.xml"/><Relationship Id="rId12" Type="http://schemas.openxmlformats.org/officeDocument/2006/relationships/tags" Target="../tags/tag1291.xml"/><Relationship Id="rId11" Type="http://schemas.openxmlformats.org/officeDocument/2006/relationships/tags" Target="../tags/tag1290.xml"/><Relationship Id="rId10" Type="http://schemas.openxmlformats.org/officeDocument/2006/relationships/tags" Target="../tags/tag1289.xml"/><Relationship Id="rId1" Type="http://schemas.openxmlformats.org/officeDocument/2006/relationships/tags" Target="../tags/tag1280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337.xml"/><Relationship Id="rId8" Type="http://schemas.openxmlformats.org/officeDocument/2006/relationships/tags" Target="../tags/tag1336.xml"/><Relationship Id="rId7" Type="http://schemas.openxmlformats.org/officeDocument/2006/relationships/tags" Target="../tags/tag1335.xml"/><Relationship Id="rId6" Type="http://schemas.openxmlformats.org/officeDocument/2006/relationships/tags" Target="../tags/tag1334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1333.xml"/><Relationship Id="rId49" Type="http://schemas.openxmlformats.org/officeDocument/2006/relationships/tags" Target="../tags/tag1377.xml"/><Relationship Id="rId48" Type="http://schemas.openxmlformats.org/officeDocument/2006/relationships/tags" Target="../tags/tag1376.xml"/><Relationship Id="rId47" Type="http://schemas.openxmlformats.org/officeDocument/2006/relationships/tags" Target="../tags/tag1375.xml"/><Relationship Id="rId46" Type="http://schemas.openxmlformats.org/officeDocument/2006/relationships/tags" Target="../tags/tag1374.xml"/><Relationship Id="rId45" Type="http://schemas.openxmlformats.org/officeDocument/2006/relationships/tags" Target="../tags/tag1373.xml"/><Relationship Id="rId44" Type="http://schemas.openxmlformats.org/officeDocument/2006/relationships/tags" Target="../tags/tag1372.xml"/><Relationship Id="rId43" Type="http://schemas.openxmlformats.org/officeDocument/2006/relationships/tags" Target="../tags/tag1371.xml"/><Relationship Id="rId42" Type="http://schemas.openxmlformats.org/officeDocument/2006/relationships/tags" Target="../tags/tag1370.xml"/><Relationship Id="rId41" Type="http://schemas.openxmlformats.org/officeDocument/2006/relationships/tags" Target="../tags/tag1369.xml"/><Relationship Id="rId40" Type="http://schemas.openxmlformats.org/officeDocument/2006/relationships/tags" Target="../tags/tag1368.xml"/><Relationship Id="rId4" Type="http://schemas.openxmlformats.org/officeDocument/2006/relationships/tags" Target="../tags/tag1332.xml"/><Relationship Id="rId39" Type="http://schemas.openxmlformats.org/officeDocument/2006/relationships/tags" Target="../tags/tag1367.xml"/><Relationship Id="rId38" Type="http://schemas.openxmlformats.org/officeDocument/2006/relationships/tags" Target="../tags/tag1366.xml"/><Relationship Id="rId37" Type="http://schemas.openxmlformats.org/officeDocument/2006/relationships/tags" Target="../tags/tag1365.xml"/><Relationship Id="rId36" Type="http://schemas.openxmlformats.org/officeDocument/2006/relationships/tags" Target="../tags/tag1364.xml"/><Relationship Id="rId35" Type="http://schemas.openxmlformats.org/officeDocument/2006/relationships/tags" Target="../tags/tag1363.xml"/><Relationship Id="rId34" Type="http://schemas.openxmlformats.org/officeDocument/2006/relationships/tags" Target="../tags/tag1362.xml"/><Relationship Id="rId33" Type="http://schemas.openxmlformats.org/officeDocument/2006/relationships/tags" Target="../tags/tag1361.xml"/><Relationship Id="rId32" Type="http://schemas.openxmlformats.org/officeDocument/2006/relationships/tags" Target="../tags/tag1360.xml"/><Relationship Id="rId31" Type="http://schemas.openxmlformats.org/officeDocument/2006/relationships/tags" Target="../tags/tag1359.xml"/><Relationship Id="rId30" Type="http://schemas.openxmlformats.org/officeDocument/2006/relationships/tags" Target="../tags/tag1358.xml"/><Relationship Id="rId3" Type="http://schemas.openxmlformats.org/officeDocument/2006/relationships/tags" Target="../tags/tag1331.xml"/><Relationship Id="rId29" Type="http://schemas.openxmlformats.org/officeDocument/2006/relationships/tags" Target="../tags/tag1357.xml"/><Relationship Id="rId28" Type="http://schemas.openxmlformats.org/officeDocument/2006/relationships/tags" Target="../tags/tag1356.xml"/><Relationship Id="rId27" Type="http://schemas.openxmlformats.org/officeDocument/2006/relationships/tags" Target="../tags/tag1355.xml"/><Relationship Id="rId26" Type="http://schemas.openxmlformats.org/officeDocument/2006/relationships/tags" Target="../tags/tag1354.xml"/><Relationship Id="rId25" Type="http://schemas.openxmlformats.org/officeDocument/2006/relationships/tags" Target="../tags/tag1353.xml"/><Relationship Id="rId24" Type="http://schemas.openxmlformats.org/officeDocument/2006/relationships/tags" Target="../tags/tag1352.xml"/><Relationship Id="rId23" Type="http://schemas.openxmlformats.org/officeDocument/2006/relationships/tags" Target="../tags/tag1351.xml"/><Relationship Id="rId22" Type="http://schemas.openxmlformats.org/officeDocument/2006/relationships/tags" Target="../tags/tag1350.xml"/><Relationship Id="rId21" Type="http://schemas.openxmlformats.org/officeDocument/2006/relationships/tags" Target="../tags/tag1349.xml"/><Relationship Id="rId20" Type="http://schemas.openxmlformats.org/officeDocument/2006/relationships/tags" Target="../tags/tag1348.xml"/><Relationship Id="rId2" Type="http://schemas.openxmlformats.org/officeDocument/2006/relationships/tags" Target="../tags/tag1330.xml"/><Relationship Id="rId19" Type="http://schemas.openxmlformats.org/officeDocument/2006/relationships/tags" Target="../tags/tag1347.xml"/><Relationship Id="rId18" Type="http://schemas.openxmlformats.org/officeDocument/2006/relationships/tags" Target="../tags/tag1346.xml"/><Relationship Id="rId17" Type="http://schemas.openxmlformats.org/officeDocument/2006/relationships/tags" Target="../tags/tag1345.xml"/><Relationship Id="rId16" Type="http://schemas.openxmlformats.org/officeDocument/2006/relationships/tags" Target="../tags/tag1344.xml"/><Relationship Id="rId15" Type="http://schemas.openxmlformats.org/officeDocument/2006/relationships/tags" Target="../tags/tag1343.xml"/><Relationship Id="rId14" Type="http://schemas.openxmlformats.org/officeDocument/2006/relationships/tags" Target="../tags/tag1342.xml"/><Relationship Id="rId13" Type="http://schemas.openxmlformats.org/officeDocument/2006/relationships/tags" Target="../tags/tag1341.xml"/><Relationship Id="rId12" Type="http://schemas.openxmlformats.org/officeDocument/2006/relationships/tags" Target="../tags/tag1340.xml"/><Relationship Id="rId11" Type="http://schemas.openxmlformats.org/officeDocument/2006/relationships/tags" Target="../tags/tag1339.xml"/><Relationship Id="rId10" Type="http://schemas.openxmlformats.org/officeDocument/2006/relationships/tags" Target="../tags/tag1338.xml"/><Relationship Id="rId1" Type="http://schemas.openxmlformats.org/officeDocument/2006/relationships/tags" Target="../tags/tag1329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380.xml"/><Relationship Id="rId2" Type="http://schemas.openxmlformats.org/officeDocument/2006/relationships/tags" Target="../tags/tag1379.xml"/><Relationship Id="rId1" Type="http://schemas.openxmlformats.org/officeDocument/2006/relationships/tags" Target="../tags/tag13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2026/08/26</a:t>
            </a:r>
            <a:endParaRPr lang="en-US" altLang="en-US"/>
          </a:p>
        </p:txBody>
      </p:sp>
      <p:sp>
        <p:nvSpPr>
          <p:cNvPr id="3" name="标题 5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存算一体芯片非线性误差研究——两阶段完整汇报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汇报人：黄奕皓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汇报导览</a:t>
            </a:r>
            <a:endParaRPr sz="42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53784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20 w 3249"/>
              <a:gd name="p0y0" fmla="*/ 0 h 5085"/>
              <a:gd name="p0x1" fmla="*/ 3129 w 3249"/>
              <a:gd name="p0y1" fmla="*/ 0 h 5085"/>
              <a:gd name="p0x2" fmla="*/ 3195 w 3249"/>
              <a:gd name="p0y2" fmla="*/ 0 h 5085"/>
              <a:gd name="p0x3" fmla="*/ 3249 w 3249"/>
              <a:gd name="p0y3" fmla="*/ 53 h 5085"/>
              <a:gd name="p0x4" fmla="*/ 3249 w 3249"/>
              <a:gd name="p0y4" fmla="*/ 120 h 5085"/>
              <a:gd name="p0x5" fmla="*/ 3249 w 3249"/>
              <a:gd name="p0y5" fmla="*/ 4965 h 5085"/>
              <a:gd name="p0x6" fmla="*/ 3249 w 3249"/>
              <a:gd name="p0y6" fmla="*/ 5031 h 5085"/>
              <a:gd name="p0x7" fmla="*/ 3195 w 3249"/>
              <a:gd name="p0y7" fmla="*/ 5085 h 5085"/>
              <a:gd name="p0x8" fmla="*/ 3129 w 3249"/>
              <a:gd name="p0y8" fmla="*/ 5085 h 5085"/>
              <a:gd name="p0x9" fmla="*/ 120 w 3249"/>
              <a:gd name="p0y9" fmla="*/ 5085 h 5085"/>
              <a:gd name="p0x10" fmla="*/ 53 w 3249"/>
              <a:gd name="p0y10" fmla="*/ 5085 h 5085"/>
              <a:gd name="p0x11" fmla="*/ 0 w 3249"/>
              <a:gd name="p0y11" fmla="*/ 5031 h 5085"/>
              <a:gd name="p0x12" fmla="*/ 0 w 3249"/>
              <a:gd name="p0y12" fmla="*/ 4965 h 5085"/>
              <a:gd name="p0x13" fmla="*/ 0 w 3249"/>
              <a:gd name="p0y13" fmla="*/ 120 h 5085"/>
              <a:gd name="p0x14" fmla="*/ 0 w 3249"/>
              <a:gd name="p0y14" fmla="*/ 53 h 5085"/>
              <a:gd name="p0x15" fmla="*/ 53 w 3249"/>
              <a:gd name="p0y15" fmla="*/ 0 h 5085"/>
              <a:gd name="p0x16" fmla="*/ 12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5325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6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695325" y="3790950"/>
            <a:ext cx="174879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95325" y="3936683"/>
            <a:ext cx="174880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与问题定义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95325" y="4643914"/>
            <a:ext cx="1748809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存算一体非线性误差研究的动机与评审驱动深化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280098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20 w 3249"/>
              <a:gd name="p0y0" fmla="*/ 0 h 5085"/>
              <a:gd name="p0x1" fmla="*/ 3129 w 3249"/>
              <a:gd name="p0y1" fmla="*/ 0 h 5085"/>
              <a:gd name="p0x2" fmla="*/ 3195 w 3249"/>
              <a:gd name="p0y2" fmla="*/ 0 h 5085"/>
              <a:gd name="p0x3" fmla="*/ 3249 w 3249"/>
              <a:gd name="p0y3" fmla="*/ 53 h 5085"/>
              <a:gd name="p0x4" fmla="*/ 3249 w 3249"/>
              <a:gd name="p0y4" fmla="*/ 120 h 5085"/>
              <a:gd name="p0x5" fmla="*/ 3249 w 3249"/>
              <a:gd name="p0y5" fmla="*/ 4965 h 5085"/>
              <a:gd name="p0x6" fmla="*/ 3249 w 3249"/>
              <a:gd name="p0y6" fmla="*/ 5031 h 5085"/>
              <a:gd name="p0x7" fmla="*/ 3195 w 3249"/>
              <a:gd name="p0y7" fmla="*/ 5085 h 5085"/>
              <a:gd name="p0x8" fmla="*/ 3129 w 3249"/>
              <a:gd name="p0y8" fmla="*/ 5085 h 5085"/>
              <a:gd name="p0x9" fmla="*/ 120 w 3249"/>
              <a:gd name="p0y9" fmla="*/ 5085 h 5085"/>
              <a:gd name="p0x10" fmla="*/ 53 w 3249"/>
              <a:gd name="p0y10" fmla="*/ 5085 h 5085"/>
              <a:gd name="p0x11" fmla="*/ 0 w 3249"/>
              <a:gd name="p0y11" fmla="*/ 5031 h 5085"/>
              <a:gd name="p0x12" fmla="*/ 0 w 3249"/>
              <a:gd name="p0y12" fmla="*/ 4965 h 5085"/>
              <a:gd name="p0x13" fmla="*/ 0 w 3249"/>
              <a:gd name="p0y13" fmla="*/ 120 h 5085"/>
              <a:gd name="p0x14" fmla="*/ 0 w 3249"/>
              <a:gd name="p0y14" fmla="*/ 53 h 5085"/>
              <a:gd name="p0x15" fmla="*/ 53 w 3249"/>
              <a:gd name="p0y15" fmla="*/ 0 h 5085"/>
              <a:gd name="p0x16" fmla="*/ 12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95848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6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2958465" y="3790950"/>
            <a:ext cx="174879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958484" y="3936683"/>
            <a:ext cx="174880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一阶段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核心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发现回顾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958484" y="4643914"/>
            <a:ext cx="1748809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精度衰减规律、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效果、消融实验与拓展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1-3</a:t>
            </a:r>
            <a:endParaRPr lang="en-US" altLang="zh-CN"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506412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20 w 3249"/>
              <a:gd name="p0y0" fmla="*/ 0 h 5085"/>
              <a:gd name="p0x1" fmla="*/ 3129 w 3249"/>
              <a:gd name="p0y1" fmla="*/ 0 h 5085"/>
              <a:gd name="p0x2" fmla="*/ 3195 w 3249"/>
              <a:gd name="p0y2" fmla="*/ 0 h 5085"/>
              <a:gd name="p0x3" fmla="*/ 3249 w 3249"/>
              <a:gd name="p0y3" fmla="*/ 53 h 5085"/>
              <a:gd name="p0x4" fmla="*/ 3249 w 3249"/>
              <a:gd name="p0y4" fmla="*/ 120 h 5085"/>
              <a:gd name="p0x5" fmla="*/ 3249 w 3249"/>
              <a:gd name="p0y5" fmla="*/ 4965 h 5085"/>
              <a:gd name="p0x6" fmla="*/ 3249 w 3249"/>
              <a:gd name="p0y6" fmla="*/ 5031 h 5085"/>
              <a:gd name="p0x7" fmla="*/ 3195 w 3249"/>
              <a:gd name="p0y7" fmla="*/ 5085 h 5085"/>
              <a:gd name="p0x8" fmla="*/ 3129 w 3249"/>
              <a:gd name="p0y8" fmla="*/ 5085 h 5085"/>
              <a:gd name="p0x9" fmla="*/ 120 w 3249"/>
              <a:gd name="p0y9" fmla="*/ 5085 h 5085"/>
              <a:gd name="p0x10" fmla="*/ 53 w 3249"/>
              <a:gd name="p0y10" fmla="*/ 5085 h 5085"/>
              <a:gd name="p0x11" fmla="*/ 0 w 3249"/>
              <a:gd name="p0y11" fmla="*/ 5031 h 5085"/>
              <a:gd name="p0x12" fmla="*/ 0 w 3249"/>
              <a:gd name="p0y12" fmla="*/ 4965 h 5085"/>
              <a:gd name="p0x13" fmla="*/ 0 w 3249"/>
              <a:gd name="p0y13" fmla="*/ 120 h 5085"/>
              <a:gd name="p0x14" fmla="*/ 0 w 3249"/>
              <a:gd name="p0y14" fmla="*/ 53 h 5085"/>
              <a:gd name="p0x15" fmla="*/ 53 w 3249"/>
              <a:gd name="p0y15" fmla="*/ 0 h 5085"/>
              <a:gd name="p0x16" fmla="*/ 12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5221634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6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>
            <p:custDataLst>
              <p:tags r:id="rId17"/>
            </p:custDataLst>
          </p:nvPr>
        </p:nvSpPr>
        <p:spPr>
          <a:xfrm>
            <a:off x="5221605" y="3790950"/>
            <a:ext cx="174879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5221634" y="3936683"/>
            <a:ext cx="174880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深化</a:t>
            </a:r>
            <a:endParaRPr sz="21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研究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5221634" y="4643914"/>
            <a:ext cx="1748809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外推边界探索、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机理判决、跨架构迁移验证</a:t>
            </a:r>
            <a:endParaRPr lang="zh-CN" altLang="en-US"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732726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20 w 3249"/>
              <a:gd name="p0y0" fmla="*/ 0 h 5085"/>
              <a:gd name="p0x1" fmla="*/ 3129 w 3249"/>
              <a:gd name="p0y1" fmla="*/ 0 h 5085"/>
              <a:gd name="p0x2" fmla="*/ 3195 w 3249"/>
              <a:gd name="p0y2" fmla="*/ 0 h 5085"/>
              <a:gd name="p0x3" fmla="*/ 3249 w 3249"/>
              <a:gd name="p0y3" fmla="*/ 53 h 5085"/>
              <a:gd name="p0x4" fmla="*/ 3249 w 3249"/>
              <a:gd name="p0y4" fmla="*/ 120 h 5085"/>
              <a:gd name="p0x5" fmla="*/ 3249 w 3249"/>
              <a:gd name="p0y5" fmla="*/ 4965 h 5085"/>
              <a:gd name="p0x6" fmla="*/ 3249 w 3249"/>
              <a:gd name="p0y6" fmla="*/ 5031 h 5085"/>
              <a:gd name="p0x7" fmla="*/ 3195 w 3249"/>
              <a:gd name="p0y7" fmla="*/ 5085 h 5085"/>
              <a:gd name="p0x8" fmla="*/ 3129 w 3249"/>
              <a:gd name="p0y8" fmla="*/ 5085 h 5085"/>
              <a:gd name="p0x9" fmla="*/ 120 w 3249"/>
              <a:gd name="p0y9" fmla="*/ 5085 h 5085"/>
              <a:gd name="p0x10" fmla="*/ 53 w 3249"/>
              <a:gd name="p0y10" fmla="*/ 5085 h 5085"/>
              <a:gd name="p0x11" fmla="*/ 0 w 3249"/>
              <a:gd name="p0y11" fmla="*/ 5031 h 5085"/>
              <a:gd name="p0x12" fmla="*/ 0 w 3249"/>
              <a:gd name="p0y12" fmla="*/ 4965 h 5085"/>
              <a:gd name="p0x13" fmla="*/ 0 w 3249"/>
              <a:gd name="p0y13" fmla="*/ 120 h 5085"/>
              <a:gd name="p0x14" fmla="*/ 0 w 3249"/>
              <a:gd name="p0y14" fmla="*/ 53 h 5085"/>
              <a:gd name="p0x15" fmla="*/ 53 w 3249"/>
              <a:gd name="p0y15" fmla="*/ 0 h 5085"/>
              <a:gd name="p0x16" fmla="*/ 12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7484793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6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22"/>
            </p:custDataLst>
          </p:nvPr>
        </p:nvSpPr>
        <p:spPr>
          <a:xfrm>
            <a:off x="7484745" y="3790950"/>
            <a:ext cx="174879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7484793" y="3936683"/>
            <a:ext cx="1748809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创新点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与工程启示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7484793" y="4643914"/>
            <a:ext cx="1748809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四类创新点总结与工程部署启示更新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5"/>
            </p:custDataLst>
          </p:nvPr>
        </p:nvSpPr>
        <p:spPr>
          <a:xfrm>
            <a:off x="9590405" y="2261870"/>
            <a:ext cx="2063115" cy="3228975"/>
          </a:xfrm>
          <a:custGeom>
            <a:avLst/>
            <a:gdLst>
              <a:gd name="sw" fmla="*/ 1 w 3249"/>
              <a:gd name="sh" fmla="*/ 1 h 5085"/>
              <a:gd name="mins" fmla="min sw sh"/>
              <a:gd name="dsw" fmla="+- 0 sw mins"/>
              <a:gd name="dsh" fmla="+- 0 sh mins"/>
              <a:gd name="p0x0" fmla="*/ 120 w 3249"/>
              <a:gd name="p0y0" fmla="*/ 0 h 5085"/>
              <a:gd name="p0x1" fmla="*/ 3129 w 3249"/>
              <a:gd name="p0y1" fmla="*/ 0 h 5085"/>
              <a:gd name="p0x2" fmla="*/ 3195 w 3249"/>
              <a:gd name="p0y2" fmla="*/ 0 h 5085"/>
              <a:gd name="p0x3" fmla="*/ 3249 w 3249"/>
              <a:gd name="p0y3" fmla="*/ 53 h 5085"/>
              <a:gd name="p0x4" fmla="*/ 3249 w 3249"/>
              <a:gd name="p0y4" fmla="*/ 120 h 5085"/>
              <a:gd name="p0x5" fmla="*/ 3249 w 3249"/>
              <a:gd name="p0y5" fmla="*/ 4965 h 5085"/>
              <a:gd name="p0x6" fmla="*/ 3249 w 3249"/>
              <a:gd name="p0y6" fmla="*/ 5031 h 5085"/>
              <a:gd name="p0x7" fmla="*/ 3195 w 3249"/>
              <a:gd name="p0y7" fmla="*/ 5085 h 5085"/>
              <a:gd name="p0x8" fmla="*/ 3129 w 3249"/>
              <a:gd name="p0y8" fmla="*/ 5085 h 5085"/>
              <a:gd name="p0x9" fmla="*/ 120 w 3249"/>
              <a:gd name="p0y9" fmla="*/ 5085 h 5085"/>
              <a:gd name="p0x10" fmla="*/ 53 w 3249"/>
              <a:gd name="p0y10" fmla="*/ 5085 h 5085"/>
              <a:gd name="p0x11" fmla="*/ 0 w 3249"/>
              <a:gd name="p0y11" fmla="*/ 5031 h 5085"/>
              <a:gd name="p0x12" fmla="*/ 0 w 3249"/>
              <a:gd name="p0y12" fmla="*/ 4965 h 5085"/>
              <a:gd name="p0x13" fmla="*/ 0 w 3249"/>
              <a:gd name="p0y13" fmla="*/ 120 h 5085"/>
              <a:gd name="p0x14" fmla="*/ 0 w 3249"/>
              <a:gd name="p0y14" fmla="*/ 53 h 5085"/>
              <a:gd name="p0x15" fmla="*/ 53 w 3249"/>
              <a:gd name="p0y15" fmla="*/ 0 h 5085"/>
              <a:gd name="p0x16" fmla="*/ 120 w 3249"/>
              <a:gd name="p0y16" fmla="*/ 0 h 50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9747942" y="3036570"/>
            <a:ext cx="174880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6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6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>
            <p:custDataLst>
              <p:tags r:id="rId27"/>
            </p:custDataLst>
          </p:nvPr>
        </p:nvSpPr>
        <p:spPr>
          <a:xfrm>
            <a:off x="9747885" y="3790950"/>
            <a:ext cx="174879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9747942" y="3936683"/>
            <a:ext cx="174880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与展望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9"/>
            </p:custDataLst>
          </p:nvPr>
        </p:nvSpPr>
        <p:spPr>
          <a:xfrm>
            <a:off x="9747942" y="4310539"/>
            <a:ext cx="1748809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核心结论速览、数据速查表、闭环总结与未来工作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4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研究背景与问题定义</a:t>
            </a:r>
            <a:endParaRPr lang="zh-CN" altLang="en-US"/>
          </a:p>
        </p:txBody>
      </p:sp>
      <p:sp>
        <p:nvSpPr>
          <p:cNvPr id="3" name="文本占位符 2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6013323" y="2953864"/>
            <a:ext cx="69882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消除搬运</a:t>
            </a:r>
            <a:endParaRPr sz="1050" spc="63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4"/>
            </p:custDataLst>
          </p:nvPr>
        </p:nvSpPr>
        <p:spPr>
          <a:xfrm>
            <a:off x="6773545" y="1814195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  <a:effectLst>
            <a:outerShdw blurRad="2286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4825" y="1895475"/>
            <a:ext cx="247650" cy="247650"/>
          </a:xfrm>
          <a:prstGeom prst="rect">
            <a:avLst/>
          </a:prstGeom>
          <a:noFill/>
        </p:spPr>
      </p:pic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7340803" y="1717358"/>
            <a:ext cx="236963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存算一体（</a:t>
            </a:r>
            <a:r>
              <a:rPr sz="21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CiM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7340803" y="2105025"/>
            <a:ext cx="211492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高算力</a:t>
            </a:r>
            <a:r>
              <a:rPr lang="en-US" altLang="zh-CN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低功耗的边缘推理</a:t>
            </a:r>
            <a:endParaRPr lang="zh-CN" altLang="en-US"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6769303" y="2670496"/>
            <a:ext cx="496557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</a:t>
            </a: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SRAM / Flash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阵列内部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，消除数据搬运开销，实现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高算力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低功耗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的边缘推理。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769100" y="3674110"/>
            <a:ext cx="4965700" cy="351790"/>
            <a:chOff x="10660" y="5786"/>
            <a:chExt cx="7820" cy="554"/>
          </a:xfrm>
        </p:grpSpPr>
        <p:sp>
          <p:nvSpPr>
            <p:cNvPr id="28" name="任意多边形 27"/>
            <p:cNvSpPr/>
            <p:nvPr>
              <p:custDataLst>
                <p:tags r:id="rId11"/>
              </p:custDataLst>
            </p:nvPr>
          </p:nvSpPr>
          <p:spPr>
            <a:xfrm>
              <a:off x="10660" y="5786"/>
              <a:ext cx="7820" cy="555"/>
            </a:xfrm>
            <a:custGeom>
              <a:avLst/>
              <a:gdLst>
                <a:gd name="sw" fmla="*/ 1 w 7819"/>
                <a:gd name="sh" fmla="*/ 1 h 555"/>
                <a:gd name="mins" fmla="min sw sh"/>
                <a:gd name="dsw" fmla="+- 0 sw mins"/>
                <a:gd name="dsh" fmla="+- 0 sh mins"/>
                <a:gd name="p0x0" fmla="*/ 0 w 7819"/>
                <a:gd name="p0y0" fmla="*/ 0 h 555"/>
                <a:gd name="p0x1" fmla="*/ 7819 w 7819"/>
                <a:gd name="p0y1" fmla="*/ 0 h 555"/>
                <a:gd name="p0x2" fmla="*/ 7819 w 7819"/>
                <a:gd name="p0y2" fmla="*/ 555 h 555"/>
                <a:gd name="p0x3" fmla="*/ 0 w 7819"/>
                <a:gd name="p0y3" fmla="*/ 555 h 555"/>
                <a:gd name="p0x4" fmla="*/ 0 w 7819"/>
                <a:gd name="p0y4" fmla="*/ 0 h 5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12"/>
              </p:custDataLst>
            </p:nvPr>
          </p:nvSpPr>
          <p:spPr>
            <a:xfrm>
              <a:off x="10660" y="5786"/>
              <a:ext cx="7820" cy="15"/>
            </a:xfrm>
            <a:custGeom>
              <a:avLst/>
              <a:gdLst>
                <a:gd name="sw" fmla="*/ 1 w 7819"/>
                <a:gd name="sh" fmla="*/ 1 h 15"/>
                <a:gd name="mins" fmla="min sw sh"/>
                <a:gd name="dsw" fmla="+- 0 sw mins"/>
                <a:gd name="dsh" fmla="+- 0 sh mins"/>
                <a:gd name="p0x0" fmla="*/ 0 w 7819"/>
                <a:gd name="p0y0" fmla="*/ 0 h 15"/>
                <a:gd name="p0x1" fmla="*/ 7819 w 7819"/>
                <a:gd name="p0y1" fmla="*/ 0 h 15"/>
                <a:gd name="p0x2" fmla="*/ 7819 w 7819"/>
                <a:gd name="p0y2" fmla="*/ 15 h 15"/>
                <a:gd name="p0x3" fmla="*/ 0 w 7819"/>
                <a:gd name="p0y3" fmla="*/ 15 h 15"/>
                <a:gd name="p0x4" fmla="*/ 0 w 781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6883603" y="3827469"/>
            <a:ext cx="81706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4"/>
            </p:custDataLst>
          </p:nvPr>
        </p:nvSpPr>
        <p:spPr>
          <a:xfrm>
            <a:off x="7853067" y="3827469"/>
            <a:ext cx="1156021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SRAM / Flash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15"/>
            </p:custDataLst>
          </p:nvPr>
        </p:nvSpPr>
        <p:spPr>
          <a:xfrm>
            <a:off x="457200" y="4278630"/>
            <a:ext cx="38100" cy="209550"/>
          </a:xfrm>
          <a:custGeom>
            <a:avLst/>
            <a:gdLst>
              <a:gd name="sw" fmla="*/ 1 w 60"/>
              <a:gd name="sh" fmla="*/ 1 h 330"/>
              <a:gd name="mins" fmla="min sw sh"/>
              <a:gd name="dsw" fmla="+- 0 sw mins"/>
              <a:gd name="dsh" fmla="+- 0 sh mins"/>
              <a:gd name="p0x0" fmla="*/ 30 w 60"/>
              <a:gd name="p0y0" fmla="*/ 0 h 330"/>
              <a:gd name="p0x1" fmla="*/ 46 w 60"/>
              <a:gd name="p0y1" fmla="*/ 0 h 330"/>
              <a:gd name="p0x2" fmla="*/ 60 w 60"/>
              <a:gd name="p0y2" fmla="*/ 13 h 330"/>
              <a:gd name="p0x3" fmla="*/ 60 w 60"/>
              <a:gd name="p0y3" fmla="*/ 30 h 330"/>
              <a:gd name="p0x4" fmla="*/ 60 w 60"/>
              <a:gd name="p0y4" fmla="*/ 300 h 330"/>
              <a:gd name="p0x5" fmla="*/ 60 w 60"/>
              <a:gd name="p0y5" fmla="*/ 316 h 330"/>
              <a:gd name="p0x6" fmla="*/ 46 w 60"/>
              <a:gd name="p0y6" fmla="*/ 330 h 330"/>
              <a:gd name="p0x7" fmla="*/ 30 w 60"/>
              <a:gd name="p0y7" fmla="*/ 330 h 330"/>
              <a:gd name="p0x8" fmla="*/ 13 w 60"/>
              <a:gd name="p0y8" fmla="*/ 330 h 330"/>
              <a:gd name="p0x9" fmla="*/ 0 w 60"/>
              <a:gd name="p0y9" fmla="*/ 316 h 330"/>
              <a:gd name="p0x10" fmla="*/ 0 w 60"/>
              <a:gd name="p0y10" fmla="*/ 300 h 330"/>
              <a:gd name="p0x11" fmla="*/ 0 w 60"/>
              <a:gd name="p0y11" fmla="*/ 30 h 330"/>
              <a:gd name="p0x12" fmla="*/ 0 w 60"/>
              <a:gd name="p0y12" fmla="*/ 13 h 330"/>
              <a:gd name="p0x13" fmla="*/ 13 w 60"/>
              <a:gd name="p0y13" fmla="*/ 0 h 330"/>
              <a:gd name="p0x14" fmla="*/ 30 w 60"/>
              <a:gd name="p0y14" fmla="*/ 0 h 33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  <a:effectLst>
            <a:outerShdw blurRad="17145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609600" y="4200849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物理非理想性的挑战与研究对策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17"/>
            </p:custDataLst>
          </p:nvPr>
        </p:nvSpPr>
        <p:spPr>
          <a:xfrm>
            <a:off x="461645" y="4669155"/>
            <a:ext cx="3648075" cy="414655"/>
          </a:xfrm>
          <a:custGeom>
            <a:avLst/>
            <a:gdLst>
              <a:gd name="sw" fmla="*/ 1 w 5745"/>
              <a:gd name="sh" fmla="*/ 1 h 652"/>
              <a:gd name="mins" fmla="min sw sh"/>
              <a:gd name="dsw" fmla="+- 0 sw mins"/>
              <a:gd name="dsh" fmla="+- 0 sh mins"/>
              <a:gd name="p0x0" fmla="*/ 120 w 5745"/>
              <a:gd name="p0y0" fmla="*/ 0 h 652"/>
              <a:gd name="p0x1" fmla="*/ 5625 w 5745"/>
              <a:gd name="p0y1" fmla="*/ 0 h 652"/>
              <a:gd name="p0x2" fmla="*/ 5691 w 5745"/>
              <a:gd name="p0y2" fmla="*/ 0 h 652"/>
              <a:gd name="p0x3" fmla="*/ 5745 w 5745"/>
              <a:gd name="p0y3" fmla="*/ 53 h 652"/>
              <a:gd name="p0x4" fmla="*/ 5745 w 5745"/>
              <a:gd name="p0y4" fmla="*/ 120 h 652"/>
              <a:gd name="p0x5" fmla="*/ 5745 w 5745"/>
              <a:gd name="p0y5" fmla="*/ 532 h 652"/>
              <a:gd name="p0x6" fmla="*/ 5745 w 5745"/>
              <a:gd name="p0y6" fmla="*/ 598 h 652"/>
              <a:gd name="p0x7" fmla="*/ 5691 w 5745"/>
              <a:gd name="p0y7" fmla="*/ 652 h 652"/>
              <a:gd name="p0x8" fmla="*/ 5625 w 5745"/>
              <a:gd name="p0y8" fmla="*/ 652 h 652"/>
              <a:gd name="p0x9" fmla="*/ 120 w 5745"/>
              <a:gd name="p0y9" fmla="*/ 652 h 652"/>
              <a:gd name="p0x10" fmla="*/ 53 w 5745"/>
              <a:gd name="p0y10" fmla="*/ 652 h 652"/>
              <a:gd name="p0x11" fmla="*/ 0 w 5745"/>
              <a:gd name="p0y11" fmla="*/ 598 h 652"/>
              <a:gd name="p0x12" fmla="*/ 0 w 5745"/>
              <a:gd name="p0y12" fmla="*/ 532 h 652"/>
              <a:gd name="p0x13" fmla="*/ 0 w 5745"/>
              <a:gd name="p0y13" fmla="*/ 120 h 652"/>
              <a:gd name="p0x14" fmla="*/ 0 w 5745"/>
              <a:gd name="p0y14" fmla="*/ 53 h 652"/>
              <a:gd name="p0x15" fmla="*/ 53 w 5745"/>
              <a:gd name="p0y15" fmla="*/ 0 h 652"/>
              <a:gd name="p0x16" fmla="*/ 120 w 5745"/>
              <a:gd name="p0y16" fmla="*/ 0 h 6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D9484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18"/>
            </p:custDataLst>
          </p:nvPr>
        </p:nvSpPr>
        <p:spPr>
          <a:xfrm>
            <a:off x="1680191" y="4750441"/>
            <a:ext cx="2310784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 spc="90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物理非理想性</a:t>
            </a:r>
            <a:endParaRPr sz="1500" b="1" spc="90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19"/>
            </p:custDataLst>
          </p:nvPr>
        </p:nvSpPr>
        <p:spPr>
          <a:xfrm>
            <a:off x="461645" y="5207635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619125" y="5154730"/>
            <a:ext cx="3333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器件失配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OTA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增益非线性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等模拟域固有缺陷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21"/>
            </p:custDataLst>
          </p:nvPr>
        </p:nvSpPr>
        <p:spPr>
          <a:xfrm>
            <a:off x="461645" y="5863590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>
          <a:xfrm>
            <a:off x="619125" y="5963241"/>
            <a:ext cx="3048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模拟计算天然存在，不可完全消除</a:t>
            </a:r>
            <a:endParaRPr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23"/>
            </p:custDataLst>
          </p:nvPr>
        </p:nvSpPr>
        <p:spPr>
          <a:xfrm>
            <a:off x="4271645" y="4669155"/>
            <a:ext cx="3648075" cy="414655"/>
          </a:xfrm>
          <a:custGeom>
            <a:avLst/>
            <a:gdLst>
              <a:gd name="sw" fmla="*/ 1 w 5745"/>
              <a:gd name="sh" fmla="*/ 1 h 652"/>
              <a:gd name="mins" fmla="min sw sh"/>
              <a:gd name="dsw" fmla="+- 0 sw mins"/>
              <a:gd name="dsh" fmla="+- 0 sh mins"/>
              <a:gd name="p0x0" fmla="*/ 120 w 5745"/>
              <a:gd name="p0y0" fmla="*/ 0 h 652"/>
              <a:gd name="p0x1" fmla="*/ 5625 w 5745"/>
              <a:gd name="p0y1" fmla="*/ 0 h 652"/>
              <a:gd name="p0x2" fmla="*/ 5691 w 5745"/>
              <a:gd name="p0y2" fmla="*/ 0 h 652"/>
              <a:gd name="p0x3" fmla="*/ 5745 w 5745"/>
              <a:gd name="p0y3" fmla="*/ 53 h 652"/>
              <a:gd name="p0x4" fmla="*/ 5745 w 5745"/>
              <a:gd name="p0y4" fmla="*/ 120 h 652"/>
              <a:gd name="p0x5" fmla="*/ 5745 w 5745"/>
              <a:gd name="p0y5" fmla="*/ 532 h 652"/>
              <a:gd name="p0x6" fmla="*/ 5745 w 5745"/>
              <a:gd name="p0y6" fmla="*/ 598 h 652"/>
              <a:gd name="p0x7" fmla="*/ 5691 w 5745"/>
              <a:gd name="p0y7" fmla="*/ 652 h 652"/>
              <a:gd name="p0x8" fmla="*/ 5625 w 5745"/>
              <a:gd name="p0y8" fmla="*/ 652 h 652"/>
              <a:gd name="p0x9" fmla="*/ 120 w 5745"/>
              <a:gd name="p0y9" fmla="*/ 652 h 652"/>
              <a:gd name="p0x10" fmla="*/ 53 w 5745"/>
              <a:gd name="p0y10" fmla="*/ 652 h 652"/>
              <a:gd name="p0x11" fmla="*/ 0 w 5745"/>
              <a:gd name="p0y11" fmla="*/ 598 h 652"/>
              <a:gd name="p0x12" fmla="*/ 0 w 5745"/>
              <a:gd name="p0y12" fmla="*/ 532 h 652"/>
              <a:gd name="p0x13" fmla="*/ 0 w 5745"/>
              <a:gd name="p0y13" fmla="*/ 120 h 652"/>
              <a:gd name="p0x14" fmla="*/ 0 w 5745"/>
              <a:gd name="p0y14" fmla="*/ 53 h 652"/>
              <a:gd name="p0x15" fmla="*/ 53 w 5745"/>
              <a:gd name="p0y15" fmla="*/ 0 h 652"/>
              <a:gd name="p0x16" fmla="*/ 120 w 5745"/>
              <a:gd name="p0y16" fmla="*/ 0 h 6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88281"/>
              <a:lumOff val="11719"/>
              <a:alpha val="16078"/>
            </a:schemeClr>
          </a:solidFill>
          <a:ln w="9525" cmpd="sng">
            <a:solidFill>
              <a:schemeClr val="accent2">
                <a:lumMod val="88281"/>
                <a:lumOff val="1171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24"/>
            </p:custDataLst>
          </p:nvPr>
        </p:nvSpPr>
        <p:spPr>
          <a:xfrm>
            <a:off x="5692083" y="4750441"/>
            <a:ext cx="2108892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 spc="9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</a:rPr>
              <a:t>精度威胁</a:t>
            </a:r>
            <a:endParaRPr sz="1500" b="1" spc="90">
              <a:solidFill>
                <a:srgbClr val="FFF0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25"/>
            </p:custDataLst>
          </p:nvPr>
        </p:nvSpPr>
        <p:spPr>
          <a:xfrm>
            <a:off x="4271645" y="5207635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26"/>
            </p:custDataLst>
          </p:nvPr>
        </p:nvSpPr>
        <p:spPr>
          <a:xfrm>
            <a:off x="4429125" y="5154730"/>
            <a:ext cx="3297212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Conv2d / Linear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输入侧引入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三次多项式非线性失真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27"/>
            </p:custDataLst>
          </p:nvPr>
        </p:nvSpPr>
        <p:spPr>
          <a:xfrm>
            <a:off x="4271645" y="5863590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28"/>
            </p:custDataLst>
          </p:nvPr>
        </p:nvSpPr>
        <p:spPr>
          <a:xfrm>
            <a:off x="4429125" y="5810841"/>
            <a:ext cx="3333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严重威胁</a:t>
            </a:r>
            <a:r>
              <a:rPr lang="en-US" altLang="zh-CN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CIFAR-10 </a:t>
            </a:r>
            <a:r>
              <a:rPr lang="zh-CN" altLang="en-US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等视觉任务的推理精度</a:t>
            </a:r>
            <a:endParaRPr lang="zh-CN" altLang="en-US"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29"/>
            </p:custDataLst>
          </p:nvPr>
        </p:nvSpPr>
        <p:spPr>
          <a:xfrm>
            <a:off x="8081645" y="4669155"/>
            <a:ext cx="3648075" cy="414655"/>
          </a:xfrm>
          <a:custGeom>
            <a:avLst/>
            <a:gdLst>
              <a:gd name="sw" fmla="*/ 1 w 5745"/>
              <a:gd name="sh" fmla="*/ 1 h 652"/>
              <a:gd name="mins" fmla="min sw sh"/>
              <a:gd name="dsw" fmla="+- 0 sw mins"/>
              <a:gd name="dsh" fmla="+- 0 sh mins"/>
              <a:gd name="p0x0" fmla="*/ 120 w 5745"/>
              <a:gd name="p0y0" fmla="*/ 0 h 652"/>
              <a:gd name="p0x1" fmla="*/ 5625 w 5745"/>
              <a:gd name="p0y1" fmla="*/ 0 h 652"/>
              <a:gd name="p0x2" fmla="*/ 5691 w 5745"/>
              <a:gd name="p0y2" fmla="*/ 0 h 652"/>
              <a:gd name="p0x3" fmla="*/ 5745 w 5745"/>
              <a:gd name="p0y3" fmla="*/ 53 h 652"/>
              <a:gd name="p0x4" fmla="*/ 5745 w 5745"/>
              <a:gd name="p0y4" fmla="*/ 120 h 652"/>
              <a:gd name="p0x5" fmla="*/ 5745 w 5745"/>
              <a:gd name="p0y5" fmla="*/ 532 h 652"/>
              <a:gd name="p0x6" fmla="*/ 5745 w 5745"/>
              <a:gd name="p0y6" fmla="*/ 598 h 652"/>
              <a:gd name="p0x7" fmla="*/ 5691 w 5745"/>
              <a:gd name="p0y7" fmla="*/ 652 h 652"/>
              <a:gd name="p0x8" fmla="*/ 5625 w 5745"/>
              <a:gd name="p0y8" fmla="*/ 652 h 652"/>
              <a:gd name="p0x9" fmla="*/ 120 w 5745"/>
              <a:gd name="p0y9" fmla="*/ 652 h 652"/>
              <a:gd name="p0x10" fmla="*/ 53 w 5745"/>
              <a:gd name="p0y10" fmla="*/ 652 h 652"/>
              <a:gd name="p0x11" fmla="*/ 0 w 5745"/>
              <a:gd name="p0y11" fmla="*/ 598 h 652"/>
              <a:gd name="p0x12" fmla="*/ 0 w 5745"/>
              <a:gd name="p0y12" fmla="*/ 532 h 652"/>
              <a:gd name="p0x13" fmla="*/ 0 w 5745"/>
              <a:gd name="p0y13" fmla="*/ 120 h 652"/>
              <a:gd name="p0x14" fmla="*/ 0 w 5745"/>
              <a:gd name="p0y14" fmla="*/ 53 h 652"/>
              <a:gd name="p0x15" fmla="*/ 53 w 5745"/>
              <a:gd name="p0y15" fmla="*/ 0 h 652"/>
              <a:gd name="p0x16" fmla="*/ 120 w 5745"/>
              <a:gd name="p0y16" fmla="*/ 0 h 6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chemeClr val="accent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9502083" y="4750441"/>
            <a:ext cx="2108892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 spc="90">
                <a:solidFill>
                  <a:srgbClr val="F5E8A8"/>
                </a:solidFill>
                <a:latin typeface="微软雅黑" panose="020B0503020204020204" charset="-122"/>
                <a:ea typeface="微软雅黑" panose="020B0503020204020204" charset="-122"/>
              </a:rPr>
              <a:t>研究方案</a:t>
            </a:r>
            <a:endParaRPr sz="1500" b="1" spc="90">
              <a:solidFill>
                <a:srgbClr val="F5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31"/>
            </p:custDataLst>
          </p:nvPr>
        </p:nvSpPr>
        <p:spPr>
          <a:xfrm>
            <a:off x="8081645" y="5207635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32"/>
            </p:custDataLst>
          </p:nvPr>
        </p:nvSpPr>
        <p:spPr>
          <a:xfrm>
            <a:off x="8239125" y="5154730"/>
            <a:ext cx="3333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非线性感知训练（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架构级鲁棒性增强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3"/>
            </p:custDataLst>
          </p:nvPr>
        </p:nvSpPr>
        <p:spPr>
          <a:xfrm>
            <a:off x="8081645" y="5863590"/>
            <a:ext cx="3648075" cy="532130"/>
          </a:xfrm>
          <a:custGeom>
            <a:avLst/>
            <a:gdLst>
              <a:gd name="sw" fmla="*/ 1 w 5745"/>
              <a:gd name="sh" fmla="*/ 1 h 838"/>
              <a:gd name="mins" fmla="min sw sh"/>
              <a:gd name="dsw" fmla="+- 0 sw mins"/>
              <a:gd name="dsh" fmla="+- 0 sh mins"/>
              <a:gd name="p0x0" fmla="*/ 120 w 5745"/>
              <a:gd name="p0y0" fmla="*/ 0 h 838"/>
              <a:gd name="p0x1" fmla="*/ 5625 w 5745"/>
              <a:gd name="p0y1" fmla="*/ 0 h 838"/>
              <a:gd name="p0x2" fmla="*/ 5691 w 5745"/>
              <a:gd name="p0y2" fmla="*/ 0 h 838"/>
              <a:gd name="p0x3" fmla="*/ 5745 w 5745"/>
              <a:gd name="p0y3" fmla="*/ 53 h 838"/>
              <a:gd name="p0x4" fmla="*/ 5745 w 5745"/>
              <a:gd name="p0y4" fmla="*/ 120 h 838"/>
              <a:gd name="p0x5" fmla="*/ 5745 w 5745"/>
              <a:gd name="p0y5" fmla="*/ 718 h 838"/>
              <a:gd name="p0x6" fmla="*/ 5745 w 5745"/>
              <a:gd name="p0y6" fmla="*/ 784 h 838"/>
              <a:gd name="p0x7" fmla="*/ 5691 w 5745"/>
              <a:gd name="p0y7" fmla="*/ 838 h 838"/>
              <a:gd name="p0x8" fmla="*/ 5625 w 5745"/>
              <a:gd name="p0y8" fmla="*/ 838 h 838"/>
              <a:gd name="p0x9" fmla="*/ 120 w 5745"/>
              <a:gd name="p0y9" fmla="*/ 838 h 838"/>
              <a:gd name="p0x10" fmla="*/ 53 w 5745"/>
              <a:gd name="p0y10" fmla="*/ 838 h 838"/>
              <a:gd name="p0x11" fmla="*/ 0 w 5745"/>
              <a:gd name="p0y11" fmla="*/ 784 h 838"/>
              <a:gd name="p0x12" fmla="*/ 0 w 5745"/>
              <a:gd name="p0y12" fmla="*/ 718 h 838"/>
              <a:gd name="p0x13" fmla="*/ 0 w 5745"/>
              <a:gd name="p0y13" fmla="*/ 120 h 838"/>
              <a:gd name="p0x14" fmla="*/ 0 w 5745"/>
              <a:gd name="p0y14" fmla="*/ 53 h 838"/>
              <a:gd name="p0x15" fmla="*/ 53 w 5745"/>
              <a:gd name="p0y15" fmla="*/ 0 h 838"/>
              <a:gd name="p0x16" fmla="*/ 120 w 5745"/>
              <a:gd name="p0y16" fmla="*/ 0 h 8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34"/>
            </p:custDataLst>
          </p:nvPr>
        </p:nvSpPr>
        <p:spPr>
          <a:xfrm>
            <a:off x="8239125" y="5963241"/>
            <a:ext cx="314139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en-US" altLang="zh-CN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硬件协同设计，提供实验依据</a:t>
            </a:r>
            <a:endParaRPr lang="zh-CN" altLang="en-US"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5"/>
            </p:custDataLst>
          </p:nvPr>
        </p:nvSpPr>
        <p:spPr>
          <a:xfrm>
            <a:off x="461645" y="1737995"/>
            <a:ext cx="5356225" cy="2283460"/>
          </a:xfrm>
          <a:custGeom>
            <a:avLst/>
            <a:gdLst>
              <a:gd name="sw" fmla="*/ 1 w 8434"/>
              <a:gd name="sh" fmla="*/ 1 h 3596"/>
              <a:gd name="mins" fmla="min sw sh"/>
              <a:gd name="dsw" fmla="+- 0 sw mins"/>
              <a:gd name="dsh" fmla="+- 0 sh mins"/>
              <a:gd name="p0x0" fmla="*/ 120 w 8434"/>
              <a:gd name="p0y0" fmla="*/ 0 h 3596"/>
              <a:gd name="p0x1" fmla="*/ 8314 w 8434"/>
              <a:gd name="p0y1" fmla="*/ 0 h 3596"/>
              <a:gd name="p0x2" fmla="*/ 8381 w 8434"/>
              <a:gd name="p0y2" fmla="*/ 0 h 3596"/>
              <a:gd name="p0x3" fmla="*/ 8434 w 8434"/>
              <a:gd name="p0y3" fmla="*/ 53 h 3596"/>
              <a:gd name="p0x4" fmla="*/ 8434 w 8434"/>
              <a:gd name="p0y4" fmla="*/ 120 h 3596"/>
              <a:gd name="p0x5" fmla="*/ 8434 w 8434"/>
              <a:gd name="p0y5" fmla="*/ 3476 h 3596"/>
              <a:gd name="p0x6" fmla="*/ 8434 w 8434"/>
              <a:gd name="p0y6" fmla="*/ 3542 h 3596"/>
              <a:gd name="p0x7" fmla="*/ 8381 w 8434"/>
              <a:gd name="p0y7" fmla="*/ 3596 h 3596"/>
              <a:gd name="p0x8" fmla="*/ 8314 w 8434"/>
              <a:gd name="p0y8" fmla="*/ 3596 h 3596"/>
              <a:gd name="p0x9" fmla="*/ 120 w 8434"/>
              <a:gd name="p0y9" fmla="*/ 3596 h 3596"/>
              <a:gd name="p0x10" fmla="*/ 53 w 8434"/>
              <a:gd name="p0y10" fmla="*/ 3596 h 3596"/>
              <a:gd name="p0x11" fmla="*/ 0 w 8434"/>
              <a:gd name="p0y11" fmla="*/ 3542 h 3596"/>
              <a:gd name="p0x12" fmla="*/ 0 w 8434"/>
              <a:gd name="p0y12" fmla="*/ 3476 h 3596"/>
              <a:gd name="p0x13" fmla="*/ 0 w 8434"/>
              <a:gd name="p0y13" fmla="*/ 120 h 3596"/>
              <a:gd name="p0x14" fmla="*/ 0 w 8434"/>
              <a:gd name="p0y14" fmla="*/ 53 h 3596"/>
              <a:gd name="p0x15" fmla="*/ 53 w 8434"/>
              <a:gd name="p0y15" fmla="*/ 0 h 3596"/>
              <a:gd name="p0x16" fmla="*/ 120 w 8434"/>
              <a:gd name="p0y16" fmla="*/ 0 h 35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6"/>
            </p:custDataLst>
          </p:nvPr>
        </p:nvSpPr>
        <p:spPr>
          <a:xfrm>
            <a:off x="661670" y="201422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D9484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42950" y="2095500"/>
            <a:ext cx="247650" cy="2476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40"/>
            </p:custDataLst>
          </p:nvPr>
        </p:nvSpPr>
        <p:spPr>
          <a:xfrm>
            <a:off x="1228725" y="191738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「</a:t>
            </a:r>
            <a:r>
              <a:rPr sz="21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存储墙</a:t>
            </a: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」效应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41"/>
            </p:custDataLst>
          </p:nvPr>
        </p:nvSpPr>
        <p:spPr>
          <a:xfrm>
            <a:off x="1228725" y="2305050"/>
            <a:ext cx="1866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</a:t>
            </a:r>
            <a:r>
              <a:rPr lang="en-US" altLang="zh-CN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推理的能效瓶颈</a:t>
            </a:r>
            <a:endParaRPr lang="zh-CN" altLang="en-US"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2"/>
            </p:custDataLst>
          </p:nvPr>
        </p:nvSpPr>
        <p:spPr>
          <a:xfrm>
            <a:off x="657225" y="2670496"/>
            <a:ext cx="496557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传统冯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诺依曼架构中，数据在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存储与计算单元间频繁搬运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，带来严重的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</a:rPr>
              <a:t>功耗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</a:rPr>
              <a:t>带宽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657225" y="3474085"/>
            <a:ext cx="4964430" cy="351790"/>
            <a:chOff x="1035" y="5471"/>
            <a:chExt cx="7818" cy="554"/>
          </a:xfrm>
        </p:grpSpPr>
        <p:sp>
          <p:nvSpPr>
            <p:cNvPr id="14" name="任意多边形 13"/>
            <p:cNvSpPr/>
            <p:nvPr>
              <p:custDataLst>
                <p:tags r:id="rId43"/>
              </p:custDataLst>
            </p:nvPr>
          </p:nvSpPr>
          <p:spPr>
            <a:xfrm>
              <a:off x="1035" y="5471"/>
              <a:ext cx="7819" cy="555"/>
            </a:xfrm>
            <a:custGeom>
              <a:avLst/>
              <a:gdLst>
                <a:gd name="sw" fmla="*/ 1 w 7819"/>
                <a:gd name="sh" fmla="*/ 1 h 555"/>
                <a:gd name="mins" fmla="min sw sh"/>
                <a:gd name="dsw" fmla="+- 0 sw mins"/>
                <a:gd name="dsh" fmla="+- 0 sh mins"/>
                <a:gd name="p0x0" fmla="*/ 0 w 7819"/>
                <a:gd name="p0y0" fmla="*/ 0 h 555"/>
                <a:gd name="p0x1" fmla="*/ 7819 w 7819"/>
                <a:gd name="p0y1" fmla="*/ 0 h 555"/>
                <a:gd name="p0x2" fmla="*/ 7819 w 7819"/>
                <a:gd name="p0y2" fmla="*/ 555 h 555"/>
                <a:gd name="p0x3" fmla="*/ 0 w 7819"/>
                <a:gd name="p0y3" fmla="*/ 555 h 555"/>
                <a:gd name="p0x4" fmla="*/ 0 w 7819"/>
                <a:gd name="p0y4" fmla="*/ 0 h 5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44"/>
              </p:custDataLst>
            </p:nvPr>
          </p:nvSpPr>
          <p:spPr>
            <a:xfrm>
              <a:off x="1035" y="5471"/>
              <a:ext cx="7819" cy="15"/>
            </a:xfrm>
            <a:custGeom>
              <a:avLst/>
              <a:gdLst>
                <a:gd name="sw" fmla="*/ 1 w 7819"/>
                <a:gd name="sh" fmla="*/ 1 h 15"/>
                <a:gd name="mins" fmla="min sw sh"/>
                <a:gd name="dsw" fmla="+- 0 sw mins"/>
                <a:gd name="dsh" fmla="+- 0 sh mins"/>
                <a:gd name="p0x0" fmla="*/ 0 w 7819"/>
                <a:gd name="p0y0" fmla="*/ 0 h 15"/>
                <a:gd name="p0x1" fmla="*/ 7819 w 7819"/>
                <a:gd name="p0y1" fmla="*/ 0 h 15"/>
                <a:gd name="p0x2" fmla="*/ 7819 w 7819"/>
                <a:gd name="p0y2" fmla="*/ 15 h 15"/>
                <a:gd name="p0x3" fmla="*/ 0 w 7819"/>
                <a:gd name="p0y3" fmla="*/ 15 h 15"/>
                <a:gd name="p0x4" fmla="*/ 0 w 781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>
            <p:custDataLst>
              <p:tags r:id="rId45"/>
            </p:custDataLst>
          </p:nvPr>
        </p:nvSpPr>
        <p:spPr>
          <a:xfrm>
            <a:off x="771525" y="3627444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功耗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6"/>
            </p:custDataLst>
          </p:nvPr>
        </p:nvSpPr>
        <p:spPr>
          <a:xfrm>
            <a:off x="1381201" y="3627444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带宽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153150" y="2629535"/>
            <a:ext cx="285750" cy="285750"/>
          </a:xfrm>
          <a:prstGeom prst="rect">
            <a:avLst/>
          </a:prstGeom>
          <a:noFill/>
        </p:spPr>
      </p:pic>
      <p:sp>
        <p:nvSpPr>
          <p:cNvPr id="4" name="任意多边形 3"/>
          <p:cNvSpPr/>
          <p:nvPr>
            <p:custDataLst>
              <p:tags r:id="rId50"/>
            </p:custDataLst>
          </p:nvPr>
        </p:nvSpPr>
        <p:spPr>
          <a:xfrm>
            <a:off x="390525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  <a:effectLst>
            <a:outerShdw blurRad="17145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1"/>
            </p:custDataLst>
          </p:nvPr>
        </p:nvSpPr>
        <p:spPr>
          <a:xfrm>
            <a:off x="4095750" y="433388"/>
            <a:ext cx="4572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存算一体技术背景与挑战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2"/>
            </p:custDataLst>
          </p:nvPr>
        </p:nvSpPr>
        <p:spPr>
          <a:xfrm>
            <a:off x="4186390" y="995363"/>
            <a:ext cx="420015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「存储墙」效应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推理的能效瓶颈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4095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7700" y="2809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项目框架与模型体系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8862422" y="581025"/>
            <a:ext cx="10590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种模型架构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9845287" y="581025"/>
            <a:ext cx="10590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项核心任务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0828144" y="581025"/>
            <a:ext cx="10590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项拓展研究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461645" y="937895"/>
            <a:ext cx="3648075" cy="1304925"/>
          </a:xfrm>
          <a:custGeom>
            <a:avLst/>
            <a:gdLst>
              <a:gd name="sw" fmla="*/ 1 w 5745"/>
              <a:gd name="sh" fmla="*/ 1 h 2055"/>
              <a:gd name="mins" fmla="min sw sh"/>
              <a:gd name="dsw" fmla="+- 0 sw mins"/>
              <a:gd name="dsh" fmla="+- 0 sh mins"/>
              <a:gd name="p0x0" fmla="*/ 120 w 5745"/>
              <a:gd name="p0y0" fmla="*/ 0 h 2055"/>
              <a:gd name="p0x1" fmla="*/ 5625 w 5745"/>
              <a:gd name="p0y1" fmla="*/ 0 h 2055"/>
              <a:gd name="p0x2" fmla="*/ 5691 w 5745"/>
              <a:gd name="p0y2" fmla="*/ 0 h 2055"/>
              <a:gd name="p0x3" fmla="*/ 5745 w 5745"/>
              <a:gd name="p0y3" fmla="*/ 53 h 2055"/>
              <a:gd name="p0x4" fmla="*/ 5745 w 5745"/>
              <a:gd name="p0y4" fmla="*/ 120 h 2055"/>
              <a:gd name="p0x5" fmla="*/ 5745 w 5745"/>
              <a:gd name="p0y5" fmla="*/ 1935 h 2055"/>
              <a:gd name="p0x6" fmla="*/ 5745 w 5745"/>
              <a:gd name="p0y6" fmla="*/ 2001 h 2055"/>
              <a:gd name="p0x7" fmla="*/ 5691 w 5745"/>
              <a:gd name="p0y7" fmla="*/ 2055 h 2055"/>
              <a:gd name="p0x8" fmla="*/ 5625 w 5745"/>
              <a:gd name="p0y8" fmla="*/ 2055 h 2055"/>
              <a:gd name="p0x9" fmla="*/ 120 w 5745"/>
              <a:gd name="p0y9" fmla="*/ 2055 h 2055"/>
              <a:gd name="p0x10" fmla="*/ 53 w 5745"/>
              <a:gd name="p0y10" fmla="*/ 2055 h 2055"/>
              <a:gd name="p0x11" fmla="*/ 0 w 5745"/>
              <a:gd name="p0y11" fmla="*/ 2001 h 2055"/>
              <a:gd name="p0x12" fmla="*/ 0 w 5745"/>
              <a:gd name="p0y12" fmla="*/ 1935 h 2055"/>
              <a:gd name="p0x13" fmla="*/ 0 w 5745"/>
              <a:gd name="p0y13" fmla="*/ 120 h 2055"/>
              <a:gd name="p0x14" fmla="*/ 0 w 5745"/>
              <a:gd name="p0y14" fmla="*/ 53 h 2055"/>
              <a:gd name="p0x15" fmla="*/ 53 w 5745"/>
              <a:gd name="p0y15" fmla="*/ 0 h 2055"/>
              <a:gd name="p0x16" fmla="*/ 120 w 5745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57225" y="1224915"/>
            <a:ext cx="290217" cy="6791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  <a:spcAft>
                <a:spcPts val="990"/>
              </a:spcAft>
            </a:pPr>
            <a:r>
              <a:rPr sz="2700" b="1">
                <a:solidFill>
                  <a:srgbClr val="FC7D00"/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700" b="1">
              <a:solidFill>
                <a:srgbClr val="FC7D00"/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83000"/>
              </a:lnSpc>
            </a:pPr>
            <a:r>
              <a:rPr sz="1200">
                <a:solidFill>
                  <a:srgbClr val="FFFAF5">
                    <a:alpha val="47843"/>
                  </a:srgbClr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种</a:t>
            </a:r>
            <a:endParaRPr sz="1200">
              <a:solidFill>
                <a:srgbClr val="FFFAF5">
                  <a:alpha val="47843"/>
                </a:srgbClr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095156" y="1300163"/>
            <a:ext cx="2819619" cy="5762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模型架构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，覆盖浅层到深层、纯前馈到残差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466725" y="959688"/>
            <a:ext cx="28575" cy="12619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987">
                <a:moveTo>
                  <a:pt x="45" y="1987"/>
                </a:moveTo>
                <a:cubicBezTo>
                  <a:pt x="18" y="1965"/>
                  <a:pt x="0" y="1932"/>
                  <a:pt x="0" y="189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4271645" y="937895"/>
            <a:ext cx="3648075" cy="1304925"/>
          </a:xfrm>
          <a:custGeom>
            <a:avLst/>
            <a:gdLst>
              <a:gd name="sw" fmla="*/ 1 w 5745"/>
              <a:gd name="sh" fmla="*/ 1 h 2055"/>
              <a:gd name="mins" fmla="min sw sh"/>
              <a:gd name="dsw" fmla="+- 0 sw mins"/>
              <a:gd name="dsh" fmla="+- 0 sh mins"/>
              <a:gd name="p0x0" fmla="*/ 120 w 5745"/>
              <a:gd name="p0y0" fmla="*/ 0 h 2055"/>
              <a:gd name="p0x1" fmla="*/ 5625 w 5745"/>
              <a:gd name="p0y1" fmla="*/ 0 h 2055"/>
              <a:gd name="p0x2" fmla="*/ 5691 w 5745"/>
              <a:gd name="p0y2" fmla="*/ 0 h 2055"/>
              <a:gd name="p0x3" fmla="*/ 5745 w 5745"/>
              <a:gd name="p0y3" fmla="*/ 53 h 2055"/>
              <a:gd name="p0x4" fmla="*/ 5745 w 5745"/>
              <a:gd name="p0y4" fmla="*/ 120 h 2055"/>
              <a:gd name="p0x5" fmla="*/ 5745 w 5745"/>
              <a:gd name="p0y5" fmla="*/ 1935 h 2055"/>
              <a:gd name="p0x6" fmla="*/ 5745 w 5745"/>
              <a:gd name="p0y6" fmla="*/ 2001 h 2055"/>
              <a:gd name="p0x7" fmla="*/ 5691 w 5745"/>
              <a:gd name="p0y7" fmla="*/ 2055 h 2055"/>
              <a:gd name="p0x8" fmla="*/ 5625 w 5745"/>
              <a:gd name="p0y8" fmla="*/ 2055 h 2055"/>
              <a:gd name="p0x9" fmla="*/ 120 w 5745"/>
              <a:gd name="p0y9" fmla="*/ 2055 h 2055"/>
              <a:gd name="p0x10" fmla="*/ 53 w 5745"/>
              <a:gd name="p0y10" fmla="*/ 2055 h 2055"/>
              <a:gd name="p0x11" fmla="*/ 0 w 5745"/>
              <a:gd name="p0y11" fmla="*/ 2001 h 2055"/>
              <a:gd name="p0x12" fmla="*/ 0 w 5745"/>
              <a:gd name="p0y12" fmla="*/ 1935 h 2055"/>
              <a:gd name="p0x13" fmla="*/ 0 w 5745"/>
              <a:gd name="p0y13" fmla="*/ 120 h 2055"/>
              <a:gd name="p0x14" fmla="*/ 0 w 5745"/>
              <a:gd name="p0y14" fmla="*/ 53 h 2055"/>
              <a:gd name="p0x15" fmla="*/ 53 w 5745"/>
              <a:gd name="p0y15" fmla="*/ 0 h 2055"/>
              <a:gd name="p0x16" fmla="*/ 120 w 5745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4467225" y="1224915"/>
            <a:ext cx="290217" cy="6791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  <a:spcAft>
                <a:spcPts val="990"/>
              </a:spcAft>
            </a:pPr>
            <a:r>
              <a:rPr sz="2700" b="1">
                <a:solidFill>
                  <a:srgbClr val="FC7D00"/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700" b="1">
              <a:solidFill>
                <a:srgbClr val="FC7D00"/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83000"/>
              </a:lnSpc>
            </a:pPr>
            <a:r>
              <a:rPr sz="1200">
                <a:solidFill>
                  <a:srgbClr val="FFFAF5">
                    <a:alpha val="47843"/>
                  </a:srgbClr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项</a:t>
            </a:r>
            <a:endParaRPr sz="1200">
              <a:solidFill>
                <a:srgbClr val="FFFAF5">
                  <a:alpha val="47843"/>
                </a:srgbClr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4833642" y="1300163"/>
            <a:ext cx="2891133" cy="5762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核心任务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敏感性与层分析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非线性感知训练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架构级增强消融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4276725" y="959688"/>
            <a:ext cx="28575" cy="12619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987">
                <a:moveTo>
                  <a:pt x="45" y="1987"/>
                </a:moveTo>
                <a:cubicBezTo>
                  <a:pt x="18" y="1965"/>
                  <a:pt x="0" y="1932"/>
                  <a:pt x="0" y="189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8081645" y="937895"/>
            <a:ext cx="3648075" cy="1304925"/>
          </a:xfrm>
          <a:custGeom>
            <a:avLst/>
            <a:gdLst>
              <a:gd name="sw" fmla="*/ 1 w 5745"/>
              <a:gd name="sh" fmla="*/ 1 h 2055"/>
              <a:gd name="mins" fmla="min sw sh"/>
              <a:gd name="dsw" fmla="+- 0 sw mins"/>
              <a:gd name="dsh" fmla="+- 0 sh mins"/>
              <a:gd name="p0x0" fmla="*/ 120 w 5745"/>
              <a:gd name="p0y0" fmla="*/ 0 h 2055"/>
              <a:gd name="p0x1" fmla="*/ 5625 w 5745"/>
              <a:gd name="p0y1" fmla="*/ 0 h 2055"/>
              <a:gd name="p0x2" fmla="*/ 5691 w 5745"/>
              <a:gd name="p0y2" fmla="*/ 0 h 2055"/>
              <a:gd name="p0x3" fmla="*/ 5745 w 5745"/>
              <a:gd name="p0y3" fmla="*/ 53 h 2055"/>
              <a:gd name="p0x4" fmla="*/ 5745 w 5745"/>
              <a:gd name="p0y4" fmla="*/ 120 h 2055"/>
              <a:gd name="p0x5" fmla="*/ 5745 w 5745"/>
              <a:gd name="p0y5" fmla="*/ 1935 h 2055"/>
              <a:gd name="p0x6" fmla="*/ 5745 w 5745"/>
              <a:gd name="p0y6" fmla="*/ 2001 h 2055"/>
              <a:gd name="p0x7" fmla="*/ 5691 w 5745"/>
              <a:gd name="p0y7" fmla="*/ 2055 h 2055"/>
              <a:gd name="p0x8" fmla="*/ 5625 w 5745"/>
              <a:gd name="p0y8" fmla="*/ 2055 h 2055"/>
              <a:gd name="p0x9" fmla="*/ 120 w 5745"/>
              <a:gd name="p0y9" fmla="*/ 2055 h 2055"/>
              <a:gd name="p0x10" fmla="*/ 53 w 5745"/>
              <a:gd name="p0y10" fmla="*/ 2055 h 2055"/>
              <a:gd name="p0x11" fmla="*/ 0 w 5745"/>
              <a:gd name="p0y11" fmla="*/ 2001 h 2055"/>
              <a:gd name="p0x12" fmla="*/ 0 w 5745"/>
              <a:gd name="p0y12" fmla="*/ 1935 h 2055"/>
              <a:gd name="p0x13" fmla="*/ 0 w 5745"/>
              <a:gd name="p0y13" fmla="*/ 120 h 2055"/>
              <a:gd name="p0x14" fmla="*/ 0 w 5745"/>
              <a:gd name="p0y14" fmla="*/ 53 h 2055"/>
              <a:gd name="p0x15" fmla="*/ 53 w 5745"/>
              <a:gd name="p0y15" fmla="*/ 0 h 2055"/>
              <a:gd name="p0x16" fmla="*/ 120 w 5745"/>
              <a:gd name="p0y16" fmla="*/ 0 h 20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8277225" y="1224915"/>
            <a:ext cx="290217" cy="6791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  <a:spcAft>
                <a:spcPts val="990"/>
              </a:spcAft>
            </a:pPr>
            <a:r>
              <a:rPr sz="2700" b="1">
                <a:solidFill>
                  <a:srgbClr val="FC7D00"/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700" b="1">
              <a:solidFill>
                <a:srgbClr val="FC7D00"/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83000"/>
              </a:lnSpc>
            </a:pPr>
            <a:r>
              <a:rPr sz="1200">
                <a:solidFill>
                  <a:srgbClr val="FFFAF5">
                    <a:alpha val="47843"/>
                  </a:srgbClr>
                </a:solidFill>
                <a:effectLst>
                  <a:outerShdw blurRad="257175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项</a:t>
            </a:r>
            <a:endParaRPr sz="1200">
              <a:solidFill>
                <a:srgbClr val="FFFAF5">
                  <a:alpha val="47843"/>
                </a:srgbClr>
              </a:solidFill>
              <a:effectLst>
                <a:outerShdw blurRad="257175" algn="ctr" rotWithShape="0">
                  <a:srgbClr val="00BFFF">
                    <a:alpha val="34902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643642" y="1023938"/>
            <a:ext cx="2891133" cy="1128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拓展研究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：架构敏感性差异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高斯噪声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联合误差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α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宽范围外推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Dithering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机理判决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Exp2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深层迁移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8086725" y="959688"/>
            <a:ext cx="28575" cy="12619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5" h="1987">
                <a:moveTo>
                  <a:pt x="45" y="1987"/>
                </a:moveTo>
                <a:cubicBezTo>
                  <a:pt x="18" y="1965"/>
                  <a:pt x="0" y="1932"/>
                  <a:pt x="0" y="1894"/>
                </a:cubicBezTo>
                <a:lnTo>
                  <a:pt x="0" y="94"/>
                </a:lnTo>
                <a:cubicBezTo>
                  <a:pt x="0" y="56"/>
                  <a:pt x="18" y="22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461645" y="2404745"/>
            <a:ext cx="5553075" cy="4320540"/>
          </a:xfrm>
          <a:custGeom>
            <a:avLst/>
            <a:gdLst>
              <a:gd name="sw" fmla="*/ 1 w 8745"/>
              <a:gd name="sh" fmla="*/ 1 h 6803"/>
              <a:gd name="mins" fmla="min sw sh"/>
              <a:gd name="dsw" fmla="+- 0 sw mins"/>
              <a:gd name="dsh" fmla="+- 0 sh mins"/>
              <a:gd name="p0x0" fmla="*/ 120 w 8745"/>
              <a:gd name="p0y0" fmla="*/ 0 h 6803"/>
              <a:gd name="p0x1" fmla="*/ 8625 w 8745"/>
              <a:gd name="p0y1" fmla="*/ 0 h 6803"/>
              <a:gd name="p0x2" fmla="*/ 8691 w 8745"/>
              <a:gd name="p0y2" fmla="*/ 0 h 6803"/>
              <a:gd name="p0x3" fmla="*/ 8745 w 8745"/>
              <a:gd name="p0y3" fmla="*/ 53 h 6803"/>
              <a:gd name="p0x4" fmla="*/ 8745 w 8745"/>
              <a:gd name="p0y4" fmla="*/ 120 h 6803"/>
              <a:gd name="p0x5" fmla="*/ 8745 w 8745"/>
              <a:gd name="p0y5" fmla="*/ 6683 h 6803"/>
              <a:gd name="p0x6" fmla="*/ 8745 w 8745"/>
              <a:gd name="p0y6" fmla="*/ 6750 h 6803"/>
              <a:gd name="p0x7" fmla="*/ 8691 w 8745"/>
              <a:gd name="p0y7" fmla="*/ 6803 h 6803"/>
              <a:gd name="p0x8" fmla="*/ 8625 w 8745"/>
              <a:gd name="p0y8" fmla="*/ 6803 h 6803"/>
              <a:gd name="p0x9" fmla="*/ 120 w 8745"/>
              <a:gd name="p0y9" fmla="*/ 6803 h 6803"/>
              <a:gd name="p0x10" fmla="*/ 53 w 8745"/>
              <a:gd name="p0y10" fmla="*/ 6803 h 6803"/>
              <a:gd name="p0x11" fmla="*/ 0 w 8745"/>
              <a:gd name="p0y11" fmla="*/ 6750 h 6803"/>
              <a:gd name="p0x12" fmla="*/ 0 w 8745"/>
              <a:gd name="p0y12" fmla="*/ 6683 h 6803"/>
              <a:gd name="p0x13" fmla="*/ 0 w 8745"/>
              <a:gd name="p0y13" fmla="*/ 120 h 6803"/>
              <a:gd name="p0x14" fmla="*/ 0 w 8745"/>
              <a:gd name="p0y14" fmla="*/ 53 h 6803"/>
              <a:gd name="p0x15" fmla="*/ 53 w 8745"/>
              <a:gd name="p0y15" fmla="*/ 0 h 6803"/>
              <a:gd name="p0x16" fmla="*/ 120 w 8745"/>
              <a:gd name="p0y16" fmla="*/ 0 h 68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57225" y="25882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14375" y="2645410"/>
            <a:ext cx="152400" cy="152400"/>
          </a:xfrm>
          <a:prstGeom prst="rect">
            <a:avLst/>
          </a:prstGeom>
          <a:noFill/>
        </p:spPr>
      </p:pic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038225" y="25431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模型覆盖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表格 28"/>
          <p:cNvGraphicFramePr/>
          <p:nvPr>
            <p:custDataLst>
              <p:tags r:id="rId26"/>
            </p:custDataLst>
          </p:nvPr>
        </p:nvGraphicFramePr>
        <p:xfrm>
          <a:off x="657225" y="2995930"/>
          <a:ext cx="5162550" cy="3571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480"/>
                <a:gridCol w="2871255"/>
                <a:gridCol w="1262813"/>
              </a:tblGrid>
              <a:tr h="338137">
                <a:tc>
                  <a:txBody>
                    <a:bodyPr wrap="square"/>
                    <a:p>
                      <a:pPr algn="l"/>
                      <a:r>
                        <a:rPr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类型</a:t>
                      </a:r>
                      <a:endParaRPr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参数量</a:t>
                      </a:r>
                      <a:endParaRPr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浅层前馈</a:t>
                      </a:r>
                      <a:endParaRPr sz="1500" b="0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SimpleCNN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 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0.24M</a:t>
                      </a:r>
                      <a:endParaRPr sz="15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浅层增强</a:t>
                      </a:r>
                      <a:endParaRPr sz="1500" b="0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RobustCNN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 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0.2</a:t>
                      </a:r>
                      <a:r>
                        <a:rPr lang="en-US" altLang="zh-CN"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M</a:t>
                      </a:r>
                      <a:endParaRPr lang="en-US" alt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深层残差</a:t>
                      </a:r>
                      <a:endParaRPr sz="1500" b="0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ResNet-18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 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11.17M</a:t>
                      </a:r>
                      <a:endParaRPr sz="15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7700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深层前馈</a:t>
                      </a:r>
                      <a:endParaRPr sz="1500" b="0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 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9.2M</a:t>
                      </a:r>
                      <a:endParaRPr sz="15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42937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深层增强</a:t>
                      </a:r>
                      <a:endParaRPr sz="1500" b="0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RobustVGG11 / RobustResNet18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 </a:t>
                      </a:r>
                      <a:r>
                        <a:rPr lang="en-US" altLang="zh-CN"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9.8</a:t>
                      </a:r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4M </a:t>
                      </a:r>
                      <a:r>
                        <a:rPr lang="en-US" altLang="zh-CN"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endParaRPr lang="en-US" altLang="zh-CN" sz="15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l"/>
                      <a:r>
                        <a:rPr sz="150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11.87M</a:t>
                      </a:r>
                      <a:endParaRPr lang="en-US" altLang="zh-CN" sz="15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76200" marR="76200" marT="66675" marB="66675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6176645" y="2404745"/>
            <a:ext cx="5553075" cy="4143375"/>
          </a:xfrm>
          <a:custGeom>
            <a:avLst/>
            <a:gdLst>
              <a:gd name="sw" fmla="*/ 1 w 8745"/>
              <a:gd name="sh" fmla="*/ 1 h 6525"/>
              <a:gd name="mins" fmla="min sw sh"/>
              <a:gd name="dsw" fmla="+- 0 sw mins"/>
              <a:gd name="dsh" fmla="+- 0 sh mins"/>
              <a:gd name="p0x0" fmla="*/ 120 w 8745"/>
              <a:gd name="p0y0" fmla="*/ 0 h 6525"/>
              <a:gd name="p0x1" fmla="*/ 8625 w 8745"/>
              <a:gd name="p0y1" fmla="*/ 0 h 6525"/>
              <a:gd name="p0x2" fmla="*/ 8691 w 8745"/>
              <a:gd name="p0y2" fmla="*/ 0 h 6525"/>
              <a:gd name="p0x3" fmla="*/ 8745 w 8745"/>
              <a:gd name="p0y3" fmla="*/ 53 h 6525"/>
              <a:gd name="p0x4" fmla="*/ 8745 w 8745"/>
              <a:gd name="p0y4" fmla="*/ 120 h 6525"/>
              <a:gd name="p0x5" fmla="*/ 8745 w 8745"/>
              <a:gd name="p0y5" fmla="*/ 6405 h 6525"/>
              <a:gd name="p0x6" fmla="*/ 8745 w 8745"/>
              <a:gd name="p0y6" fmla="*/ 6471 h 6525"/>
              <a:gd name="p0x7" fmla="*/ 8691 w 8745"/>
              <a:gd name="p0y7" fmla="*/ 6525 h 6525"/>
              <a:gd name="p0x8" fmla="*/ 8625 w 8745"/>
              <a:gd name="p0y8" fmla="*/ 6525 h 6525"/>
              <a:gd name="p0x9" fmla="*/ 120 w 8745"/>
              <a:gd name="p0y9" fmla="*/ 6525 h 6525"/>
              <a:gd name="p0x10" fmla="*/ 53 w 8745"/>
              <a:gd name="p0y10" fmla="*/ 6525 h 6525"/>
              <a:gd name="p0x11" fmla="*/ 0 w 8745"/>
              <a:gd name="p0y11" fmla="*/ 6471 h 6525"/>
              <a:gd name="p0x12" fmla="*/ 0 w 8745"/>
              <a:gd name="p0y12" fmla="*/ 6405 h 6525"/>
              <a:gd name="p0x13" fmla="*/ 0 w 8745"/>
              <a:gd name="p0y13" fmla="*/ 120 h 6525"/>
              <a:gd name="p0x14" fmla="*/ 0 w 8745"/>
              <a:gd name="p0y14" fmla="*/ 53 h 6525"/>
              <a:gd name="p0x15" fmla="*/ 53 w 8745"/>
              <a:gd name="p0y15" fmla="*/ 0 h 6525"/>
              <a:gd name="p0x16" fmla="*/ 120 w 8745"/>
              <a:gd name="p0y16" fmla="*/ 0 h 6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372225" y="25882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29375" y="2645410"/>
            <a:ext cx="152400" cy="152400"/>
          </a:xfrm>
          <a:prstGeom prst="rect">
            <a:avLst/>
          </a:prstGeom>
          <a:noFill/>
        </p:spPr>
      </p:pic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6753225" y="2543175"/>
            <a:ext cx="24003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训练配置与数据集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6376670" y="3001010"/>
            <a:ext cx="5153025" cy="1066800"/>
          </a:xfrm>
          <a:custGeom>
            <a:avLst/>
            <a:gdLst>
              <a:gd name="sw" fmla="*/ 1 w 8115"/>
              <a:gd name="sh" fmla="*/ 1 h 1680"/>
              <a:gd name="mins" fmla="min sw sh"/>
              <a:gd name="dsw" fmla="+- 0 sw mins"/>
              <a:gd name="dsh" fmla="+- 0 sh mins"/>
              <a:gd name="p0x0" fmla="*/ 120 w 8115"/>
              <a:gd name="p0y0" fmla="*/ 0 h 1680"/>
              <a:gd name="p0x1" fmla="*/ 7995 w 8115"/>
              <a:gd name="p0y1" fmla="*/ 0 h 1680"/>
              <a:gd name="p0x2" fmla="*/ 8061 w 8115"/>
              <a:gd name="p0y2" fmla="*/ 0 h 1680"/>
              <a:gd name="p0x3" fmla="*/ 8115 w 8115"/>
              <a:gd name="p0y3" fmla="*/ 53 h 1680"/>
              <a:gd name="p0x4" fmla="*/ 8115 w 8115"/>
              <a:gd name="p0y4" fmla="*/ 120 h 1680"/>
              <a:gd name="p0x5" fmla="*/ 8115 w 8115"/>
              <a:gd name="p0y5" fmla="*/ 1560 h 1680"/>
              <a:gd name="p0x6" fmla="*/ 8115 w 8115"/>
              <a:gd name="p0y6" fmla="*/ 1626 h 1680"/>
              <a:gd name="p0x7" fmla="*/ 8061 w 8115"/>
              <a:gd name="p0y7" fmla="*/ 1680 h 1680"/>
              <a:gd name="p0x8" fmla="*/ 7995 w 8115"/>
              <a:gd name="p0y8" fmla="*/ 1680 h 1680"/>
              <a:gd name="p0x9" fmla="*/ 120 w 8115"/>
              <a:gd name="p0y9" fmla="*/ 1680 h 1680"/>
              <a:gd name="p0x10" fmla="*/ 53 w 8115"/>
              <a:gd name="p0y10" fmla="*/ 1680 h 1680"/>
              <a:gd name="p0x11" fmla="*/ 0 w 8115"/>
              <a:gd name="p0y11" fmla="*/ 1626 h 1680"/>
              <a:gd name="p0x12" fmla="*/ 0 w 8115"/>
              <a:gd name="p0y12" fmla="*/ 1560 h 1680"/>
              <a:gd name="p0x13" fmla="*/ 0 w 8115"/>
              <a:gd name="p0y13" fmla="*/ 120 h 1680"/>
              <a:gd name="p0x14" fmla="*/ 0 w 8115"/>
              <a:gd name="p0y14" fmla="*/ 53 h 1680"/>
              <a:gd name="p0x15" fmla="*/ 53 w 8115"/>
              <a:gd name="p0y15" fmla="*/ 0 h 1680"/>
              <a:gd name="p0x16" fmla="*/ 120 w 8115"/>
              <a:gd name="p0y16" fmla="*/ 0 h 16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00BFFF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6534150" y="3120333"/>
            <a:ext cx="48387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统一配置</a:t>
            </a:r>
            <a:endParaRPr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6534150" y="3325120"/>
            <a:ext cx="329438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SGD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（动量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0.9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，权重衰减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1e-4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endParaRPr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CosineAnnealingLR</a:t>
            </a:r>
            <a:r>
              <a:rPr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固定种子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42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6376670" y="4191635"/>
            <a:ext cx="5153025" cy="1052195"/>
          </a:xfrm>
          <a:custGeom>
            <a:avLst/>
            <a:gdLst>
              <a:gd name="sw" fmla="*/ 1 w 8115"/>
              <a:gd name="sh" fmla="*/ 1 h 1657"/>
              <a:gd name="mins" fmla="min sw sh"/>
              <a:gd name="dsw" fmla="+- 0 sw mins"/>
              <a:gd name="dsh" fmla="+- 0 sh mins"/>
              <a:gd name="p0x0" fmla="*/ 120 w 8115"/>
              <a:gd name="p0y0" fmla="*/ 0 h 1657"/>
              <a:gd name="p0x1" fmla="*/ 7995 w 8115"/>
              <a:gd name="p0y1" fmla="*/ 0 h 1657"/>
              <a:gd name="p0x2" fmla="*/ 8061 w 8115"/>
              <a:gd name="p0y2" fmla="*/ 0 h 1657"/>
              <a:gd name="p0x3" fmla="*/ 8115 w 8115"/>
              <a:gd name="p0y3" fmla="*/ 53 h 1657"/>
              <a:gd name="p0x4" fmla="*/ 8115 w 8115"/>
              <a:gd name="p0y4" fmla="*/ 120 h 1657"/>
              <a:gd name="p0x5" fmla="*/ 8115 w 8115"/>
              <a:gd name="p0y5" fmla="*/ 1537 h 1657"/>
              <a:gd name="p0x6" fmla="*/ 8115 w 8115"/>
              <a:gd name="p0y6" fmla="*/ 1603 h 1657"/>
              <a:gd name="p0x7" fmla="*/ 8061 w 8115"/>
              <a:gd name="p0y7" fmla="*/ 1657 h 1657"/>
              <a:gd name="p0x8" fmla="*/ 7995 w 8115"/>
              <a:gd name="p0y8" fmla="*/ 1657 h 1657"/>
              <a:gd name="p0x9" fmla="*/ 120 w 8115"/>
              <a:gd name="p0y9" fmla="*/ 1657 h 1657"/>
              <a:gd name="p0x10" fmla="*/ 53 w 8115"/>
              <a:gd name="p0y10" fmla="*/ 1657 h 1657"/>
              <a:gd name="p0x11" fmla="*/ 0 w 8115"/>
              <a:gd name="p0y11" fmla="*/ 1603 h 1657"/>
              <a:gd name="p0x12" fmla="*/ 0 w 8115"/>
              <a:gd name="p0y12" fmla="*/ 1537 h 1657"/>
              <a:gd name="p0x13" fmla="*/ 0 w 8115"/>
              <a:gd name="p0y13" fmla="*/ 120 h 1657"/>
              <a:gd name="p0x14" fmla="*/ 0 w 8115"/>
              <a:gd name="p0y14" fmla="*/ 53 h 1657"/>
              <a:gd name="p0x15" fmla="*/ 53 w 8115"/>
              <a:gd name="p0y15" fmla="*/ 0 h 1657"/>
              <a:gd name="p0x16" fmla="*/ 120 w 8115"/>
              <a:gd name="p0y16" fmla="*/ 0 h 16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00BFFF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6534150" y="4310958"/>
            <a:ext cx="48387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CIFAR-10</a:t>
            </a:r>
            <a:endParaRPr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6534150" y="4515745"/>
            <a:ext cx="4838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60,000</a:t>
            </a:r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32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彩色图像，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endParaRPr lang="zh-CN" altLang="en-US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6534150" y="4872933"/>
            <a:ext cx="127769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50,000</a:t>
            </a:r>
            <a:endParaRPr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7773743" y="4872933"/>
            <a:ext cx="127769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10,000</a:t>
            </a:r>
            <a:endParaRPr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6372225" y="6014720"/>
            <a:ext cx="5162550" cy="375920"/>
            <a:chOff x="10035" y="9472"/>
            <a:chExt cx="8130" cy="592"/>
          </a:xfrm>
        </p:grpSpPr>
        <p:sp>
          <p:nvSpPr>
            <p:cNvPr id="43" name="任意多边形 42"/>
            <p:cNvSpPr/>
            <p:nvPr>
              <p:custDataLst>
                <p:tags r:id="rId41"/>
              </p:custDataLst>
            </p:nvPr>
          </p:nvSpPr>
          <p:spPr>
            <a:xfrm>
              <a:off x="10035" y="9472"/>
              <a:ext cx="8130" cy="593"/>
            </a:xfrm>
            <a:custGeom>
              <a:avLst/>
              <a:gdLst>
                <a:gd name="sw" fmla="*/ 1 w 8130"/>
                <a:gd name="sh" fmla="*/ 1 h 592"/>
                <a:gd name="mins" fmla="min sw sh"/>
                <a:gd name="dsw" fmla="+- 0 sw mins"/>
                <a:gd name="dsh" fmla="+- 0 sh mins"/>
                <a:gd name="p0x0" fmla="*/ 0 w 8130"/>
                <a:gd name="p0y0" fmla="*/ 0 h 592"/>
                <a:gd name="p0x1" fmla="*/ 8130 w 8130"/>
                <a:gd name="p0y1" fmla="*/ 0 h 592"/>
                <a:gd name="p0x2" fmla="*/ 8130 w 8130"/>
                <a:gd name="p0y2" fmla="*/ 592 h 592"/>
                <a:gd name="p0x3" fmla="*/ 0 w 8130"/>
                <a:gd name="p0y3" fmla="*/ 592 h 592"/>
                <a:gd name="p0x4" fmla="*/ 0 w 8130"/>
                <a:gd name="p0y4" fmla="*/ 0 h 59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42"/>
              </p:custDataLst>
            </p:nvPr>
          </p:nvSpPr>
          <p:spPr>
            <a:xfrm>
              <a:off x="10035" y="9472"/>
              <a:ext cx="8130" cy="15"/>
            </a:xfrm>
            <a:custGeom>
              <a:avLst/>
              <a:gdLst>
                <a:gd name="sw" fmla="*/ 1 w 8130"/>
                <a:gd name="sh" fmla="*/ 1 h 15"/>
                <a:gd name="mins" fmla="min sw sh"/>
                <a:gd name="dsw" fmla="+- 0 sw mins"/>
                <a:gd name="dsh" fmla="+- 0 sh mins"/>
                <a:gd name="p0x0" fmla="*/ 0 w 8130"/>
                <a:gd name="p0y0" fmla="*/ 0 h 15"/>
                <a:gd name="p0x1" fmla="*/ 8130 w 8130"/>
                <a:gd name="p0y1" fmla="*/ 0 h 15"/>
                <a:gd name="p0x2" fmla="*/ 8130 w 8130"/>
                <a:gd name="p0y2" fmla="*/ 15 h 15"/>
                <a:gd name="p0x3" fmla="*/ 0 w 8130"/>
                <a:gd name="p0y3" fmla="*/ 15 h 15"/>
                <a:gd name="p0x4" fmla="*/ 0 w 813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6" name="图片 45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6372225" y="6188710"/>
            <a:ext cx="152400" cy="152400"/>
          </a:xfrm>
          <a:prstGeom prst="rect">
            <a:avLst/>
          </a:prstGeom>
          <a:noFill/>
        </p:spPr>
      </p:pic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6600825" y="6138864"/>
            <a:ext cx="4000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支持断点续训、丰富可视化与自动化消融汇总</a:t>
            </a:r>
            <a:endParaRPr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461645" y="1128395"/>
            <a:ext cx="5534025" cy="5267325"/>
          </a:xfrm>
          <a:custGeom>
            <a:avLst/>
            <a:gdLst>
              <a:gd name="sw" fmla="*/ 1 w 8715"/>
              <a:gd name="sh" fmla="*/ 1 h 8295"/>
              <a:gd name="mins" fmla="min sw sh"/>
              <a:gd name="dsw" fmla="+- 0 sw mins"/>
              <a:gd name="dsh" fmla="+- 0 sh mins"/>
              <a:gd name="p0x0" fmla="*/ 120 w 8715"/>
              <a:gd name="p0y0" fmla="*/ 0 h 8295"/>
              <a:gd name="p0x1" fmla="*/ 8595 w 8715"/>
              <a:gd name="p0y1" fmla="*/ 0 h 8295"/>
              <a:gd name="p0x2" fmla="*/ 8661 w 8715"/>
              <a:gd name="p0y2" fmla="*/ 0 h 8295"/>
              <a:gd name="p0x3" fmla="*/ 8715 w 8715"/>
              <a:gd name="p0y3" fmla="*/ 53 h 8295"/>
              <a:gd name="p0x4" fmla="*/ 8715 w 8715"/>
              <a:gd name="p0y4" fmla="*/ 120 h 8295"/>
              <a:gd name="p0x5" fmla="*/ 8715 w 8715"/>
              <a:gd name="p0y5" fmla="*/ 8175 h 8295"/>
              <a:gd name="p0x6" fmla="*/ 8715 w 8715"/>
              <a:gd name="p0y6" fmla="*/ 8241 h 8295"/>
              <a:gd name="p0x7" fmla="*/ 8661 w 8715"/>
              <a:gd name="p0y7" fmla="*/ 8295 h 8295"/>
              <a:gd name="p0x8" fmla="*/ 8595 w 8715"/>
              <a:gd name="p0y8" fmla="*/ 8295 h 8295"/>
              <a:gd name="p0x9" fmla="*/ 120 w 8715"/>
              <a:gd name="p0y9" fmla="*/ 8295 h 8295"/>
              <a:gd name="p0x10" fmla="*/ 53 w 8715"/>
              <a:gd name="p0y10" fmla="*/ 8295 h 8295"/>
              <a:gd name="p0x11" fmla="*/ 0 w 8715"/>
              <a:gd name="p0y11" fmla="*/ 8241 h 8295"/>
              <a:gd name="p0x12" fmla="*/ 0 w 8715"/>
              <a:gd name="p0y12" fmla="*/ 8175 h 8295"/>
              <a:gd name="p0x13" fmla="*/ 0 w 8715"/>
              <a:gd name="p0y13" fmla="*/ 120 h 8295"/>
              <a:gd name="p0x14" fmla="*/ 0 w 8715"/>
              <a:gd name="p0y14" fmla="*/ 53 h 8295"/>
              <a:gd name="p0x15" fmla="*/ 53 w 8715"/>
              <a:gd name="p0y15" fmla="*/ 0 h 8295"/>
              <a:gd name="p0x16" fmla="*/ 120 w 8715"/>
              <a:gd name="p0y16" fmla="*/ 0 h 8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61670" y="13335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900" y="1395095"/>
            <a:ext cx="209550" cy="2095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114425" y="1323975"/>
            <a:ext cx="26670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三次多项式失真模型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661670" y="1833245"/>
            <a:ext cx="5133975" cy="1266825"/>
          </a:xfrm>
          <a:custGeom>
            <a:avLst/>
            <a:gdLst>
              <a:gd name="sw" fmla="*/ 1 w 8085"/>
              <a:gd name="sh" fmla="*/ 1 h 1995"/>
              <a:gd name="mins" fmla="min sw sh"/>
              <a:gd name="dsw" fmla="+- 0 sw mins"/>
              <a:gd name="dsh" fmla="+- 0 sh mins"/>
              <a:gd name="p0x0" fmla="*/ 180 w 8085"/>
              <a:gd name="p0y0" fmla="*/ 0 h 1995"/>
              <a:gd name="p0x1" fmla="*/ 7905 w 8085"/>
              <a:gd name="p0y1" fmla="*/ 0 h 1995"/>
              <a:gd name="p0x2" fmla="*/ 8004 w 8085"/>
              <a:gd name="p0y2" fmla="*/ 0 h 1995"/>
              <a:gd name="p0x3" fmla="*/ 8085 w 8085"/>
              <a:gd name="p0y3" fmla="*/ 80 h 1995"/>
              <a:gd name="p0x4" fmla="*/ 8085 w 8085"/>
              <a:gd name="p0y4" fmla="*/ 180 h 1995"/>
              <a:gd name="p0x5" fmla="*/ 8085 w 8085"/>
              <a:gd name="p0y5" fmla="*/ 1815 h 1995"/>
              <a:gd name="p0x6" fmla="*/ 8085 w 8085"/>
              <a:gd name="p0y6" fmla="*/ 1914 h 1995"/>
              <a:gd name="p0x7" fmla="*/ 8004 w 8085"/>
              <a:gd name="p0y7" fmla="*/ 1995 h 1995"/>
              <a:gd name="p0x8" fmla="*/ 7905 w 8085"/>
              <a:gd name="p0y8" fmla="*/ 1995 h 1995"/>
              <a:gd name="p0x9" fmla="*/ 180 w 8085"/>
              <a:gd name="p0y9" fmla="*/ 1995 h 1995"/>
              <a:gd name="p0x10" fmla="*/ 80 w 8085"/>
              <a:gd name="p0y10" fmla="*/ 1995 h 1995"/>
              <a:gd name="p0x11" fmla="*/ 0 w 8085"/>
              <a:gd name="p0y11" fmla="*/ 1914 h 1995"/>
              <a:gd name="p0x12" fmla="*/ 0 w 8085"/>
              <a:gd name="p0y12" fmla="*/ 1815 h 1995"/>
              <a:gd name="p0x13" fmla="*/ 0 w 8085"/>
              <a:gd name="p0y13" fmla="*/ 180 h 1995"/>
              <a:gd name="p0x14" fmla="*/ 0 w 8085"/>
              <a:gd name="p0y14" fmla="*/ 80 h 1995"/>
              <a:gd name="p0x15" fmla="*/ 80 w 8085"/>
              <a:gd name="p0y15" fmla="*/ 0 h 1995"/>
              <a:gd name="p0x16" fmla="*/ 180 w 8085"/>
              <a:gd name="p0y16" fmla="*/ 0 h 1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1494311" y="2045017"/>
            <a:ext cx="3469262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 i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y</a:t>
            </a:r>
            <a:r>
              <a:rPr sz="2400" b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sz="2400" b="1" spc="48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α</a:t>
            </a:r>
            <a:r>
              <a:rPr sz="2400" b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sz="2400" b="1" i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x̃</a:t>
            </a:r>
            <a:r>
              <a:rPr sz="2400" b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³ + (1−</a:t>
            </a:r>
            <a:r>
              <a:rPr sz="2400" b="1" spc="48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α</a:t>
            </a:r>
            <a:r>
              <a:rPr sz="2400" b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)·</a:t>
            </a:r>
            <a:r>
              <a:rPr sz="2400" b="1" i="1" spc="48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x̃</a:t>
            </a:r>
            <a:endParaRPr sz="2400" b="1" i="1" spc="48">
              <a:solidFill>
                <a:srgbClr val="FFF2B3"/>
              </a:solidFill>
              <a:effectLst>
                <a:outerShdw blurRad="285750" algn="ctr" rotWithShape="0">
                  <a:srgbClr val="00BFFF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706909" y="2547938"/>
            <a:ext cx="304405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i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x̃</a:t>
            </a:r>
            <a:r>
              <a:rPr 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为逐样本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∞-</a:t>
            </a:r>
            <a:r>
              <a:rPr lang="zh-CN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范数归一化</a:t>
            </a:r>
            <a:r>
              <a:rPr 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激活值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2"/>
            </p:custDataLst>
          </p:nvPr>
        </p:nvGraphicFramePr>
        <p:xfrm>
          <a:off x="657225" y="3257550"/>
          <a:ext cx="5143508" cy="2328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446"/>
                <a:gridCol w="1848002"/>
                <a:gridCol w="2161060"/>
              </a:tblGrid>
              <a:tr h="238125">
                <a:tc>
                  <a:txBody>
                    <a:bodyPr wrap="square"/>
                    <a:p>
                      <a:pPr algn="l"/>
                      <a:r>
                        <a:rPr lang="en-US"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α </a:t>
                      </a:r>
                      <a:r>
                        <a:rPr lang="zh-CN"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取值</a:t>
                      </a:r>
                      <a:endParaRPr lang="zh-CN"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物理意义</a:t>
                      </a:r>
                      <a:endParaRPr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0" spc="72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信号效应</a:t>
                      </a:r>
                      <a:endParaRPr sz="1200" b="0" spc="72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38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56986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 = 0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理想线性</a:t>
                      </a:r>
                      <a:endParaRPr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无失真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</a:tr>
              <a:tr h="56986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 &gt; 0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正增益饱和</a:t>
                      </a:r>
                      <a:endParaRPr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大信号被</a:t>
                      </a:r>
                      <a:r>
                        <a:rPr sz="15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放大</a:t>
                      </a:r>
                      <a:endParaRPr sz="150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</a:tr>
              <a:tr h="57001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 &lt; 0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负增益截止</a:t>
                      </a:r>
                      <a:endParaRPr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大信号被</a:t>
                      </a:r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压缩</a:t>
                      </a:r>
                      <a:endParaRPr sz="1500" b="1">
                        <a:solidFill>
                          <a:srgbClr val="AE98B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661670" y="5705475"/>
            <a:ext cx="5133975" cy="490220"/>
          </a:xfrm>
          <a:custGeom>
            <a:avLst/>
            <a:gdLst>
              <a:gd name="sw" fmla="*/ 1 w 8085"/>
              <a:gd name="sh" fmla="*/ 1 h 772"/>
              <a:gd name="mins" fmla="min sw sh"/>
              <a:gd name="dsw" fmla="+- 0 sw mins"/>
              <a:gd name="dsh" fmla="+- 0 sh mins"/>
              <a:gd name="p0x0" fmla="*/ 120 w 8085"/>
              <a:gd name="p0y0" fmla="*/ 0 h 772"/>
              <a:gd name="p0x1" fmla="*/ 7965 w 8085"/>
              <a:gd name="p0y1" fmla="*/ 0 h 772"/>
              <a:gd name="p0x2" fmla="*/ 8031 w 8085"/>
              <a:gd name="p0y2" fmla="*/ 0 h 772"/>
              <a:gd name="p0x3" fmla="*/ 8085 w 8085"/>
              <a:gd name="p0y3" fmla="*/ 53 h 772"/>
              <a:gd name="p0x4" fmla="*/ 8085 w 8085"/>
              <a:gd name="p0y4" fmla="*/ 120 h 772"/>
              <a:gd name="p0x5" fmla="*/ 8085 w 8085"/>
              <a:gd name="p0y5" fmla="*/ 652 h 772"/>
              <a:gd name="p0x6" fmla="*/ 8085 w 8085"/>
              <a:gd name="p0y6" fmla="*/ 718 h 772"/>
              <a:gd name="p0x7" fmla="*/ 8031 w 8085"/>
              <a:gd name="p0y7" fmla="*/ 772 h 772"/>
              <a:gd name="p0x8" fmla="*/ 7965 w 8085"/>
              <a:gd name="p0y8" fmla="*/ 772 h 772"/>
              <a:gd name="p0x9" fmla="*/ 120 w 8085"/>
              <a:gd name="p0y9" fmla="*/ 772 h 772"/>
              <a:gd name="p0x10" fmla="*/ 53 w 8085"/>
              <a:gd name="p0y10" fmla="*/ 772 h 772"/>
              <a:gd name="p0x11" fmla="*/ 0 w 8085"/>
              <a:gd name="p0y11" fmla="*/ 718 h 772"/>
              <a:gd name="p0x12" fmla="*/ 0 w 8085"/>
              <a:gd name="p0y12" fmla="*/ 652 h 772"/>
              <a:gd name="p0x13" fmla="*/ 0 w 8085"/>
              <a:gd name="p0y13" fmla="*/ 120 h 772"/>
              <a:gd name="p0x14" fmla="*/ 0 w 8085"/>
              <a:gd name="p0y14" fmla="*/ 53 h 772"/>
              <a:gd name="p0x15" fmla="*/ 53 w 8085"/>
              <a:gd name="p0y15" fmla="*/ 0 h 772"/>
              <a:gd name="p0x16" fmla="*/ 120 w 808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2169471" y="5824538"/>
            <a:ext cx="21189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|α|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越大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非线性越强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6195695" y="1128395"/>
            <a:ext cx="5534025" cy="5267325"/>
          </a:xfrm>
          <a:custGeom>
            <a:avLst/>
            <a:gdLst>
              <a:gd name="sw" fmla="*/ 1 w 8715"/>
              <a:gd name="sh" fmla="*/ 1 h 8295"/>
              <a:gd name="mins" fmla="min sw sh"/>
              <a:gd name="dsw" fmla="+- 0 sw mins"/>
              <a:gd name="dsh" fmla="+- 0 sh mins"/>
              <a:gd name="p0x0" fmla="*/ 120 w 8715"/>
              <a:gd name="p0y0" fmla="*/ 0 h 8295"/>
              <a:gd name="p0x1" fmla="*/ 8595 w 8715"/>
              <a:gd name="p0y1" fmla="*/ 0 h 8295"/>
              <a:gd name="p0x2" fmla="*/ 8661 w 8715"/>
              <a:gd name="p0y2" fmla="*/ 0 h 8295"/>
              <a:gd name="p0x3" fmla="*/ 8715 w 8715"/>
              <a:gd name="p0y3" fmla="*/ 53 h 8295"/>
              <a:gd name="p0x4" fmla="*/ 8715 w 8715"/>
              <a:gd name="p0y4" fmla="*/ 120 h 8295"/>
              <a:gd name="p0x5" fmla="*/ 8715 w 8715"/>
              <a:gd name="p0y5" fmla="*/ 8175 h 8295"/>
              <a:gd name="p0x6" fmla="*/ 8715 w 8715"/>
              <a:gd name="p0y6" fmla="*/ 8241 h 8295"/>
              <a:gd name="p0x7" fmla="*/ 8661 w 8715"/>
              <a:gd name="p0y7" fmla="*/ 8295 h 8295"/>
              <a:gd name="p0x8" fmla="*/ 8595 w 8715"/>
              <a:gd name="p0y8" fmla="*/ 8295 h 8295"/>
              <a:gd name="p0x9" fmla="*/ 120 w 8715"/>
              <a:gd name="p0y9" fmla="*/ 8295 h 8295"/>
              <a:gd name="p0x10" fmla="*/ 53 w 8715"/>
              <a:gd name="p0y10" fmla="*/ 8295 h 8295"/>
              <a:gd name="p0x11" fmla="*/ 0 w 8715"/>
              <a:gd name="p0y11" fmla="*/ 8241 h 8295"/>
              <a:gd name="p0x12" fmla="*/ 0 w 8715"/>
              <a:gd name="p0y12" fmla="*/ 8175 h 8295"/>
              <a:gd name="p0x13" fmla="*/ 0 w 8715"/>
              <a:gd name="p0y13" fmla="*/ 120 h 8295"/>
              <a:gd name="p0x14" fmla="*/ 0 w 8715"/>
              <a:gd name="p0y14" fmla="*/ 53 h 8295"/>
              <a:gd name="p0x15" fmla="*/ 53 w 8715"/>
              <a:gd name="p0y15" fmla="*/ 0 h 8295"/>
              <a:gd name="p0x16" fmla="*/ 120 w 8715"/>
              <a:gd name="p0y16" fmla="*/ 0 h 8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6395720" y="13335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57950" y="1395095"/>
            <a:ext cx="209550" cy="209550"/>
          </a:xfrm>
          <a:prstGeom prst="rect">
            <a:avLst/>
          </a:prstGeom>
          <a:noFill/>
        </p:spPr>
      </p:pic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6848475" y="1323975"/>
            <a:ext cx="3338294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Hook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注入与工程实现</a:t>
            </a:r>
            <a:endParaRPr lang="zh-CN" altLang="en-US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6391275" y="1828800"/>
            <a:ext cx="5143500" cy="723900"/>
            <a:chOff x="10065" y="2880"/>
            <a:chExt cx="8100" cy="1140"/>
          </a:xfrm>
        </p:grpSpPr>
        <p:sp>
          <p:nvSpPr>
            <p:cNvPr id="23" name="任意多边形 22"/>
            <p:cNvSpPr/>
            <p:nvPr>
              <p:custDataLst>
                <p:tags r:id="rId21"/>
              </p:custDataLst>
            </p:nvPr>
          </p:nvSpPr>
          <p:spPr>
            <a:xfrm>
              <a:off x="10065" y="2880"/>
              <a:ext cx="8100" cy="1140"/>
            </a:xfrm>
            <a:custGeom>
              <a:avLst/>
              <a:gdLst>
                <a:gd name="sw" fmla="*/ 1 w 8100"/>
                <a:gd name="sh" fmla="*/ 1 h 1140"/>
                <a:gd name="mins" fmla="min sw sh"/>
                <a:gd name="dsw" fmla="+- 0 sw mins"/>
                <a:gd name="dsh" fmla="+- 0 sh mins"/>
                <a:gd name="p0x0" fmla="*/ 120 w 8100"/>
                <a:gd name="p0y0" fmla="*/ 0 h 1140"/>
                <a:gd name="p0x1" fmla="*/ 7980 w 8100"/>
                <a:gd name="p0y1" fmla="*/ 0 h 1140"/>
                <a:gd name="p0x2" fmla="*/ 8046 w 8100"/>
                <a:gd name="p0y2" fmla="*/ 0 h 1140"/>
                <a:gd name="p0x3" fmla="*/ 8100 w 8100"/>
                <a:gd name="p0y3" fmla="*/ 53 h 1140"/>
                <a:gd name="p0x4" fmla="*/ 8100 w 8100"/>
                <a:gd name="p0y4" fmla="*/ 120 h 1140"/>
                <a:gd name="p0x5" fmla="*/ 8100 w 8100"/>
                <a:gd name="p0y5" fmla="*/ 1020 h 1140"/>
                <a:gd name="p0x6" fmla="*/ 8100 w 8100"/>
                <a:gd name="p0y6" fmla="*/ 1086 h 1140"/>
                <a:gd name="p0x7" fmla="*/ 8046 w 8100"/>
                <a:gd name="p0y7" fmla="*/ 1140 h 1140"/>
                <a:gd name="p0x8" fmla="*/ 7980 w 8100"/>
                <a:gd name="p0y8" fmla="*/ 1140 h 1140"/>
                <a:gd name="p0x9" fmla="*/ 120 w 8100"/>
                <a:gd name="p0y9" fmla="*/ 1140 h 1140"/>
                <a:gd name="p0x10" fmla="*/ 53 w 8100"/>
                <a:gd name="p0y10" fmla="*/ 1140 h 1140"/>
                <a:gd name="p0x11" fmla="*/ 0 w 8100"/>
                <a:gd name="p0y11" fmla="*/ 1086 h 1140"/>
                <a:gd name="p0x12" fmla="*/ 0 w 8100"/>
                <a:gd name="p0y12" fmla="*/ 1020 h 1140"/>
                <a:gd name="p0x13" fmla="*/ 0 w 8100"/>
                <a:gd name="p0y13" fmla="*/ 120 h 1140"/>
                <a:gd name="p0x14" fmla="*/ 0 w 8100"/>
                <a:gd name="p0y14" fmla="*/ 53 h 1140"/>
                <a:gd name="p0x15" fmla="*/ 53 w 8100"/>
                <a:gd name="p0y15" fmla="*/ 0 h 1140"/>
                <a:gd name="p0x16" fmla="*/ 120 w 8100"/>
                <a:gd name="p0y16" fmla="*/ 0 h 11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2"/>
              </p:custDataLst>
            </p:nvPr>
          </p:nvSpPr>
          <p:spPr>
            <a:xfrm>
              <a:off x="10139" y="2880"/>
              <a:ext cx="7990" cy="45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45 w 7990"/>
                <a:gd name="p0y0" fmla="*/ 0 h 45"/>
                <a:gd name="p0x1" fmla="*/ 7905 w 7990"/>
                <a:gd name="p0y1" fmla="*/ 0 h 45"/>
                <a:gd name="p0x2" fmla="*/ 7939 w 7990"/>
                <a:gd name="p0y2" fmla="*/ 0 h 45"/>
                <a:gd name="p0x3" fmla="*/ 7969 w 7990"/>
                <a:gd name="p0y3" fmla="*/ 13 h 45"/>
                <a:gd name="p0x4" fmla="*/ 7990 w 7990"/>
                <a:gd name="p0y4" fmla="*/ 35 h 45"/>
                <a:gd name="p0x5" fmla="*/ 7980 w 7990"/>
                <a:gd name="p0y5" fmla="*/ 45 h 45"/>
                <a:gd name="p0x6" fmla="*/ 7961 w 7990"/>
                <a:gd name="p0y6" fmla="*/ 26 h 45"/>
                <a:gd name="p0x7" fmla="*/ 7934 w 7990"/>
                <a:gd name="p0y7" fmla="*/ 15 h 45"/>
                <a:gd name="p0x8" fmla="*/ 7905 w 7990"/>
                <a:gd name="p0y8" fmla="*/ 15 h 45"/>
                <a:gd name="p0x9" fmla="*/ 45 w 7990"/>
                <a:gd name="p0y9" fmla="*/ 15 h 45"/>
                <a:gd name="p0x10" fmla="*/ 35 w 7990"/>
                <a:gd name="p0y10" fmla="*/ 15 h 45"/>
                <a:gd name="p0x11" fmla="*/ 26 w 7990"/>
                <a:gd name="p0y11" fmla="*/ 17 h 45"/>
                <a:gd name="p0x12" fmla="*/ 17 w 7990"/>
                <a:gd name="p0y12" fmla="*/ 22 h 45"/>
                <a:gd name="p0x13" fmla="*/ 0 w 7990"/>
                <a:gd name="p0y13" fmla="*/ 9 h 45"/>
                <a:gd name="p0x14" fmla="*/ 0 w 7990"/>
                <a:gd name="p0y14" fmla="*/ 9 h 45"/>
                <a:gd name="p0x15" fmla="*/ 14 w 7990"/>
                <a:gd name="p0y15" fmla="*/ 3 h 45"/>
                <a:gd name="p0x16" fmla="*/ 29 w 7990"/>
                <a:gd name="p0y16" fmla="*/ 0 h 45"/>
                <a:gd name="p0x17" fmla="*/ 45 w 799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3"/>
              </p:custDataLst>
            </p:nvPr>
          </p:nvSpPr>
          <p:spPr>
            <a:xfrm>
              <a:off x="18119" y="2915"/>
              <a:ext cx="46" cy="1069"/>
            </a:xfrm>
            <a:custGeom>
              <a:avLst/>
              <a:gdLst>
                <a:gd name="sw" fmla="*/ 1 w 45"/>
                <a:gd name="sh" fmla="*/ 1 h 1069"/>
                <a:gd name="mins" fmla="min sw sh"/>
                <a:gd name="dsw" fmla="+- 0 sw mins"/>
                <a:gd name="dsh" fmla="+- 0 sh mins"/>
                <a:gd name="p0x0" fmla="*/ 45 w 45"/>
                <a:gd name="p0y0" fmla="*/ 84 h 1069"/>
                <a:gd name="p0x1" fmla="*/ 45 w 45"/>
                <a:gd name="p0y1" fmla="*/ 984 h 1069"/>
                <a:gd name="p0x2" fmla="*/ 45 w 45"/>
                <a:gd name="p0y2" fmla="*/ 1017 h 1069"/>
                <a:gd name="p0x3" fmla="*/ 32 w 45"/>
                <a:gd name="p0y3" fmla="*/ 1047 h 1069"/>
                <a:gd name="p0x4" fmla="*/ 10 w 45"/>
                <a:gd name="p0y4" fmla="*/ 1069 h 1069"/>
                <a:gd name="p0x5" fmla="*/ 0 w 45"/>
                <a:gd name="p0y5" fmla="*/ 1059 h 1069"/>
                <a:gd name="p0x6" fmla="*/ 19 w 45"/>
                <a:gd name="p0y6" fmla="*/ 1040 h 1069"/>
                <a:gd name="p0x7" fmla="*/ 30 w 45"/>
                <a:gd name="p0y7" fmla="*/ 1013 h 1069"/>
                <a:gd name="p0x8" fmla="*/ 30 w 45"/>
                <a:gd name="p0y8" fmla="*/ 984 h 1069"/>
                <a:gd name="p0x9" fmla="*/ 30 w 45"/>
                <a:gd name="p0y9" fmla="*/ 84 h 1069"/>
                <a:gd name="p0x10" fmla="*/ 30 w 45"/>
                <a:gd name="p0y10" fmla="*/ 55 h 1069"/>
                <a:gd name="p0x11" fmla="*/ 19 w 45"/>
                <a:gd name="p0y11" fmla="*/ 29 h 1069"/>
                <a:gd name="p0x12" fmla="*/ 0 w 45"/>
                <a:gd name="p0y12" fmla="*/ 10 h 1069"/>
                <a:gd name="p0x13" fmla="*/ 10 w 45"/>
                <a:gd name="p0y13" fmla="*/ 0 h 1069"/>
                <a:gd name="p0x14" fmla="*/ 32 w 45"/>
                <a:gd name="p0y14" fmla="*/ 21 h 1069"/>
                <a:gd name="p0x15" fmla="*/ 45 w 45"/>
                <a:gd name="p0y15" fmla="*/ 51 h 1069"/>
                <a:gd name="p0x16" fmla="*/ 45 w 45"/>
                <a:gd name="p0y16" fmla="*/ 84 h 106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4"/>
              </p:custDataLst>
            </p:nvPr>
          </p:nvSpPr>
          <p:spPr>
            <a:xfrm>
              <a:off x="10139" y="3974"/>
              <a:ext cx="7990" cy="46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7905 w 7990"/>
                <a:gd name="p0y0" fmla="*/ 45 h 45"/>
                <a:gd name="p0x1" fmla="*/ 45 w 7990"/>
                <a:gd name="p0y1" fmla="*/ 45 h 45"/>
                <a:gd name="p0x2" fmla="*/ 29 w 7990"/>
                <a:gd name="p0y2" fmla="*/ 45 h 45"/>
                <a:gd name="p0x3" fmla="*/ 14 w 7990"/>
                <a:gd name="p0y3" fmla="*/ 42 h 45"/>
                <a:gd name="p0x4" fmla="*/ 0 w 7990"/>
                <a:gd name="p0y4" fmla="*/ 36 h 45"/>
                <a:gd name="p0x5" fmla="*/ 17 w 7990"/>
                <a:gd name="p0y5" fmla="*/ 22 h 45"/>
                <a:gd name="p0x6" fmla="*/ 17 w 7990"/>
                <a:gd name="p0y6" fmla="*/ 22 h 45"/>
                <a:gd name="p0x7" fmla="*/ 26 w 7990"/>
                <a:gd name="p0y7" fmla="*/ 27 h 45"/>
                <a:gd name="p0x8" fmla="*/ 35 w 7990"/>
                <a:gd name="p0y8" fmla="*/ 30 h 45"/>
                <a:gd name="p0x9" fmla="*/ 45 w 7990"/>
                <a:gd name="p0y9" fmla="*/ 30 h 45"/>
                <a:gd name="p0x10" fmla="*/ 7905 w 7990"/>
                <a:gd name="p0y10" fmla="*/ 30 h 45"/>
                <a:gd name="p0x11" fmla="*/ 7934 w 7990"/>
                <a:gd name="p0y11" fmla="*/ 30 h 45"/>
                <a:gd name="p0x12" fmla="*/ 7961 w 7990"/>
                <a:gd name="p0y12" fmla="*/ 19 h 45"/>
                <a:gd name="p0x13" fmla="*/ 7980 w 7990"/>
                <a:gd name="p0y13" fmla="*/ 0 h 45"/>
                <a:gd name="p0x14" fmla="*/ 7990 w 7990"/>
                <a:gd name="p0y14" fmla="*/ 10 h 45"/>
                <a:gd name="p0x15" fmla="*/ 7969 w 7990"/>
                <a:gd name="p0y15" fmla="*/ 32 h 45"/>
                <a:gd name="p0x16" fmla="*/ 7939 w 7990"/>
                <a:gd name="p0y16" fmla="*/ 45 h 45"/>
                <a:gd name="p0x17" fmla="*/ 7905 w 799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5"/>
              </p:custDataLst>
            </p:nvPr>
          </p:nvSpPr>
          <p:spPr>
            <a:xfrm>
              <a:off x="10065" y="2889"/>
              <a:ext cx="91" cy="1121"/>
            </a:xfrm>
            <a:custGeom>
              <a:avLst/>
              <a:gdLst>
                <a:gd name="sw" fmla="*/ 1 w 91"/>
                <a:gd name="sh" fmla="*/ 1 h 1121"/>
                <a:gd name="mins" fmla="min sw sh"/>
                <a:gd name="dsw" fmla="+- 0 sw mins"/>
                <a:gd name="dsh" fmla="+- 0 sh mins"/>
                <a:gd name="p0x0" fmla="*/ 0 w 91"/>
                <a:gd name="p0y0" fmla="*/ 1010 h 1121"/>
                <a:gd name="p0x1" fmla="*/ 0 w 91"/>
                <a:gd name="p0y1" fmla="*/ 110 h 1121"/>
                <a:gd name="p0x2" fmla="*/ 0 w 91"/>
                <a:gd name="p0y2" fmla="*/ 60 h 1121"/>
                <a:gd name="p0x3" fmla="*/ 30 w 91"/>
                <a:gd name="p0y3" fmla="*/ 18 h 1121"/>
                <a:gd name="p0x4" fmla="*/ 74 w 91"/>
                <a:gd name="p0y4" fmla="*/ 0 h 1121"/>
                <a:gd name="p0x5" fmla="*/ 91 w 91"/>
                <a:gd name="p0y5" fmla="*/ 13 h 1121"/>
                <a:gd name="p0x6" fmla="*/ 91 w 91"/>
                <a:gd name="p0y6" fmla="*/ 13 h 1121"/>
                <a:gd name="p0x7" fmla="*/ 64 w 91"/>
                <a:gd name="p0y7" fmla="*/ 29 h 1121"/>
                <a:gd name="p0x8" fmla="*/ 45 w 91"/>
                <a:gd name="p0y8" fmla="*/ 67 h 1121"/>
                <a:gd name="p0x9" fmla="*/ 45 w 91"/>
                <a:gd name="p0y9" fmla="*/ 110 h 1121"/>
                <a:gd name="p0x10" fmla="*/ 45 w 91"/>
                <a:gd name="p0y10" fmla="*/ 1010 h 1121"/>
                <a:gd name="p0x11" fmla="*/ 45 w 91"/>
                <a:gd name="p0y11" fmla="*/ 1054 h 1121"/>
                <a:gd name="p0x12" fmla="*/ 64 w 91"/>
                <a:gd name="p0y12" fmla="*/ 1092 h 1121"/>
                <a:gd name="p0x13" fmla="*/ 91 w 91"/>
                <a:gd name="p0y13" fmla="*/ 1107 h 1121"/>
                <a:gd name="p0x14" fmla="*/ 74 w 91"/>
                <a:gd name="p0y14" fmla="*/ 1121 h 1121"/>
                <a:gd name="p0x15" fmla="*/ 74 w 91"/>
                <a:gd name="p0y15" fmla="*/ 1121 h 1121"/>
                <a:gd name="p0x16" fmla="*/ 30 w 91"/>
                <a:gd name="p0y16" fmla="*/ 1103 h 1121"/>
                <a:gd name="p0x17" fmla="*/ 0 w 91"/>
                <a:gd name="p0y17" fmla="*/ 1060 h 1121"/>
                <a:gd name="p0x18" fmla="*/ 0 w 91"/>
                <a:gd name="p0y18" fmla="*/ 1010 h 11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6572250" y="2057400"/>
            <a:ext cx="143202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Hook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注入接口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7966177" y="2057400"/>
            <a:ext cx="381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8313420" y="1957070"/>
            <a:ext cx="955040" cy="243205"/>
          </a:xfrm>
          <a:custGeom>
            <a:avLst/>
            <a:gdLst>
              <a:gd name="sw" fmla="*/ 1 w 1503"/>
              <a:gd name="sh" fmla="*/ 1 h 382"/>
              <a:gd name="mins" fmla="min sw sh"/>
              <a:gd name="dsw" fmla="+- 0 sw mins"/>
              <a:gd name="dsh" fmla="+- 0 sh mins"/>
              <a:gd name="p0x0" fmla="*/ 60 w 1503"/>
              <a:gd name="p0y0" fmla="*/ 0 h 382"/>
              <a:gd name="p0x1" fmla="*/ 1443 w 1503"/>
              <a:gd name="p0y1" fmla="*/ 0 h 382"/>
              <a:gd name="p0x2" fmla="*/ 1477 w 1503"/>
              <a:gd name="p0y2" fmla="*/ 0 h 382"/>
              <a:gd name="p0x3" fmla="*/ 1503 w 1503"/>
              <a:gd name="p0y3" fmla="*/ 26 h 382"/>
              <a:gd name="p0x4" fmla="*/ 1503 w 1503"/>
              <a:gd name="p0y4" fmla="*/ 60 h 382"/>
              <a:gd name="p0x5" fmla="*/ 1503 w 1503"/>
              <a:gd name="p0y5" fmla="*/ 322 h 382"/>
              <a:gd name="p0x6" fmla="*/ 1503 w 1503"/>
              <a:gd name="p0y6" fmla="*/ 355 h 382"/>
              <a:gd name="p0x7" fmla="*/ 1477 w 1503"/>
              <a:gd name="p0y7" fmla="*/ 382 h 382"/>
              <a:gd name="p0x8" fmla="*/ 1443 w 1503"/>
              <a:gd name="p0y8" fmla="*/ 382 h 382"/>
              <a:gd name="p0x9" fmla="*/ 60 w 1503"/>
              <a:gd name="p0y9" fmla="*/ 382 h 382"/>
              <a:gd name="p0x10" fmla="*/ 26 w 1503"/>
              <a:gd name="p0y10" fmla="*/ 382 h 382"/>
              <a:gd name="p0x11" fmla="*/ 0 w 1503"/>
              <a:gd name="p0y11" fmla="*/ 355 h 382"/>
              <a:gd name="p0x12" fmla="*/ 0 w 1503"/>
              <a:gd name="p0y12" fmla="*/ 322 h 382"/>
              <a:gd name="p0x13" fmla="*/ 0 w 1503"/>
              <a:gd name="p0y13" fmla="*/ 60 h 382"/>
              <a:gd name="p0x14" fmla="*/ 0 w 1503"/>
              <a:gd name="p0y14" fmla="*/ 26 h 382"/>
              <a:gd name="p0x15" fmla="*/ 26 w 1503"/>
              <a:gd name="p0y15" fmla="*/ 0 h 382"/>
              <a:gd name="p0x16" fmla="*/ 60 w 1503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DD0E1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8375752" y="1967627"/>
            <a:ext cx="993134" cy="222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75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nn.Conv2d</a:t>
            </a:r>
            <a:endParaRPr sz="1275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9273635" y="1938338"/>
            <a:ext cx="38806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9475470" y="1957070"/>
            <a:ext cx="833120" cy="243205"/>
          </a:xfrm>
          <a:custGeom>
            <a:avLst/>
            <a:gdLst>
              <a:gd name="sw" fmla="*/ 1 w 1311"/>
              <a:gd name="sh" fmla="*/ 1 h 382"/>
              <a:gd name="mins" fmla="min sw sh"/>
              <a:gd name="dsw" fmla="+- 0 sw mins"/>
              <a:gd name="dsh" fmla="+- 0 sh mins"/>
              <a:gd name="p0x0" fmla="*/ 60 w 1311"/>
              <a:gd name="p0y0" fmla="*/ 0 h 382"/>
              <a:gd name="p0x1" fmla="*/ 1251 w 1311"/>
              <a:gd name="p0y1" fmla="*/ 0 h 382"/>
              <a:gd name="p0x2" fmla="*/ 1285 w 1311"/>
              <a:gd name="p0y2" fmla="*/ 0 h 382"/>
              <a:gd name="p0x3" fmla="*/ 1311 w 1311"/>
              <a:gd name="p0y3" fmla="*/ 26 h 382"/>
              <a:gd name="p0x4" fmla="*/ 1311 w 1311"/>
              <a:gd name="p0y4" fmla="*/ 60 h 382"/>
              <a:gd name="p0x5" fmla="*/ 1311 w 1311"/>
              <a:gd name="p0y5" fmla="*/ 322 h 382"/>
              <a:gd name="p0x6" fmla="*/ 1311 w 1311"/>
              <a:gd name="p0y6" fmla="*/ 355 h 382"/>
              <a:gd name="p0x7" fmla="*/ 1285 w 1311"/>
              <a:gd name="p0y7" fmla="*/ 382 h 382"/>
              <a:gd name="p0x8" fmla="*/ 1251 w 1311"/>
              <a:gd name="p0y8" fmla="*/ 382 h 382"/>
              <a:gd name="p0x9" fmla="*/ 60 w 1311"/>
              <a:gd name="p0y9" fmla="*/ 382 h 382"/>
              <a:gd name="p0x10" fmla="*/ 26 w 1311"/>
              <a:gd name="p0y10" fmla="*/ 382 h 382"/>
              <a:gd name="p0x11" fmla="*/ 0 w 1311"/>
              <a:gd name="p0y11" fmla="*/ 355 h 382"/>
              <a:gd name="p0x12" fmla="*/ 0 w 1311"/>
              <a:gd name="p0y12" fmla="*/ 322 h 382"/>
              <a:gd name="p0x13" fmla="*/ 0 w 1311"/>
              <a:gd name="p0y13" fmla="*/ 60 h 382"/>
              <a:gd name="p0x14" fmla="*/ 0 w 1311"/>
              <a:gd name="p0y14" fmla="*/ 26 h 382"/>
              <a:gd name="p0x15" fmla="*/ 26 w 1311"/>
              <a:gd name="p0y15" fmla="*/ 0 h 382"/>
              <a:gd name="p0x16" fmla="*/ 60 w 1311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DD0E1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9537878" y="1967627"/>
            <a:ext cx="871166" cy="222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75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nn.Linear</a:t>
            </a:r>
            <a:endParaRPr sz="1275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10313794" y="1938338"/>
            <a:ext cx="44291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8309077" y="2176463"/>
            <a:ext cx="284209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register_forward_pre_hook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391275" y="2705100"/>
            <a:ext cx="5143500" cy="723900"/>
            <a:chOff x="10065" y="4260"/>
            <a:chExt cx="8100" cy="1140"/>
          </a:xfrm>
        </p:grpSpPr>
        <p:sp>
          <p:nvSpPr>
            <p:cNvPr id="38" name="任意多边形 37"/>
            <p:cNvSpPr/>
            <p:nvPr>
              <p:custDataLst>
                <p:tags r:id="rId35"/>
              </p:custDataLst>
            </p:nvPr>
          </p:nvSpPr>
          <p:spPr>
            <a:xfrm>
              <a:off x="10065" y="4260"/>
              <a:ext cx="8100" cy="1140"/>
            </a:xfrm>
            <a:custGeom>
              <a:avLst/>
              <a:gdLst>
                <a:gd name="sw" fmla="*/ 1 w 8100"/>
                <a:gd name="sh" fmla="*/ 1 h 1140"/>
                <a:gd name="mins" fmla="min sw sh"/>
                <a:gd name="dsw" fmla="+- 0 sw mins"/>
                <a:gd name="dsh" fmla="+- 0 sh mins"/>
                <a:gd name="p0x0" fmla="*/ 120 w 8100"/>
                <a:gd name="p0y0" fmla="*/ 0 h 1140"/>
                <a:gd name="p0x1" fmla="*/ 7980 w 8100"/>
                <a:gd name="p0y1" fmla="*/ 0 h 1140"/>
                <a:gd name="p0x2" fmla="*/ 8046 w 8100"/>
                <a:gd name="p0y2" fmla="*/ 0 h 1140"/>
                <a:gd name="p0x3" fmla="*/ 8100 w 8100"/>
                <a:gd name="p0y3" fmla="*/ 53 h 1140"/>
                <a:gd name="p0x4" fmla="*/ 8100 w 8100"/>
                <a:gd name="p0y4" fmla="*/ 120 h 1140"/>
                <a:gd name="p0x5" fmla="*/ 8100 w 8100"/>
                <a:gd name="p0y5" fmla="*/ 1020 h 1140"/>
                <a:gd name="p0x6" fmla="*/ 8100 w 8100"/>
                <a:gd name="p0y6" fmla="*/ 1086 h 1140"/>
                <a:gd name="p0x7" fmla="*/ 8046 w 8100"/>
                <a:gd name="p0y7" fmla="*/ 1140 h 1140"/>
                <a:gd name="p0x8" fmla="*/ 7980 w 8100"/>
                <a:gd name="p0y8" fmla="*/ 1140 h 1140"/>
                <a:gd name="p0x9" fmla="*/ 120 w 8100"/>
                <a:gd name="p0y9" fmla="*/ 1140 h 1140"/>
                <a:gd name="p0x10" fmla="*/ 53 w 8100"/>
                <a:gd name="p0y10" fmla="*/ 1140 h 1140"/>
                <a:gd name="p0x11" fmla="*/ 0 w 8100"/>
                <a:gd name="p0y11" fmla="*/ 1086 h 1140"/>
                <a:gd name="p0x12" fmla="*/ 0 w 8100"/>
                <a:gd name="p0y12" fmla="*/ 1020 h 1140"/>
                <a:gd name="p0x13" fmla="*/ 0 w 8100"/>
                <a:gd name="p0y13" fmla="*/ 120 h 1140"/>
                <a:gd name="p0x14" fmla="*/ 0 w 8100"/>
                <a:gd name="p0y14" fmla="*/ 53 h 1140"/>
                <a:gd name="p0x15" fmla="*/ 53 w 8100"/>
                <a:gd name="p0y15" fmla="*/ 0 h 1140"/>
                <a:gd name="p0x16" fmla="*/ 120 w 8100"/>
                <a:gd name="p0y16" fmla="*/ 0 h 11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36"/>
              </p:custDataLst>
            </p:nvPr>
          </p:nvSpPr>
          <p:spPr>
            <a:xfrm>
              <a:off x="10139" y="4260"/>
              <a:ext cx="7990" cy="45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45 w 7990"/>
                <a:gd name="p0y0" fmla="*/ 0 h 45"/>
                <a:gd name="p0x1" fmla="*/ 7905 w 7990"/>
                <a:gd name="p0y1" fmla="*/ 0 h 45"/>
                <a:gd name="p0x2" fmla="*/ 7939 w 7990"/>
                <a:gd name="p0y2" fmla="*/ 0 h 45"/>
                <a:gd name="p0x3" fmla="*/ 7969 w 7990"/>
                <a:gd name="p0y3" fmla="*/ 13 h 45"/>
                <a:gd name="p0x4" fmla="*/ 7990 w 7990"/>
                <a:gd name="p0y4" fmla="*/ 35 h 45"/>
                <a:gd name="p0x5" fmla="*/ 7980 w 7990"/>
                <a:gd name="p0y5" fmla="*/ 45 h 45"/>
                <a:gd name="p0x6" fmla="*/ 7961 w 7990"/>
                <a:gd name="p0y6" fmla="*/ 26 h 45"/>
                <a:gd name="p0x7" fmla="*/ 7934 w 7990"/>
                <a:gd name="p0y7" fmla="*/ 15 h 45"/>
                <a:gd name="p0x8" fmla="*/ 7905 w 7990"/>
                <a:gd name="p0y8" fmla="*/ 15 h 45"/>
                <a:gd name="p0x9" fmla="*/ 45 w 7990"/>
                <a:gd name="p0y9" fmla="*/ 15 h 45"/>
                <a:gd name="p0x10" fmla="*/ 35 w 7990"/>
                <a:gd name="p0y10" fmla="*/ 15 h 45"/>
                <a:gd name="p0x11" fmla="*/ 26 w 7990"/>
                <a:gd name="p0y11" fmla="*/ 17 h 45"/>
                <a:gd name="p0x12" fmla="*/ 17 w 7990"/>
                <a:gd name="p0y12" fmla="*/ 22 h 45"/>
                <a:gd name="p0x13" fmla="*/ 0 w 7990"/>
                <a:gd name="p0y13" fmla="*/ 9 h 45"/>
                <a:gd name="p0x14" fmla="*/ 0 w 7990"/>
                <a:gd name="p0y14" fmla="*/ 9 h 45"/>
                <a:gd name="p0x15" fmla="*/ 14 w 7990"/>
                <a:gd name="p0y15" fmla="*/ 3 h 45"/>
                <a:gd name="p0x16" fmla="*/ 29 w 7990"/>
                <a:gd name="p0y16" fmla="*/ 0 h 45"/>
                <a:gd name="p0x17" fmla="*/ 45 w 799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7"/>
              </p:custDataLst>
            </p:nvPr>
          </p:nvSpPr>
          <p:spPr>
            <a:xfrm>
              <a:off x="18119" y="4295"/>
              <a:ext cx="46" cy="1069"/>
            </a:xfrm>
            <a:custGeom>
              <a:avLst/>
              <a:gdLst>
                <a:gd name="sw" fmla="*/ 1 w 45"/>
                <a:gd name="sh" fmla="*/ 1 h 1069"/>
                <a:gd name="mins" fmla="min sw sh"/>
                <a:gd name="dsw" fmla="+- 0 sw mins"/>
                <a:gd name="dsh" fmla="+- 0 sh mins"/>
                <a:gd name="p0x0" fmla="*/ 45 w 45"/>
                <a:gd name="p0y0" fmla="*/ 84 h 1069"/>
                <a:gd name="p0x1" fmla="*/ 45 w 45"/>
                <a:gd name="p0y1" fmla="*/ 984 h 1069"/>
                <a:gd name="p0x2" fmla="*/ 45 w 45"/>
                <a:gd name="p0y2" fmla="*/ 1017 h 1069"/>
                <a:gd name="p0x3" fmla="*/ 32 w 45"/>
                <a:gd name="p0y3" fmla="*/ 1047 h 1069"/>
                <a:gd name="p0x4" fmla="*/ 10 w 45"/>
                <a:gd name="p0y4" fmla="*/ 1069 h 1069"/>
                <a:gd name="p0x5" fmla="*/ 0 w 45"/>
                <a:gd name="p0y5" fmla="*/ 1059 h 1069"/>
                <a:gd name="p0x6" fmla="*/ 19 w 45"/>
                <a:gd name="p0y6" fmla="*/ 1040 h 1069"/>
                <a:gd name="p0x7" fmla="*/ 30 w 45"/>
                <a:gd name="p0y7" fmla="*/ 1013 h 1069"/>
                <a:gd name="p0x8" fmla="*/ 30 w 45"/>
                <a:gd name="p0y8" fmla="*/ 984 h 1069"/>
                <a:gd name="p0x9" fmla="*/ 30 w 45"/>
                <a:gd name="p0y9" fmla="*/ 84 h 1069"/>
                <a:gd name="p0x10" fmla="*/ 30 w 45"/>
                <a:gd name="p0y10" fmla="*/ 55 h 1069"/>
                <a:gd name="p0x11" fmla="*/ 19 w 45"/>
                <a:gd name="p0y11" fmla="*/ 29 h 1069"/>
                <a:gd name="p0x12" fmla="*/ 0 w 45"/>
                <a:gd name="p0y12" fmla="*/ 10 h 1069"/>
                <a:gd name="p0x13" fmla="*/ 10 w 45"/>
                <a:gd name="p0y13" fmla="*/ 0 h 1069"/>
                <a:gd name="p0x14" fmla="*/ 32 w 45"/>
                <a:gd name="p0y14" fmla="*/ 21 h 1069"/>
                <a:gd name="p0x15" fmla="*/ 45 w 45"/>
                <a:gd name="p0y15" fmla="*/ 51 h 1069"/>
                <a:gd name="p0x16" fmla="*/ 45 w 45"/>
                <a:gd name="p0y16" fmla="*/ 84 h 106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>
              <p:custDataLst>
                <p:tags r:id="rId38"/>
              </p:custDataLst>
            </p:nvPr>
          </p:nvSpPr>
          <p:spPr>
            <a:xfrm>
              <a:off x="10139" y="5354"/>
              <a:ext cx="7990" cy="46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7905 w 7990"/>
                <a:gd name="p0y0" fmla="*/ 45 h 45"/>
                <a:gd name="p0x1" fmla="*/ 45 w 7990"/>
                <a:gd name="p0y1" fmla="*/ 45 h 45"/>
                <a:gd name="p0x2" fmla="*/ 29 w 7990"/>
                <a:gd name="p0y2" fmla="*/ 45 h 45"/>
                <a:gd name="p0x3" fmla="*/ 14 w 7990"/>
                <a:gd name="p0y3" fmla="*/ 42 h 45"/>
                <a:gd name="p0x4" fmla="*/ 0 w 7990"/>
                <a:gd name="p0y4" fmla="*/ 36 h 45"/>
                <a:gd name="p0x5" fmla="*/ 17 w 7990"/>
                <a:gd name="p0y5" fmla="*/ 22 h 45"/>
                <a:gd name="p0x6" fmla="*/ 17 w 7990"/>
                <a:gd name="p0y6" fmla="*/ 22 h 45"/>
                <a:gd name="p0x7" fmla="*/ 26 w 7990"/>
                <a:gd name="p0y7" fmla="*/ 27 h 45"/>
                <a:gd name="p0x8" fmla="*/ 35 w 7990"/>
                <a:gd name="p0y8" fmla="*/ 30 h 45"/>
                <a:gd name="p0x9" fmla="*/ 45 w 7990"/>
                <a:gd name="p0y9" fmla="*/ 30 h 45"/>
                <a:gd name="p0x10" fmla="*/ 7905 w 7990"/>
                <a:gd name="p0y10" fmla="*/ 30 h 45"/>
                <a:gd name="p0x11" fmla="*/ 7934 w 7990"/>
                <a:gd name="p0y11" fmla="*/ 30 h 45"/>
                <a:gd name="p0x12" fmla="*/ 7961 w 7990"/>
                <a:gd name="p0y12" fmla="*/ 19 h 45"/>
                <a:gd name="p0x13" fmla="*/ 7980 w 7990"/>
                <a:gd name="p0y13" fmla="*/ 0 h 45"/>
                <a:gd name="p0x14" fmla="*/ 7990 w 7990"/>
                <a:gd name="p0y14" fmla="*/ 10 h 45"/>
                <a:gd name="p0x15" fmla="*/ 7969 w 7990"/>
                <a:gd name="p0y15" fmla="*/ 32 h 45"/>
                <a:gd name="p0x16" fmla="*/ 7939 w 7990"/>
                <a:gd name="p0y16" fmla="*/ 45 h 45"/>
                <a:gd name="p0x17" fmla="*/ 7905 w 799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>
              <p:custDataLst>
                <p:tags r:id="rId39"/>
              </p:custDataLst>
            </p:nvPr>
          </p:nvSpPr>
          <p:spPr>
            <a:xfrm>
              <a:off x="10065" y="4269"/>
              <a:ext cx="91" cy="1121"/>
            </a:xfrm>
            <a:custGeom>
              <a:avLst/>
              <a:gdLst>
                <a:gd name="sw" fmla="*/ 1 w 91"/>
                <a:gd name="sh" fmla="*/ 1 h 1121"/>
                <a:gd name="mins" fmla="min sw sh"/>
                <a:gd name="dsw" fmla="+- 0 sw mins"/>
                <a:gd name="dsh" fmla="+- 0 sh mins"/>
                <a:gd name="p0x0" fmla="*/ 0 w 91"/>
                <a:gd name="p0y0" fmla="*/ 1010 h 1121"/>
                <a:gd name="p0x1" fmla="*/ 0 w 91"/>
                <a:gd name="p0y1" fmla="*/ 110 h 1121"/>
                <a:gd name="p0x2" fmla="*/ 0 w 91"/>
                <a:gd name="p0y2" fmla="*/ 60 h 1121"/>
                <a:gd name="p0x3" fmla="*/ 30 w 91"/>
                <a:gd name="p0y3" fmla="*/ 18 h 1121"/>
                <a:gd name="p0x4" fmla="*/ 74 w 91"/>
                <a:gd name="p0y4" fmla="*/ 0 h 1121"/>
                <a:gd name="p0x5" fmla="*/ 91 w 91"/>
                <a:gd name="p0y5" fmla="*/ 13 h 1121"/>
                <a:gd name="p0x6" fmla="*/ 91 w 91"/>
                <a:gd name="p0y6" fmla="*/ 13 h 1121"/>
                <a:gd name="p0x7" fmla="*/ 64 w 91"/>
                <a:gd name="p0y7" fmla="*/ 29 h 1121"/>
                <a:gd name="p0x8" fmla="*/ 45 w 91"/>
                <a:gd name="p0y8" fmla="*/ 67 h 1121"/>
                <a:gd name="p0x9" fmla="*/ 45 w 91"/>
                <a:gd name="p0y9" fmla="*/ 110 h 1121"/>
                <a:gd name="p0x10" fmla="*/ 45 w 91"/>
                <a:gd name="p0y10" fmla="*/ 1010 h 1121"/>
                <a:gd name="p0x11" fmla="*/ 45 w 91"/>
                <a:gd name="p0y11" fmla="*/ 1054 h 1121"/>
                <a:gd name="p0x12" fmla="*/ 64 w 91"/>
                <a:gd name="p0y12" fmla="*/ 1092 h 1121"/>
                <a:gd name="p0x13" fmla="*/ 91 w 91"/>
                <a:gd name="p0y13" fmla="*/ 1107 h 1121"/>
                <a:gd name="p0x14" fmla="*/ 74 w 91"/>
                <a:gd name="p0y14" fmla="*/ 1121 h 1121"/>
                <a:gd name="p0x15" fmla="*/ 74 w 91"/>
                <a:gd name="p0y15" fmla="*/ 1121 h 1121"/>
                <a:gd name="p0x16" fmla="*/ 30 w 91"/>
                <a:gd name="p0y16" fmla="*/ 1103 h 1121"/>
                <a:gd name="p0x17" fmla="*/ 0 w 91"/>
                <a:gd name="p0y17" fmla="*/ 1060 h 1121"/>
                <a:gd name="p0x18" fmla="*/ 0 w 91"/>
                <a:gd name="p0y18" fmla="*/ 1010 h 11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6572250" y="2933700"/>
            <a:ext cx="1333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工厂闭包快照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7867650" y="2933700"/>
            <a:ext cx="381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2"/>
            </p:custDataLst>
          </p:nvPr>
        </p:nvSpPr>
        <p:spPr>
          <a:xfrm>
            <a:off x="8210550" y="2814638"/>
            <a:ext cx="31623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固化参数，避免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延迟绑定陷阱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6391275" y="3581400"/>
            <a:ext cx="5143500" cy="628650"/>
            <a:chOff x="10065" y="5640"/>
            <a:chExt cx="8100" cy="990"/>
          </a:xfrm>
        </p:grpSpPr>
        <p:sp>
          <p:nvSpPr>
            <p:cNvPr id="47" name="任意多边形 46"/>
            <p:cNvSpPr/>
            <p:nvPr>
              <p:custDataLst>
                <p:tags r:id="rId43"/>
              </p:custDataLst>
            </p:nvPr>
          </p:nvSpPr>
          <p:spPr>
            <a:xfrm>
              <a:off x="10065" y="5640"/>
              <a:ext cx="8100" cy="990"/>
            </a:xfrm>
            <a:custGeom>
              <a:avLst/>
              <a:gdLst>
                <a:gd name="sw" fmla="*/ 1 w 8100"/>
                <a:gd name="sh" fmla="*/ 1 h 990"/>
                <a:gd name="mins" fmla="min sw sh"/>
                <a:gd name="dsw" fmla="+- 0 sw mins"/>
                <a:gd name="dsh" fmla="+- 0 sh mins"/>
                <a:gd name="p0x0" fmla="*/ 120 w 8100"/>
                <a:gd name="p0y0" fmla="*/ 0 h 990"/>
                <a:gd name="p0x1" fmla="*/ 7980 w 8100"/>
                <a:gd name="p0y1" fmla="*/ 0 h 990"/>
                <a:gd name="p0x2" fmla="*/ 8046 w 8100"/>
                <a:gd name="p0y2" fmla="*/ 0 h 990"/>
                <a:gd name="p0x3" fmla="*/ 8100 w 8100"/>
                <a:gd name="p0y3" fmla="*/ 53 h 990"/>
                <a:gd name="p0x4" fmla="*/ 8100 w 8100"/>
                <a:gd name="p0y4" fmla="*/ 120 h 990"/>
                <a:gd name="p0x5" fmla="*/ 8100 w 8100"/>
                <a:gd name="p0y5" fmla="*/ 870 h 990"/>
                <a:gd name="p0x6" fmla="*/ 8100 w 8100"/>
                <a:gd name="p0y6" fmla="*/ 936 h 990"/>
                <a:gd name="p0x7" fmla="*/ 8046 w 8100"/>
                <a:gd name="p0y7" fmla="*/ 990 h 990"/>
                <a:gd name="p0x8" fmla="*/ 7980 w 8100"/>
                <a:gd name="p0y8" fmla="*/ 990 h 990"/>
                <a:gd name="p0x9" fmla="*/ 120 w 8100"/>
                <a:gd name="p0y9" fmla="*/ 990 h 990"/>
                <a:gd name="p0x10" fmla="*/ 53 w 8100"/>
                <a:gd name="p0y10" fmla="*/ 990 h 990"/>
                <a:gd name="p0x11" fmla="*/ 0 w 8100"/>
                <a:gd name="p0y11" fmla="*/ 936 h 990"/>
                <a:gd name="p0x12" fmla="*/ 0 w 8100"/>
                <a:gd name="p0y12" fmla="*/ 870 h 990"/>
                <a:gd name="p0x13" fmla="*/ 0 w 8100"/>
                <a:gd name="p0y13" fmla="*/ 120 h 990"/>
                <a:gd name="p0x14" fmla="*/ 0 w 8100"/>
                <a:gd name="p0y14" fmla="*/ 53 h 990"/>
                <a:gd name="p0x15" fmla="*/ 53 w 8100"/>
                <a:gd name="p0y15" fmla="*/ 0 h 990"/>
                <a:gd name="p0x16" fmla="*/ 120 w 8100"/>
                <a:gd name="p0y16" fmla="*/ 0 h 99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4"/>
              </p:custDataLst>
            </p:nvPr>
          </p:nvSpPr>
          <p:spPr>
            <a:xfrm>
              <a:off x="10139" y="5640"/>
              <a:ext cx="7990" cy="45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45 w 7990"/>
                <a:gd name="p0y0" fmla="*/ 0 h 45"/>
                <a:gd name="p0x1" fmla="*/ 7905 w 7990"/>
                <a:gd name="p0y1" fmla="*/ 0 h 45"/>
                <a:gd name="p0x2" fmla="*/ 7939 w 7990"/>
                <a:gd name="p0y2" fmla="*/ 0 h 45"/>
                <a:gd name="p0x3" fmla="*/ 7969 w 7990"/>
                <a:gd name="p0y3" fmla="*/ 13 h 45"/>
                <a:gd name="p0x4" fmla="*/ 7990 w 7990"/>
                <a:gd name="p0y4" fmla="*/ 35 h 45"/>
                <a:gd name="p0x5" fmla="*/ 7980 w 7990"/>
                <a:gd name="p0y5" fmla="*/ 45 h 45"/>
                <a:gd name="p0x6" fmla="*/ 7961 w 7990"/>
                <a:gd name="p0y6" fmla="*/ 26 h 45"/>
                <a:gd name="p0x7" fmla="*/ 7934 w 7990"/>
                <a:gd name="p0y7" fmla="*/ 15 h 45"/>
                <a:gd name="p0x8" fmla="*/ 7905 w 7990"/>
                <a:gd name="p0y8" fmla="*/ 15 h 45"/>
                <a:gd name="p0x9" fmla="*/ 45 w 7990"/>
                <a:gd name="p0y9" fmla="*/ 15 h 45"/>
                <a:gd name="p0x10" fmla="*/ 35 w 7990"/>
                <a:gd name="p0y10" fmla="*/ 15 h 45"/>
                <a:gd name="p0x11" fmla="*/ 26 w 7990"/>
                <a:gd name="p0y11" fmla="*/ 17 h 45"/>
                <a:gd name="p0x12" fmla="*/ 17 w 7990"/>
                <a:gd name="p0y12" fmla="*/ 22 h 45"/>
                <a:gd name="p0x13" fmla="*/ 0 w 7990"/>
                <a:gd name="p0y13" fmla="*/ 9 h 45"/>
                <a:gd name="p0x14" fmla="*/ 0 w 7990"/>
                <a:gd name="p0y14" fmla="*/ 9 h 45"/>
                <a:gd name="p0x15" fmla="*/ 14 w 7990"/>
                <a:gd name="p0y15" fmla="*/ 3 h 45"/>
                <a:gd name="p0x16" fmla="*/ 29 w 7990"/>
                <a:gd name="p0y16" fmla="*/ 0 h 45"/>
                <a:gd name="p0x17" fmla="*/ 45 w 799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5"/>
              </p:custDataLst>
            </p:nvPr>
          </p:nvSpPr>
          <p:spPr>
            <a:xfrm>
              <a:off x="18119" y="5675"/>
              <a:ext cx="46" cy="919"/>
            </a:xfrm>
            <a:custGeom>
              <a:avLst/>
              <a:gdLst>
                <a:gd name="sw" fmla="*/ 1 w 45"/>
                <a:gd name="sh" fmla="*/ 1 h 919"/>
                <a:gd name="mins" fmla="min sw sh"/>
                <a:gd name="dsw" fmla="+- 0 sw mins"/>
                <a:gd name="dsh" fmla="+- 0 sh mins"/>
                <a:gd name="p0x0" fmla="*/ 45 w 45"/>
                <a:gd name="p0y0" fmla="*/ 84 h 919"/>
                <a:gd name="p0x1" fmla="*/ 45 w 45"/>
                <a:gd name="p0y1" fmla="*/ 834 h 919"/>
                <a:gd name="p0x2" fmla="*/ 45 w 45"/>
                <a:gd name="p0y2" fmla="*/ 867 h 919"/>
                <a:gd name="p0x3" fmla="*/ 32 w 45"/>
                <a:gd name="p0y3" fmla="*/ 897 h 919"/>
                <a:gd name="p0x4" fmla="*/ 10 w 45"/>
                <a:gd name="p0y4" fmla="*/ 919 h 919"/>
                <a:gd name="p0x5" fmla="*/ 0 w 45"/>
                <a:gd name="p0y5" fmla="*/ 909 h 919"/>
                <a:gd name="p0x6" fmla="*/ 19 w 45"/>
                <a:gd name="p0y6" fmla="*/ 890 h 919"/>
                <a:gd name="p0x7" fmla="*/ 30 w 45"/>
                <a:gd name="p0y7" fmla="*/ 863 h 919"/>
                <a:gd name="p0x8" fmla="*/ 30 w 45"/>
                <a:gd name="p0y8" fmla="*/ 834 h 919"/>
                <a:gd name="p0x9" fmla="*/ 30 w 45"/>
                <a:gd name="p0y9" fmla="*/ 84 h 919"/>
                <a:gd name="p0x10" fmla="*/ 30 w 45"/>
                <a:gd name="p0y10" fmla="*/ 55 h 919"/>
                <a:gd name="p0x11" fmla="*/ 19 w 45"/>
                <a:gd name="p0y11" fmla="*/ 29 h 919"/>
                <a:gd name="p0x12" fmla="*/ 0 w 45"/>
                <a:gd name="p0y12" fmla="*/ 10 h 919"/>
                <a:gd name="p0x13" fmla="*/ 10 w 45"/>
                <a:gd name="p0y13" fmla="*/ 0 h 919"/>
                <a:gd name="p0x14" fmla="*/ 32 w 45"/>
                <a:gd name="p0y14" fmla="*/ 21 h 919"/>
                <a:gd name="p0x15" fmla="*/ 45 w 45"/>
                <a:gd name="p0y15" fmla="*/ 51 h 919"/>
                <a:gd name="p0x16" fmla="*/ 45 w 45"/>
                <a:gd name="p0y16" fmla="*/ 84 h 91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46"/>
              </p:custDataLst>
            </p:nvPr>
          </p:nvSpPr>
          <p:spPr>
            <a:xfrm>
              <a:off x="10139" y="6584"/>
              <a:ext cx="7990" cy="46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7905 w 7990"/>
                <a:gd name="p0y0" fmla="*/ 45 h 45"/>
                <a:gd name="p0x1" fmla="*/ 45 w 7990"/>
                <a:gd name="p0y1" fmla="*/ 45 h 45"/>
                <a:gd name="p0x2" fmla="*/ 29 w 7990"/>
                <a:gd name="p0y2" fmla="*/ 45 h 45"/>
                <a:gd name="p0x3" fmla="*/ 14 w 7990"/>
                <a:gd name="p0y3" fmla="*/ 42 h 45"/>
                <a:gd name="p0x4" fmla="*/ 0 w 7990"/>
                <a:gd name="p0y4" fmla="*/ 36 h 45"/>
                <a:gd name="p0x5" fmla="*/ 17 w 7990"/>
                <a:gd name="p0y5" fmla="*/ 22 h 45"/>
                <a:gd name="p0x6" fmla="*/ 17 w 7990"/>
                <a:gd name="p0y6" fmla="*/ 22 h 45"/>
                <a:gd name="p0x7" fmla="*/ 26 w 7990"/>
                <a:gd name="p0y7" fmla="*/ 27 h 45"/>
                <a:gd name="p0x8" fmla="*/ 35 w 7990"/>
                <a:gd name="p0y8" fmla="*/ 30 h 45"/>
                <a:gd name="p0x9" fmla="*/ 45 w 7990"/>
                <a:gd name="p0y9" fmla="*/ 30 h 45"/>
                <a:gd name="p0x10" fmla="*/ 7905 w 7990"/>
                <a:gd name="p0y10" fmla="*/ 30 h 45"/>
                <a:gd name="p0x11" fmla="*/ 7934 w 7990"/>
                <a:gd name="p0y11" fmla="*/ 30 h 45"/>
                <a:gd name="p0x12" fmla="*/ 7961 w 7990"/>
                <a:gd name="p0y12" fmla="*/ 19 h 45"/>
                <a:gd name="p0x13" fmla="*/ 7980 w 7990"/>
                <a:gd name="p0y13" fmla="*/ 0 h 45"/>
                <a:gd name="p0x14" fmla="*/ 7990 w 7990"/>
                <a:gd name="p0y14" fmla="*/ 10 h 45"/>
                <a:gd name="p0x15" fmla="*/ 7969 w 7990"/>
                <a:gd name="p0y15" fmla="*/ 32 h 45"/>
                <a:gd name="p0x16" fmla="*/ 7939 w 7990"/>
                <a:gd name="p0y16" fmla="*/ 45 h 45"/>
                <a:gd name="p0x17" fmla="*/ 7905 w 799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任意多边形 50"/>
            <p:cNvSpPr/>
            <p:nvPr>
              <p:custDataLst>
                <p:tags r:id="rId47"/>
              </p:custDataLst>
            </p:nvPr>
          </p:nvSpPr>
          <p:spPr>
            <a:xfrm>
              <a:off x="10065" y="5649"/>
              <a:ext cx="91" cy="971"/>
            </a:xfrm>
            <a:custGeom>
              <a:avLst/>
              <a:gdLst>
                <a:gd name="sw" fmla="*/ 1 w 91"/>
                <a:gd name="sh" fmla="*/ 1 h 971"/>
                <a:gd name="mins" fmla="min sw sh"/>
                <a:gd name="dsw" fmla="+- 0 sw mins"/>
                <a:gd name="dsh" fmla="+- 0 sh mins"/>
                <a:gd name="p0x0" fmla="*/ 0 w 91"/>
                <a:gd name="p0y0" fmla="*/ 860 h 971"/>
                <a:gd name="p0x1" fmla="*/ 0 w 91"/>
                <a:gd name="p0y1" fmla="*/ 110 h 971"/>
                <a:gd name="p0x2" fmla="*/ 0 w 91"/>
                <a:gd name="p0y2" fmla="*/ 60 h 971"/>
                <a:gd name="p0x3" fmla="*/ 30 w 91"/>
                <a:gd name="p0y3" fmla="*/ 18 h 971"/>
                <a:gd name="p0x4" fmla="*/ 74 w 91"/>
                <a:gd name="p0y4" fmla="*/ 0 h 971"/>
                <a:gd name="p0x5" fmla="*/ 91 w 91"/>
                <a:gd name="p0y5" fmla="*/ 13 h 971"/>
                <a:gd name="p0x6" fmla="*/ 91 w 91"/>
                <a:gd name="p0y6" fmla="*/ 13 h 971"/>
                <a:gd name="p0x7" fmla="*/ 64 w 91"/>
                <a:gd name="p0y7" fmla="*/ 29 h 971"/>
                <a:gd name="p0x8" fmla="*/ 45 w 91"/>
                <a:gd name="p0y8" fmla="*/ 67 h 971"/>
                <a:gd name="p0x9" fmla="*/ 45 w 91"/>
                <a:gd name="p0y9" fmla="*/ 110 h 971"/>
                <a:gd name="p0x10" fmla="*/ 45 w 91"/>
                <a:gd name="p0y10" fmla="*/ 860 h 971"/>
                <a:gd name="p0x11" fmla="*/ 45 w 91"/>
                <a:gd name="p0y11" fmla="*/ 904 h 971"/>
                <a:gd name="p0x12" fmla="*/ 64 w 91"/>
                <a:gd name="p0y12" fmla="*/ 942 h 971"/>
                <a:gd name="p0x13" fmla="*/ 91 w 91"/>
                <a:gd name="p0y13" fmla="*/ 957 h 971"/>
                <a:gd name="p0x14" fmla="*/ 74 w 91"/>
                <a:gd name="p0y14" fmla="*/ 971 h 971"/>
                <a:gd name="p0x15" fmla="*/ 74 w 91"/>
                <a:gd name="p0y15" fmla="*/ 971 h 971"/>
                <a:gd name="p0x16" fmla="*/ 30 w 91"/>
                <a:gd name="p0y16" fmla="*/ 953 h 971"/>
                <a:gd name="p0x17" fmla="*/ 0 w 91"/>
                <a:gd name="p0y17" fmla="*/ 910 h 971"/>
                <a:gd name="p0x18" fmla="*/ 0 w 91"/>
                <a:gd name="p0y18" fmla="*/ 860 h 97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3" name="文本框 52"/>
          <p:cNvSpPr txBox="1"/>
          <p:nvPr>
            <p:custDataLst>
              <p:tags r:id="rId48"/>
            </p:custDataLst>
          </p:nvPr>
        </p:nvSpPr>
        <p:spPr>
          <a:xfrm>
            <a:off x="6572250" y="3762375"/>
            <a:ext cx="1333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推理循环保障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7867650" y="3762375"/>
            <a:ext cx="381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0"/>
            </p:custDataLst>
          </p:nvPr>
        </p:nvSpPr>
        <p:spPr>
          <a:xfrm>
            <a:off x="8214995" y="3781425"/>
            <a:ext cx="826770" cy="242570"/>
          </a:xfrm>
          <a:custGeom>
            <a:avLst/>
            <a:gdLst>
              <a:gd name="sw" fmla="*/ 1 w 1302"/>
              <a:gd name="sh" fmla="*/ 1 h 382"/>
              <a:gd name="mins" fmla="min sw sh"/>
              <a:gd name="dsw" fmla="+- 0 sw mins"/>
              <a:gd name="dsh" fmla="+- 0 sh mins"/>
              <a:gd name="p0x0" fmla="*/ 60 w 1302"/>
              <a:gd name="p0y0" fmla="*/ 0 h 382"/>
              <a:gd name="p0x1" fmla="*/ 1242 w 1302"/>
              <a:gd name="p0y1" fmla="*/ 0 h 382"/>
              <a:gd name="p0x2" fmla="*/ 1275 w 1302"/>
              <a:gd name="p0y2" fmla="*/ 0 h 382"/>
              <a:gd name="p0x3" fmla="*/ 1302 w 1302"/>
              <a:gd name="p0y3" fmla="*/ 26 h 382"/>
              <a:gd name="p0x4" fmla="*/ 1302 w 1302"/>
              <a:gd name="p0y4" fmla="*/ 60 h 382"/>
              <a:gd name="p0x5" fmla="*/ 1302 w 1302"/>
              <a:gd name="p0y5" fmla="*/ 322 h 382"/>
              <a:gd name="p0x6" fmla="*/ 1302 w 1302"/>
              <a:gd name="p0y6" fmla="*/ 355 h 382"/>
              <a:gd name="p0x7" fmla="*/ 1275 w 1302"/>
              <a:gd name="p0y7" fmla="*/ 382 h 382"/>
              <a:gd name="p0x8" fmla="*/ 1242 w 1302"/>
              <a:gd name="p0y8" fmla="*/ 382 h 382"/>
              <a:gd name="p0x9" fmla="*/ 60 w 1302"/>
              <a:gd name="p0y9" fmla="*/ 382 h 382"/>
              <a:gd name="p0x10" fmla="*/ 26 w 1302"/>
              <a:gd name="p0y10" fmla="*/ 382 h 382"/>
              <a:gd name="p0x11" fmla="*/ 0 w 1302"/>
              <a:gd name="p0y11" fmla="*/ 355 h 382"/>
              <a:gd name="p0x12" fmla="*/ 0 w 1302"/>
              <a:gd name="p0y12" fmla="*/ 322 h 382"/>
              <a:gd name="p0x13" fmla="*/ 0 w 1302"/>
              <a:gd name="p0y13" fmla="*/ 60 h 382"/>
              <a:gd name="p0x14" fmla="*/ 0 w 1302"/>
              <a:gd name="p0y14" fmla="*/ 26 h 382"/>
              <a:gd name="p0x15" fmla="*/ 26 w 1302"/>
              <a:gd name="p0y15" fmla="*/ 0 h 382"/>
              <a:gd name="p0x16" fmla="*/ 60 w 1302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DD0E1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1"/>
            </p:custDataLst>
          </p:nvPr>
        </p:nvSpPr>
        <p:spPr>
          <a:xfrm>
            <a:off x="8277225" y="3791664"/>
            <a:ext cx="865060" cy="222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75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try/finally</a:t>
            </a:r>
            <a:endParaRPr sz="1275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2"/>
            </p:custDataLst>
          </p:nvPr>
        </p:nvSpPr>
        <p:spPr>
          <a:xfrm>
            <a:off x="9047035" y="3762375"/>
            <a:ext cx="177641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确保钩子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稳健释放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6391275" y="4362450"/>
            <a:ext cx="5143500" cy="723900"/>
            <a:chOff x="10065" y="6870"/>
            <a:chExt cx="8100" cy="1140"/>
          </a:xfrm>
        </p:grpSpPr>
        <p:sp>
          <p:nvSpPr>
            <p:cNvPr id="58" name="任意多边形 57"/>
            <p:cNvSpPr/>
            <p:nvPr>
              <p:custDataLst>
                <p:tags r:id="rId53"/>
              </p:custDataLst>
            </p:nvPr>
          </p:nvSpPr>
          <p:spPr>
            <a:xfrm>
              <a:off x="10065" y="6870"/>
              <a:ext cx="8100" cy="1140"/>
            </a:xfrm>
            <a:custGeom>
              <a:avLst/>
              <a:gdLst>
                <a:gd name="sw" fmla="*/ 1 w 8100"/>
                <a:gd name="sh" fmla="*/ 1 h 1140"/>
                <a:gd name="mins" fmla="min sw sh"/>
                <a:gd name="dsw" fmla="+- 0 sw mins"/>
                <a:gd name="dsh" fmla="+- 0 sh mins"/>
                <a:gd name="p0x0" fmla="*/ 120 w 8100"/>
                <a:gd name="p0y0" fmla="*/ 0 h 1140"/>
                <a:gd name="p0x1" fmla="*/ 7980 w 8100"/>
                <a:gd name="p0y1" fmla="*/ 0 h 1140"/>
                <a:gd name="p0x2" fmla="*/ 8046 w 8100"/>
                <a:gd name="p0y2" fmla="*/ 0 h 1140"/>
                <a:gd name="p0x3" fmla="*/ 8100 w 8100"/>
                <a:gd name="p0y3" fmla="*/ 53 h 1140"/>
                <a:gd name="p0x4" fmla="*/ 8100 w 8100"/>
                <a:gd name="p0y4" fmla="*/ 120 h 1140"/>
                <a:gd name="p0x5" fmla="*/ 8100 w 8100"/>
                <a:gd name="p0y5" fmla="*/ 1020 h 1140"/>
                <a:gd name="p0x6" fmla="*/ 8100 w 8100"/>
                <a:gd name="p0y6" fmla="*/ 1086 h 1140"/>
                <a:gd name="p0x7" fmla="*/ 8046 w 8100"/>
                <a:gd name="p0y7" fmla="*/ 1140 h 1140"/>
                <a:gd name="p0x8" fmla="*/ 7980 w 8100"/>
                <a:gd name="p0y8" fmla="*/ 1140 h 1140"/>
                <a:gd name="p0x9" fmla="*/ 120 w 8100"/>
                <a:gd name="p0y9" fmla="*/ 1140 h 1140"/>
                <a:gd name="p0x10" fmla="*/ 53 w 8100"/>
                <a:gd name="p0y10" fmla="*/ 1140 h 1140"/>
                <a:gd name="p0x11" fmla="*/ 0 w 8100"/>
                <a:gd name="p0y11" fmla="*/ 1086 h 1140"/>
                <a:gd name="p0x12" fmla="*/ 0 w 8100"/>
                <a:gd name="p0y12" fmla="*/ 1020 h 1140"/>
                <a:gd name="p0x13" fmla="*/ 0 w 8100"/>
                <a:gd name="p0y13" fmla="*/ 120 h 1140"/>
                <a:gd name="p0x14" fmla="*/ 0 w 8100"/>
                <a:gd name="p0y14" fmla="*/ 53 h 1140"/>
                <a:gd name="p0x15" fmla="*/ 53 w 8100"/>
                <a:gd name="p0y15" fmla="*/ 0 h 1140"/>
                <a:gd name="p0x16" fmla="*/ 120 w 8100"/>
                <a:gd name="p0y16" fmla="*/ 0 h 11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>
              <p:custDataLst>
                <p:tags r:id="rId54"/>
              </p:custDataLst>
            </p:nvPr>
          </p:nvSpPr>
          <p:spPr>
            <a:xfrm>
              <a:off x="10139" y="6870"/>
              <a:ext cx="7990" cy="45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45 w 7990"/>
                <a:gd name="p0y0" fmla="*/ 0 h 45"/>
                <a:gd name="p0x1" fmla="*/ 7905 w 7990"/>
                <a:gd name="p0y1" fmla="*/ 0 h 45"/>
                <a:gd name="p0x2" fmla="*/ 7939 w 7990"/>
                <a:gd name="p0y2" fmla="*/ 0 h 45"/>
                <a:gd name="p0x3" fmla="*/ 7969 w 7990"/>
                <a:gd name="p0y3" fmla="*/ 13 h 45"/>
                <a:gd name="p0x4" fmla="*/ 7990 w 7990"/>
                <a:gd name="p0y4" fmla="*/ 35 h 45"/>
                <a:gd name="p0x5" fmla="*/ 7980 w 7990"/>
                <a:gd name="p0y5" fmla="*/ 45 h 45"/>
                <a:gd name="p0x6" fmla="*/ 7961 w 7990"/>
                <a:gd name="p0y6" fmla="*/ 26 h 45"/>
                <a:gd name="p0x7" fmla="*/ 7934 w 7990"/>
                <a:gd name="p0y7" fmla="*/ 15 h 45"/>
                <a:gd name="p0x8" fmla="*/ 7905 w 7990"/>
                <a:gd name="p0y8" fmla="*/ 15 h 45"/>
                <a:gd name="p0x9" fmla="*/ 45 w 7990"/>
                <a:gd name="p0y9" fmla="*/ 15 h 45"/>
                <a:gd name="p0x10" fmla="*/ 35 w 7990"/>
                <a:gd name="p0y10" fmla="*/ 15 h 45"/>
                <a:gd name="p0x11" fmla="*/ 26 w 7990"/>
                <a:gd name="p0y11" fmla="*/ 17 h 45"/>
                <a:gd name="p0x12" fmla="*/ 17 w 7990"/>
                <a:gd name="p0y12" fmla="*/ 22 h 45"/>
                <a:gd name="p0x13" fmla="*/ 0 w 7990"/>
                <a:gd name="p0y13" fmla="*/ 9 h 45"/>
                <a:gd name="p0x14" fmla="*/ 0 w 7990"/>
                <a:gd name="p0y14" fmla="*/ 9 h 45"/>
                <a:gd name="p0x15" fmla="*/ 14 w 7990"/>
                <a:gd name="p0y15" fmla="*/ 3 h 45"/>
                <a:gd name="p0x16" fmla="*/ 29 w 7990"/>
                <a:gd name="p0y16" fmla="*/ 0 h 45"/>
                <a:gd name="p0x17" fmla="*/ 45 w 799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5"/>
              </p:custDataLst>
            </p:nvPr>
          </p:nvSpPr>
          <p:spPr>
            <a:xfrm>
              <a:off x="18119" y="6905"/>
              <a:ext cx="46" cy="1069"/>
            </a:xfrm>
            <a:custGeom>
              <a:avLst/>
              <a:gdLst>
                <a:gd name="sw" fmla="*/ 1 w 45"/>
                <a:gd name="sh" fmla="*/ 1 h 1069"/>
                <a:gd name="mins" fmla="min sw sh"/>
                <a:gd name="dsw" fmla="+- 0 sw mins"/>
                <a:gd name="dsh" fmla="+- 0 sh mins"/>
                <a:gd name="p0x0" fmla="*/ 45 w 45"/>
                <a:gd name="p0y0" fmla="*/ 84 h 1069"/>
                <a:gd name="p0x1" fmla="*/ 45 w 45"/>
                <a:gd name="p0y1" fmla="*/ 984 h 1069"/>
                <a:gd name="p0x2" fmla="*/ 45 w 45"/>
                <a:gd name="p0y2" fmla="*/ 1017 h 1069"/>
                <a:gd name="p0x3" fmla="*/ 32 w 45"/>
                <a:gd name="p0y3" fmla="*/ 1047 h 1069"/>
                <a:gd name="p0x4" fmla="*/ 10 w 45"/>
                <a:gd name="p0y4" fmla="*/ 1069 h 1069"/>
                <a:gd name="p0x5" fmla="*/ 0 w 45"/>
                <a:gd name="p0y5" fmla="*/ 1059 h 1069"/>
                <a:gd name="p0x6" fmla="*/ 19 w 45"/>
                <a:gd name="p0y6" fmla="*/ 1040 h 1069"/>
                <a:gd name="p0x7" fmla="*/ 30 w 45"/>
                <a:gd name="p0y7" fmla="*/ 1013 h 1069"/>
                <a:gd name="p0x8" fmla="*/ 30 w 45"/>
                <a:gd name="p0y8" fmla="*/ 984 h 1069"/>
                <a:gd name="p0x9" fmla="*/ 30 w 45"/>
                <a:gd name="p0y9" fmla="*/ 84 h 1069"/>
                <a:gd name="p0x10" fmla="*/ 30 w 45"/>
                <a:gd name="p0y10" fmla="*/ 55 h 1069"/>
                <a:gd name="p0x11" fmla="*/ 19 w 45"/>
                <a:gd name="p0y11" fmla="*/ 29 h 1069"/>
                <a:gd name="p0x12" fmla="*/ 0 w 45"/>
                <a:gd name="p0y12" fmla="*/ 10 h 1069"/>
                <a:gd name="p0x13" fmla="*/ 10 w 45"/>
                <a:gd name="p0y13" fmla="*/ 0 h 1069"/>
                <a:gd name="p0x14" fmla="*/ 32 w 45"/>
                <a:gd name="p0y14" fmla="*/ 21 h 1069"/>
                <a:gd name="p0x15" fmla="*/ 45 w 45"/>
                <a:gd name="p0y15" fmla="*/ 51 h 1069"/>
                <a:gd name="p0x16" fmla="*/ 45 w 45"/>
                <a:gd name="p0y16" fmla="*/ 84 h 106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>
              <p:custDataLst>
                <p:tags r:id="rId56"/>
              </p:custDataLst>
            </p:nvPr>
          </p:nvSpPr>
          <p:spPr>
            <a:xfrm>
              <a:off x="10139" y="7964"/>
              <a:ext cx="7990" cy="46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7905 w 7990"/>
                <a:gd name="p0y0" fmla="*/ 45 h 45"/>
                <a:gd name="p0x1" fmla="*/ 45 w 7990"/>
                <a:gd name="p0y1" fmla="*/ 45 h 45"/>
                <a:gd name="p0x2" fmla="*/ 29 w 7990"/>
                <a:gd name="p0y2" fmla="*/ 45 h 45"/>
                <a:gd name="p0x3" fmla="*/ 14 w 7990"/>
                <a:gd name="p0y3" fmla="*/ 42 h 45"/>
                <a:gd name="p0x4" fmla="*/ 0 w 7990"/>
                <a:gd name="p0y4" fmla="*/ 36 h 45"/>
                <a:gd name="p0x5" fmla="*/ 17 w 7990"/>
                <a:gd name="p0y5" fmla="*/ 22 h 45"/>
                <a:gd name="p0x6" fmla="*/ 17 w 7990"/>
                <a:gd name="p0y6" fmla="*/ 22 h 45"/>
                <a:gd name="p0x7" fmla="*/ 26 w 7990"/>
                <a:gd name="p0y7" fmla="*/ 27 h 45"/>
                <a:gd name="p0x8" fmla="*/ 35 w 7990"/>
                <a:gd name="p0y8" fmla="*/ 30 h 45"/>
                <a:gd name="p0x9" fmla="*/ 45 w 7990"/>
                <a:gd name="p0y9" fmla="*/ 30 h 45"/>
                <a:gd name="p0x10" fmla="*/ 7905 w 7990"/>
                <a:gd name="p0y10" fmla="*/ 30 h 45"/>
                <a:gd name="p0x11" fmla="*/ 7934 w 7990"/>
                <a:gd name="p0y11" fmla="*/ 30 h 45"/>
                <a:gd name="p0x12" fmla="*/ 7961 w 7990"/>
                <a:gd name="p0y12" fmla="*/ 19 h 45"/>
                <a:gd name="p0x13" fmla="*/ 7980 w 7990"/>
                <a:gd name="p0y13" fmla="*/ 0 h 45"/>
                <a:gd name="p0x14" fmla="*/ 7990 w 7990"/>
                <a:gd name="p0y14" fmla="*/ 10 h 45"/>
                <a:gd name="p0x15" fmla="*/ 7969 w 7990"/>
                <a:gd name="p0y15" fmla="*/ 32 h 45"/>
                <a:gd name="p0x16" fmla="*/ 7939 w 7990"/>
                <a:gd name="p0y16" fmla="*/ 45 h 45"/>
                <a:gd name="p0x17" fmla="*/ 7905 w 799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57"/>
              </p:custDataLst>
            </p:nvPr>
          </p:nvSpPr>
          <p:spPr>
            <a:xfrm>
              <a:off x="10065" y="6879"/>
              <a:ext cx="91" cy="1121"/>
            </a:xfrm>
            <a:custGeom>
              <a:avLst/>
              <a:gdLst>
                <a:gd name="sw" fmla="*/ 1 w 91"/>
                <a:gd name="sh" fmla="*/ 1 h 1121"/>
                <a:gd name="mins" fmla="min sw sh"/>
                <a:gd name="dsw" fmla="+- 0 sw mins"/>
                <a:gd name="dsh" fmla="+- 0 sh mins"/>
                <a:gd name="p0x0" fmla="*/ 0 w 91"/>
                <a:gd name="p0y0" fmla="*/ 1010 h 1121"/>
                <a:gd name="p0x1" fmla="*/ 0 w 91"/>
                <a:gd name="p0y1" fmla="*/ 110 h 1121"/>
                <a:gd name="p0x2" fmla="*/ 0 w 91"/>
                <a:gd name="p0y2" fmla="*/ 60 h 1121"/>
                <a:gd name="p0x3" fmla="*/ 30 w 91"/>
                <a:gd name="p0y3" fmla="*/ 18 h 1121"/>
                <a:gd name="p0x4" fmla="*/ 74 w 91"/>
                <a:gd name="p0y4" fmla="*/ 0 h 1121"/>
                <a:gd name="p0x5" fmla="*/ 91 w 91"/>
                <a:gd name="p0y5" fmla="*/ 13 h 1121"/>
                <a:gd name="p0x6" fmla="*/ 91 w 91"/>
                <a:gd name="p0y6" fmla="*/ 13 h 1121"/>
                <a:gd name="p0x7" fmla="*/ 64 w 91"/>
                <a:gd name="p0y7" fmla="*/ 29 h 1121"/>
                <a:gd name="p0x8" fmla="*/ 45 w 91"/>
                <a:gd name="p0y8" fmla="*/ 67 h 1121"/>
                <a:gd name="p0x9" fmla="*/ 45 w 91"/>
                <a:gd name="p0y9" fmla="*/ 110 h 1121"/>
                <a:gd name="p0x10" fmla="*/ 45 w 91"/>
                <a:gd name="p0y10" fmla="*/ 1010 h 1121"/>
                <a:gd name="p0x11" fmla="*/ 45 w 91"/>
                <a:gd name="p0y11" fmla="*/ 1054 h 1121"/>
                <a:gd name="p0x12" fmla="*/ 64 w 91"/>
                <a:gd name="p0y12" fmla="*/ 1092 h 1121"/>
                <a:gd name="p0x13" fmla="*/ 91 w 91"/>
                <a:gd name="p0y13" fmla="*/ 1107 h 1121"/>
                <a:gd name="p0x14" fmla="*/ 74 w 91"/>
                <a:gd name="p0y14" fmla="*/ 1121 h 1121"/>
                <a:gd name="p0x15" fmla="*/ 74 w 91"/>
                <a:gd name="p0y15" fmla="*/ 1121 h 1121"/>
                <a:gd name="p0x16" fmla="*/ 30 w 91"/>
                <a:gd name="p0y16" fmla="*/ 1103 h 1121"/>
                <a:gd name="p0x17" fmla="*/ 0 w 91"/>
                <a:gd name="p0y17" fmla="*/ 1060 h 1121"/>
                <a:gd name="p0x18" fmla="*/ 0 w 91"/>
                <a:gd name="p0y18" fmla="*/ 1010 h 112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4" name="文本框 63"/>
          <p:cNvSpPr txBox="1"/>
          <p:nvPr>
            <p:custDataLst>
              <p:tags r:id="rId58"/>
            </p:custDataLst>
          </p:nvPr>
        </p:nvSpPr>
        <p:spPr>
          <a:xfrm>
            <a:off x="6572250" y="4591050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逐样本动态归一化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59"/>
            </p:custDataLst>
          </p:nvPr>
        </p:nvSpPr>
        <p:spPr>
          <a:xfrm>
            <a:off x="8248650" y="4591050"/>
            <a:ext cx="381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60"/>
            </p:custDataLst>
          </p:nvPr>
        </p:nvSpPr>
        <p:spPr>
          <a:xfrm>
            <a:off x="8591550" y="4471988"/>
            <a:ext cx="2635005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batch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内各样本独立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∞-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范数归一化，避免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信号串扰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6391275" y="5238750"/>
            <a:ext cx="5143500" cy="962025"/>
            <a:chOff x="10065" y="8250"/>
            <a:chExt cx="8100" cy="1515"/>
          </a:xfrm>
        </p:grpSpPr>
        <p:sp>
          <p:nvSpPr>
            <p:cNvPr id="67" name="任意多边形 66"/>
            <p:cNvSpPr/>
            <p:nvPr>
              <p:custDataLst>
                <p:tags r:id="rId61"/>
              </p:custDataLst>
            </p:nvPr>
          </p:nvSpPr>
          <p:spPr>
            <a:xfrm>
              <a:off x="10065" y="8250"/>
              <a:ext cx="8100" cy="1515"/>
            </a:xfrm>
            <a:custGeom>
              <a:avLst/>
              <a:gdLst>
                <a:gd name="sw" fmla="*/ 1 w 8100"/>
                <a:gd name="sh" fmla="*/ 1 h 1515"/>
                <a:gd name="mins" fmla="min sw sh"/>
                <a:gd name="dsw" fmla="+- 0 sw mins"/>
                <a:gd name="dsh" fmla="+- 0 sh mins"/>
                <a:gd name="p0x0" fmla="*/ 120 w 8100"/>
                <a:gd name="p0y0" fmla="*/ 0 h 1515"/>
                <a:gd name="p0x1" fmla="*/ 7980 w 8100"/>
                <a:gd name="p0y1" fmla="*/ 0 h 1515"/>
                <a:gd name="p0x2" fmla="*/ 8046 w 8100"/>
                <a:gd name="p0y2" fmla="*/ 0 h 1515"/>
                <a:gd name="p0x3" fmla="*/ 8100 w 8100"/>
                <a:gd name="p0y3" fmla="*/ 53 h 1515"/>
                <a:gd name="p0x4" fmla="*/ 8100 w 8100"/>
                <a:gd name="p0y4" fmla="*/ 120 h 1515"/>
                <a:gd name="p0x5" fmla="*/ 8100 w 8100"/>
                <a:gd name="p0y5" fmla="*/ 1395 h 1515"/>
                <a:gd name="p0x6" fmla="*/ 8100 w 8100"/>
                <a:gd name="p0y6" fmla="*/ 1461 h 1515"/>
                <a:gd name="p0x7" fmla="*/ 8046 w 8100"/>
                <a:gd name="p0y7" fmla="*/ 1515 h 1515"/>
                <a:gd name="p0x8" fmla="*/ 7980 w 8100"/>
                <a:gd name="p0y8" fmla="*/ 1515 h 1515"/>
                <a:gd name="p0x9" fmla="*/ 120 w 8100"/>
                <a:gd name="p0y9" fmla="*/ 1515 h 1515"/>
                <a:gd name="p0x10" fmla="*/ 53 w 8100"/>
                <a:gd name="p0y10" fmla="*/ 1515 h 1515"/>
                <a:gd name="p0x11" fmla="*/ 0 w 8100"/>
                <a:gd name="p0y11" fmla="*/ 1461 h 1515"/>
                <a:gd name="p0x12" fmla="*/ 0 w 8100"/>
                <a:gd name="p0y12" fmla="*/ 1395 h 1515"/>
                <a:gd name="p0x13" fmla="*/ 0 w 8100"/>
                <a:gd name="p0y13" fmla="*/ 120 h 1515"/>
                <a:gd name="p0x14" fmla="*/ 0 w 8100"/>
                <a:gd name="p0y14" fmla="*/ 53 h 1515"/>
                <a:gd name="p0x15" fmla="*/ 53 w 8100"/>
                <a:gd name="p0y15" fmla="*/ 0 h 1515"/>
                <a:gd name="p0x16" fmla="*/ 120 w 8100"/>
                <a:gd name="p0y16" fmla="*/ 0 h 15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12157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62"/>
              </p:custDataLst>
            </p:nvPr>
          </p:nvSpPr>
          <p:spPr>
            <a:xfrm>
              <a:off x="10139" y="8250"/>
              <a:ext cx="7990" cy="45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45 w 7990"/>
                <a:gd name="p0y0" fmla="*/ 0 h 45"/>
                <a:gd name="p0x1" fmla="*/ 7905 w 7990"/>
                <a:gd name="p0y1" fmla="*/ 0 h 45"/>
                <a:gd name="p0x2" fmla="*/ 7939 w 7990"/>
                <a:gd name="p0y2" fmla="*/ 0 h 45"/>
                <a:gd name="p0x3" fmla="*/ 7969 w 7990"/>
                <a:gd name="p0y3" fmla="*/ 13 h 45"/>
                <a:gd name="p0x4" fmla="*/ 7990 w 7990"/>
                <a:gd name="p0y4" fmla="*/ 35 h 45"/>
                <a:gd name="p0x5" fmla="*/ 7980 w 7990"/>
                <a:gd name="p0y5" fmla="*/ 45 h 45"/>
                <a:gd name="p0x6" fmla="*/ 7961 w 7990"/>
                <a:gd name="p0y6" fmla="*/ 26 h 45"/>
                <a:gd name="p0x7" fmla="*/ 7934 w 7990"/>
                <a:gd name="p0y7" fmla="*/ 15 h 45"/>
                <a:gd name="p0x8" fmla="*/ 7905 w 7990"/>
                <a:gd name="p0y8" fmla="*/ 15 h 45"/>
                <a:gd name="p0x9" fmla="*/ 45 w 7990"/>
                <a:gd name="p0y9" fmla="*/ 15 h 45"/>
                <a:gd name="p0x10" fmla="*/ 35 w 7990"/>
                <a:gd name="p0y10" fmla="*/ 15 h 45"/>
                <a:gd name="p0x11" fmla="*/ 26 w 7990"/>
                <a:gd name="p0y11" fmla="*/ 17 h 45"/>
                <a:gd name="p0x12" fmla="*/ 17 w 7990"/>
                <a:gd name="p0y12" fmla="*/ 22 h 45"/>
                <a:gd name="p0x13" fmla="*/ 0 w 7990"/>
                <a:gd name="p0y13" fmla="*/ 9 h 45"/>
                <a:gd name="p0x14" fmla="*/ 0 w 7990"/>
                <a:gd name="p0y14" fmla="*/ 9 h 45"/>
                <a:gd name="p0x15" fmla="*/ 14 w 7990"/>
                <a:gd name="p0y15" fmla="*/ 3 h 45"/>
                <a:gd name="p0x16" fmla="*/ 29 w 7990"/>
                <a:gd name="p0y16" fmla="*/ 0 h 45"/>
                <a:gd name="p0x17" fmla="*/ 45 w 7990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>
              <p:custDataLst>
                <p:tags r:id="rId63"/>
              </p:custDataLst>
            </p:nvPr>
          </p:nvSpPr>
          <p:spPr>
            <a:xfrm>
              <a:off x="18119" y="8285"/>
              <a:ext cx="46" cy="1444"/>
            </a:xfrm>
            <a:custGeom>
              <a:avLst/>
              <a:gdLst>
                <a:gd name="sw" fmla="*/ 1 w 45"/>
                <a:gd name="sh" fmla="*/ 1 h 1444"/>
                <a:gd name="mins" fmla="min sw sh"/>
                <a:gd name="dsw" fmla="+- 0 sw mins"/>
                <a:gd name="dsh" fmla="+- 0 sh mins"/>
                <a:gd name="p0x0" fmla="*/ 45 w 45"/>
                <a:gd name="p0y0" fmla="*/ 84 h 1444"/>
                <a:gd name="p0x1" fmla="*/ 45 w 45"/>
                <a:gd name="p0y1" fmla="*/ 1359 h 1444"/>
                <a:gd name="p0x2" fmla="*/ 45 w 45"/>
                <a:gd name="p0y2" fmla="*/ 1392 h 1444"/>
                <a:gd name="p0x3" fmla="*/ 32 w 45"/>
                <a:gd name="p0y3" fmla="*/ 1422 h 1444"/>
                <a:gd name="p0x4" fmla="*/ 10 w 45"/>
                <a:gd name="p0y4" fmla="*/ 1444 h 1444"/>
                <a:gd name="p0x5" fmla="*/ 0 w 45"/>
                <a:gd name="p0y5" fmla="*/ 1434 h 1444"/>
                <a:gd name="p0x6" fmla="*/ 19 w 45"/>
                <a:gd name="p0y6" fmla="*/ 1415 h 1444"/>
                <a:gd name="p0x7" fmla="*/ 30 w 45"/>
                <a:gd name="p0y7" fmla="*/ 1388 h 1444"/>
                <a:gd name="p0x8" fmla="*/ 30 w 45"/>
                <a:gd name="p0y8" fmla="*/ 1359 h 1444"/>
                <a:gd name="p0x9" fmla="*/ 30 w 45"/>
                <a:gd name="p0y9" fmla="*/ 84 h 1444"/>
                <a:gd name="p0x10" fmla="*/ 30 w 45"/>
                <a:gd name="p0y10" fmla="*/ 55 h 1444"/>
                <a:gd name="p0x11" fmla="*/ 19 w 45"/>
                <a:gd name="p0y11" fmla="*/ 29 h 1444"/>
                <a:gd name="p0x12" fmla="*/ 0 w 45"/>
                <a:gd name="p0y12" fmla="*/ 10 h 1444"/>
                <a:gd name="p0x13" fmla="*/ 10 w 45"/>
                <a:gd name="p0y13" fmla="*/ 0 h 1444"/>
                <a:gd name="p0x14" fmla="*/ 32 w 45"/>
                <a:gd name="p0y14" fmla="*/ 21 h 1444"/>
                <a:gd name="p0x15" fmla="*/ 45 w 45"/>
                <a:gd name="p0y15" fmla="*/ 51 h 1444"/>
                <a:gd name="p0x16" fmla="*/ 45 w 45"/>
                <a:gd name="p0y16" fmla="*/ 84 h 144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>
              <p:custDataLst>
                <p:tags r:id="rId64"/>
              </p:custDataLst>
            </p:nvPr>
          </p:nvSpPr>
          <p:spPr>
            <a:xfrm>
              <a:off x="10139" y="9719"/>
              <a:ext cx="7990" cy="46"/>
            </a:xfrm>
            <a:custGeom>
              <a:avLst/>
              <a:gdLst>
                <a:gd name="sw" fmla="*/ 1 w 7990"/>
                <a:gd name="sh" fmla="*/ 1 h 45"/>
                <a:gd name="mins" fmla="min sw sh"/>
                <a:gd name="dsw" fmla="+- 0 sw mins"/>
                <a:gd name="dsh" fmla="+- 0 sh mins"/>
                <a:gd name="p0x0" fmla="*/ 7905 w 7990"/>
                <a:gd name="p0y0" fmla="*/ 45 h 45"/>
                <a:gd name="p0x1" fmla="*/ 45 w 7990"/>
                <a:gd name="p0y1" fmla="*/ 45 h 45"/>
                <a:gd name="p0x2" fmla="*/ 29 w 7990"/>
                <a:gd name="p0y2" fmla="*/ 45 h 45"/>
                <a:gd name="p0x3" fmla="*/ 14 w 7990"/>
                <a:gd name="p0y3" fmla="*/ 42 h 45"/>
                <a:gd name="p0x4" fmla="*/ 0 w 7990"/>
                <a:gd name="p0y4" fmla="*/ 36 h 45"/>
                <a:gd name="p0x5" fmla="*/ 17 w 7990"/>
                <a:gd name="p0y5" fmla="*/ 22 h 45"/>
                <a:gd name="p0x6" fmla="*/ 17 w 7990"/>
                <a:gd name="p0y6" fmla="*/ 22 h 45"/>
                <a:gd name="p0x7" fmla="*/ 26 w 7990"/>
                <a:gd name="p0y7" fmla="*/ 27 h 45"/>
                <a:gd name="p0x8" fmla="*/ 35 w 7990"/>
                <a:gd name="p0y8" fmla="*/ 30 h 45"/>
                <a:gd name="p0x9" fmla="*/ 45 w 7990"/>
                <a:gd name="p0y9" fmla="*/ 30 h 45"/>
                <a:gd name="p0x10" fmla="*/ 7905 w 7990"/>
                <a:gd name="p0y10" fmla="*/ 30 h 45"/>
                <a:gd name="p0x11" fmla="*/ 7934 w 7990"/>
                <a:gd name="p0y11" fmla="*/ 30 h 45"/>
                <a:gd name="p0x12" fmla="*/ 7961 w 7990"/>
                <a:gd name="p0y12" fmla="*/ 19 h 45"/>
                <a:gd name="p0x13" fmla="*/ 7980 w 7990"/>
                <a:gd name="p0y13" fmla="*/ 0 h 45"/>
                <a:gd name="p0x14" fmla="*/ 7990 w 7990"/>
                <a:gd name="p0y14" fmla="*/ 10 h 45"/>
                <a:gd name="p0x15" fmla="*/ 7969 w 7990"/>
                <a:gd name="p0y15" fmla="*/ 32 h 45"/>
                <a:gd name="p0x16" fmla="*/ 7939 w 7990"/>
                <a:gd name="p0y16" fmla="*/ 45 h 45"/>
                <a:gd name="p0x17" fmla="*/ 7905 w 7990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任意多边形 70"/>
            <p:cNvSpPr/>
            <p:nvPr>
              <p:custDataLst>
                <p:tags r:id="rId65"/>
              </p:custDataLst>
            </p:nvPr>
          </p:nvSpPr>
          <p:spPr>
            <a:xfrm>
              <a:off x="10065" y="8259"/>
              <a:ext cx="91" cy="1496"/>
            </a:xfrm>
            <a:custGeom>
              <a:avLst/>
              <a:gdLst>
                <a:gd name="sw" fmla="*/ 1 w 91"/>
                <a:gd name="sh" fmla="*/ 1 h 1496"/>
                <a:gd name="mins" fmla="min sw sh"/>
                <a:gd name="dsw" fmla="+- 0 sw mins"/>
                <a:gd name="dsh" fmla="+- 0 sh mins"/>
                <a:gd name="p0x0" fmla="*/ 0 w 91"/>
                <a:gd name="p0y0" fmla="*/ 1385 h 1496"/>
                <a:gd name="p0x1" fmla="*/ 0 w 91"/>
                <a:gd name="p0y1" fmla="*/ 110 h 1496"/>
                <a:gd name="p0x2" fmla="*/ 0 w 91"/>
                <a:gd name="p0y2" fmla="*/ 60 h 1496"/>
                <a:gd name="p0x3" fmla="*/ 30 w 91"/>
                <a:gd name="p0y3" fmla="*/ 18 h 1496"/>
                <a:gd name="p0x4" fmla="*/ 74 w 91"/>
                <a:gd name="p0y4" fmla="*/ 0 h 1496"/>
                <a:gd name="p0x5" fmla="*/ 91 w 91"/>
                <a:gd name="p0y5" fmla="*/ 13 h 1496"/>
                <a:gd name="p0x6" fmla="*/ 91 w 91"/>
                <a:gd name="p0y6" fmla="*/ 13 h 1496"/>
                <a:gd name="p0x7" fmla="*/ 64 w 91"/>
                <a:gd name="p0y7" fmla="*/ 29 h 1496"/>
                <a:gd name="p0x8" fmla="*/ 45 w 91"/>
                <a:gd name="p0y8" fmla="*/ 67 h 1496"/>
                <a:gd name="p0x9" fmla="*/ 45 w 91"/>
                <a:gd name="p0y9" fmla="*/ 110 h 1496"/>
                <a:gd name="p0x10" fmla="*/ 45 w 91"/>
                <a:gd name="p0y10" fmla="*/ 1385 h 1496"/>
                <a:gd name="p0x11" fmla="*/ 45 w 91"/>
                <a:gd name="p0y11" fmla="*/ 1429 h 1496"/>
                <a:gd name="p0x12" fmla="*/ 64 w 91"/>
                <a:gd name="p0y12" fmla="*/ 1467 h 1496"/>
                <a:gd name="p0x13" fmla="*/ 91 w 91"/>
                <a:gd name="p0y13" fmla="*/ 1482 h 1496"/>
                <a:gd name="p0x14" fmla="*/ 74 w 91"/>
                <a:gd name="p0y14" fmla="*/ 1496 h 1496"/>
                <a:gd name="p0x15" fmla="*/ 74 w 91"/>
                <a:gd name="p0y15" fmla="*/ 1496 h 1496"/>
                <a:gd name="p0x16" fmla="*/ 30 w 91"/>
                <a:gd name="p0y16" fmla="*/ 1478 h 1496"/>
                <a:gd name="p0x17" fmla="*/ 0 w 91"/>
                <a:gd name="p0y17" fmla="*/ 1435 h 1496"/>
                <a:gd name="p0x18" fmla="*/ 0 w 91"/>
                <a:gd name="p0y18" fmla="*/ 1385 h 149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3" name="文本框 72"/>
          <p:cNvSpPr txBox="1"/>
          <p:nvPr>
            <p:custDataLst>
              <p:tags r:id="rId66"/>
            </p:custDataLst>
          </p:nvPr>
        </p:nvSpPr>
        <p:spPr>
          <a:xfrm>
            <a:off x="6572250" y="5586413"/>
            <a:ext cx="136252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量化仿真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67"/>
            </p:custDataLst>
          </p:nvPr>
        </p:nvSpPr>
        <p:spPr>
          <a:xfrm>
            <a:off x="7896673" y="5586413"/>
            <a:ext cx="381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68"/>
            </p:custDataLst>
          </p:nvPr>
        </p:nvSpPr>
        <p:spPr>
          <a:xfrm>
            <a:off x="8239573" y="5348288"/>
            <a:ext cx="256989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对称饱和整型量化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反量化，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69"/>
            </p:custDataLst>
          </p:nvPr>
        </p:nvSpPr>
        <p:spPr>
          <a:xfrm>
            <a:off x="8244205" y="5605145"/>
            <a:ext cx="830580" cy="243205"/>
          </a:xfrm>
          <a:custGeom>
            <a:avLst/>
            <a:gdLst>
              <a:gd name="sw" fmla="*/ 1 w 1308"/>
              <a:gd name="sh" fmla="*/ 1 h 382"/>
              <a:gd name="mins" fmla="min sw sh"/>
              <a:gd name="dsw" fmla="+- 0 sw mins"/>
              <a:gd name="dsh" fmla="+- 0 sh mins"/>
              <a:gd name="p0x0" fmla="*/ 60 w 1308"/>
              <a:gd name="p0y0" fmla="*/ 0 h 382"/>
              <a:gd name="p0x1" fmla="*/ 1248 w 1308"/>
              <a:gd name="p0y1" fmla="*/ 0 h 382"/>
              <a:gd name="p0x2" fmla="*/ 1281 w 1308"/>
              <a:gd name="p0y2" fmla="*/ 0 h 382"/>
              <a:gd name="p0x3" fmla="*/ 1308 w 1308"/>
              <a:gd name="p0y3" fmla="*/ 26 h 382"/>
              <a:gd name="p0x4" fmla="*/ 1308 w 1308"/>
              <a:gd name="p0y4" fmla="*/ 60 h 382"/>
              <a:gd name="p0x5" fmla="*/ 1308 w 1308"/>
              <a:gd name="p0y5" fmla="*/ 322 h 382"/>
              <a:gd name="p0x6" fmla="*/ 1308 w 1308"/>
              <a:gd name="p0y6" fmla="*/ 355 h 382"/>
              <a:gd name="p0x7" fmla="*/ 1281 w 1308"/>
              <a:gd name="p0y7" fmla="*/ 382 h 382"/>
              <a:gd name="p0x8" fmla="*/ 1248 w 1308"/>
              <a:gd name="p0y8" fmla="*/ 382 h 382"/>
              <a:gd name="p0x9" fmla="*/ 60 w 1308"/>
              <a:gd name="p0y9" fmla="*/ 382 h 382"/>
              <a:gd name="p0x10" fmla="*/ 26 w 1308"/>
              <a:gd name="p0y10" fmla="*/ 382 h 382"/>
              <a:gd name="p0x11" fmla="*/ 0 w 1308"/>
              <a:gd name="p0y11" fmla="*/ 355 h 382"/>
              <a:gd name="p0x12" fmla="*/ 0 w 1308"/>
              <a:gd name="p0y12" fmla="*/ 322 h 382"/>
              <a:gd name="p0x13" fmla="*/ 0 w 1308"/>
              <a:gd name="p0y13" fmla="*/ 60 h 382"/>
              <a:gd name="p0x14" fmla="*/ 0 w 1308"/>
              <a:gd name="p0y14" fmla="*/ 26 h 382"/>
              <a:gd name="p0x15" fmla="*/ 26 w 1308"/>
              <a:gd name="p0y15" fmla="*/ 0 h 382"/>
              <a:gd name="p0x16" fmla="*/ 60 w 1308"/>
              <a:gd name="p0y16" fmla="*/ 0 h 3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DD0E1">
              <a:alpha val="10196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70"/>
            </p:custDataLst>
          </p:nvPr>
        </p:nvSpPr>
        <p:spPr>
          <a:xfrm>
            <a:off x="8306248" y="5615702"/>
            <a:ext cx="868937" cy="22240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75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num_bits</a:t>
            </a:r>
            <a:endParaRPr sz="1275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71"/>
            </p:custDataLst>
          </p:nvPr>
        </p:nvSpPr>
        <p:spPr>
          <a:xfrm>
            <a:off x="8239573" y="5586413"/>
            <a:ext cx="3017263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840105" algn="l">
              <a:lnSpc>
                <a:spcPct val="104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32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None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自动短路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72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73"/>
            </p:custDataLst>
          </p:nvPr>
        </p:nvSpPr>
        <p:spPr>
          <a:xfrm>
            <a:off x="6096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非线性误差数学模型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4"/>
            </p:custDataLst>
          </p:nvPr>
        </p:nvSpPr>
        <p:spPr>
          <a:xfrm>
            <a:off x="9133437" y="595313"/>
            <a:ext cx="290616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NONLINEAR ERROR MODELING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3"/>
            </p:custDataLst>
          </p:nvPr>
        </p:nvSpPr>
        <p:spPr>
          <a:xfrm>
            <a:off x="5890895" y="221234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322 w 645"/>
              <a:gd name="p0y0" fmla="*/ 0 h 645"/>
              <a:gd name="p0x1" fmla="*/ 500 w 645"/>
              <a:gd name="p0y1" fmla="*/ 0 h 645"/>
              <a:gd name="p0x2" fmla="*/ 645 w 645"/>
              <a:gd name="p0y2" fmla="*/ 144 h 645"/>
              <a:gd name="p0x3" fmla="*/ 645 w 645"/>
              <a:gd name="p0y3" fmla="*/ 322 h 645"/>
              <a:gd name="p0x4" fmla="*/ 645 w 645"/>
              <a:gd name="p0y4" fmla="*/ 500 h 645"/>
              <a:gd name="p0x5" fmla="*/ 500 w 645"/>
              <a:gd name="p0y5" fmla="*/ 645 h 645"/>
              <a:gd name="p0x6" fmla="*/ 322 w 645"/>
              <a:gd name="p0y6" fmla="*/ 645 h 645"/>
              <a:gd name="p0x7" fmla="*/ 144 w 645"/>
              <a:gd name="p0y7" fmla="*/ 645 h 645"/>
              <a:gd name="p0x8" fmla="*/ 0 w 645"/>
              <a:gd name="p0y8" fmla="*/ 500 h 645"/>
              <a:gd name="p0x9" fmla="*/ 0 w 645"/>
              <a:gd name="p0y9" fmla="*/ 322 h 645"/>
              <a:gd name="p0x10" fmla="*/ 0 w 645"/>
              <a:gd name="p0y10" fmla="*/ 144 h 645"/>
              <a:gd name="p0x11" fmla="*/ 144 w 645"/>
              <a:gd name="p0y11" fmla="*/ 0 h 645"/>
              <a:gd name="p0x12" fmla="*/ 322 w 645"/>
              <a:gd name="p0y12" fmla="*/ 0 h 64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noFill/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5986681" y="2317556"/>
            <a:ext cx="370951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endParaRPr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461645" y="3715385"/>
            <a:ext cx="11268075" cy="542925"/>
          </a:xfrm>
          <a:custGeom>
            <a:avLst/>
            <a:gdLst>
              <a:gd name="sw" fmla="*/ 1 w 17745"/>
              <a:gd name="sh" fmla="*/ 1 h 855"/>
              <a:gd name="mins" fmla="min sw sh"/>
              <a:gd name="dsw" fmla="+- 0 sw mins"/>
              <a:gd name="dsh" fmla="+- 0 sh mins"/>
              <a:gd name="p0x0" fmla="*/ 120 w 17745"/>
              <a:gd name="p0y0" fmla="*/ 0 h 855"/>
              <a:gd name="p0x1" fmla="*/ 17625 w 17745"/>
              <a:gd name="p0y1" fmla="*/ 0 h 855"/>
              <a:gd name="p0x2" fmla="*/ 17691 w 17745"/>
              <a:gd name="p0y2" fmla="*/ 0 h 855"/>
              <a:gd name="p0x3" fmla="*/ 17745 w 17745"/>
              <a:gd name="p0y3" fmla="*/ 53 h 855"/>
              <a:gd name="p0x4" fmla="*/ 17745 w 17745"/>
              <a:gd name="p0y4" fmla="*/ 120 h 855"/>
              <a:gd name="p0x5" fmla="*/ 17745 w 17745"/>
              <a:gd name="p0y5" fmla="*/ 735 h 855"/>
              <a:gd name="p0x6" fmla="*/ 17745 w 17745"/>
              <a:gd name="p0y6" fmla="*/ 801 h 855"/>
              <a:gd name="p0x7" fmla="*/ 17691 w 17745"/>
              <a:gd name="p0y7" fmla="*/ 855 h 855"/>
              <a:gd name="p0x8" fmla="*/ 17625 w 17745"/>
              <a:gd name="p0y8" fmla="*/ 855 h 855"/>
              <a:gd name="p0x9" fmla="*/ 120 w 17745"/>
              <a:gd name="p0y9" fmla="*/ 855 h 855"/>
              <a:gd name="p0x10" fmla="*/ 53 w 17745"/>
              <a:gd name="p0y10" fmla="*/ 855 h 855"/>
              <a:gd name="p0x11" fmla="*/ 0 w 17745"/>
              <a:gd name="p0y11" fmla="*/ 801 h 855"/>
              <a:gd name="p0x12" fmla="*/ 0 w 17745"/>
              <a:gd name="p0y12" fmla="*/ 735 h 855"/>
              <a:gd name="p0x13" fmla="*/ 0 w 17745"/>
              <a:gd name="p0y13" fmla="*/ 120 h 855"/>
              <a:gd name="p0x14" fmla="*/ 0 w 17745"/>
              <a:gd name="p0y14" fmla="*/ 53 h 855"/>
              <a:gd name="p0x15" fmla="*/ 53 w 17745"/>
              <a:gd name="p0y15" fmla="*/ 0 h 855"/>
              <a:gd name="p0x16" fmla="*/ 120 w 1774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619125" y="3820716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动态失真注入：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2066925" y="3820716"/>
            <a:ext cx="981395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训练阶段每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batch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动态注入随机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α ∈ [-0.3, 0.3]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非线性失真（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在噪声中学习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）；验证阶段干净推理（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α = 0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8"/>
            </p:custDataLst>
          </p:nvPr>
        </p:nvSpPr>
        <p:spPr>
          <a:xfrm>
            <a:off x="457200" y="44157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560565" y="4441746"/>
            <a:ext cx="345653" cy="291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65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876300" y="4404598"/>
            <a:ext cx="51435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FeatureCalibration </a:t>
            </a:r>
            <a:r>
              <a:rPr 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残差校准</a:t>
            </a:r>
            <a:endParaRPr lang="zh-CN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1"/>
            </p:custDataLst>
          </p:nvPr>
        </p:nvSpPr>
        <p:spPr>
          <a:xfrm>
            <a:off x="457200" y="4858941"/>
            <a:ext cx="55626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MLP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128→64→128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残差连接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，学习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失真特征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干净特征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逆变换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457200" y="5544741"/>
            <a:ext cx="533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最坏情况退化为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恒等映射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，不损失干净精度；计算开销极低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3"/>
            </p:custDataLst>
          </p:nvPr>
        </p:nvSpPr>
        <p:spPr>
          <a:xfrm>
            <a:off x="457200" y="6200775"/>
            <a:ext cx="148351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额外参数仅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300"/>
              <a:t> </a:t>
            </a:r>
            <a:r>
              <a:rPr lang="en-US"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~1.6</a:t>
            </a:r>
            <a:r>
              <a:rPr lang="zh-CN" altLang="en-US"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2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14"/>
            </p:custDataLst>
          </p:nvPr>
        </p:nvSpPr>
        <p:spPr>
          <a:xfrm>
            <a:off x="461645" y="1280795"/>
            <a:ext cx="5267325" cy="2272665"/>
          </a:xfrm>
          <a:custGeom>
            <a:avLst/>
            <a:gdLst>
              <a:gd name="sw" fmla="*/ 1 w 8295"/>
              <a:gd name="sh" fmla="*/ 1 h 3579"/>
              <a:gd name="mins" fmla="min sw sh"/>
              <a:gd name="dsw" fmla="+- 0 sw mins"/>
              <a:gd name="dsh" fmla="+- 0 sh mins"/>
              <a:gd name="p0x0" fmla="*/ 120 w 8295"/>
              <a:gd name="p0y0" fmla="*/ 0 h 3579"/>
              <a:gd name="p0x1" fmla="*/ 8175 w 8295"/>
              <a:gd name="p0y1" fmla="*/ 0 h 3579"/>
              <a:gd name="p0x2" fmla="*/ 8241 w 8295"/>
              <a:gd name="p0y2" fmla="*/ 0 h 3579"/>
              <a:gd name="p0x3" fmla="*/ 8295 w 8295"/>
              <a:gd name="p0y3" fmla="*/ 53 h 3579"/>
              <a:gd name="p0x4" fmla="*/ 8295 w 8295"/>
              <a:gd name="p0y4" fmla="*/ 120 h 3579"/>
              <a:gd name="p0x5" fmla="*/ 8295 w 8295"/>
              <a:gd name="p0y5" fmla="*/ 3459 h 3579"/>
              <a:gd name="p0x6" fmla="*/ 8295 w 8295"/>
              <a:gd name="p0y6" fmla="*/ 3525 h 3579"/>
              <a:gd name="p0x7" fmla="*/ 8241 w 8295"/>
              <a:gd name="p0y7" fmla="*/ 3579 h 3579"/>
              <a:gd name="p0x8" fmla="*/ 8175 w 8295"/>
              <a:gd name="p0y8" fmla="*/ 3579 h 3579"/>
              <a:gd name="p0x9" fmla="*/ 120 w 8295"/>
              <a:gd name="p0y9" fmla="*/ 3579 h 3579"/>
              <a:gd name="p0x10" fmla="*/ 53 w 8295"/>
              <a:gd name="p0y10" fmla="*/ 3579 h 3579"/>
              <a:gd name="p0x11" fmla="*/ 0 w 8295"/>
              <a:gd name="p0y11" fmla="*/ 3525 h 3579"/>
              <a:gd name="p0x12" fmla="*/ 0 w 8295"/>
              <a:gd name="p0y12" fmla="*/ 3459 h 3579"/>
              <a:gd name="p0x13" fmla="*/ 0 w 8295"/>
              <a:gd name="p0y13" fmla="*/ 120 h 3579"/>
              <a:gd name="p0x14" fmla="*/ 0 w 8295"/>
              <a:gd name="p0y14" fmla="*/ 53 h 3579"/>
              <a:gd name="p0x15" fmla="*/ 53 w 8295"/>
              <a:gd name="p0y15" fmla="*/ 0 h 3579"/>
              <a:gd name="p0x16" fmla="*/ 120 w 8295"/>
              <a:gd name="p0y16" fmla="*/ 0 h 35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5"/>
            </p:custDataLst>
          </p:nvPr>
        </p:nvSpPr>
        <p:spPr>
          <a:xfrm>
            <a:off x="657225" y="14763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6"/>
            </p:custDataLst>
          </p:nvPr>
        </p:nvSpPr>
        <p:spPr>
          <a:xfrm>
            <a:off x="760590" y="1502093"/>
            <a:ext cx="345653" cy="291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65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1076325" y="1464945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Finetune </a:t>
            </a:r>
            <a:r>
              <a:rPr 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lang="zh-CN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657225" y="1919288"/>
            <a:ext cx="48768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干净权重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出发，低学习率适配失真，保留预训练特征，对干净精度影响小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9"/>
            </p:custDataLst>
          </p:nvPr>
        </p:nvSpPr>
        <p:spPr>
          <a:xfrm>
            <a:off x="657225" y="3106341"/>
            <a:ext cx="1025204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lr = </a:t>
            </a:r>
            <a:r>
              <a:rPr sz="300"/>
              <a:t> 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1e-3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0"/>
            </p:custDataLst>
          </p:nvPr>
        </p:nvSpPr>
        <p:spPr>
          <a:xfrm>
            <a:off x="1568129" y="3106341"/>
            <a:ext cx="13876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40-80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 epoch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1"/>
            </p:custDataLst>
          </p:nvPr>
        </p:nvSpPr>
        <p:spPr>
          <a:xfrm>
            <a:off x="6462395" y="1280795"/>
            <a:ext cx="5267325" cy="2272665"/>
          </a:xfrm>
          <a:custGeom>
            <a:avLst/>
            <a:gdLst>
              <a:gd name="sw" fmla="*/ 1 w 8295"/>
              <a:gd name="sh" fmla="*/ 1 h 3579"/>
              <a:gd name="mins" fmla="min sw sh"/>
              <a:gd name="dsw" fmla="+- 0 sw mins"/>
              <a:gd name="dsh" fmla="+- 0 sh mins"/>
              <a:gd name="p0x0" fmla="*/ 120 w 8295"/>
              <a:gd name="p0y0" fmla="*/ 0 h 3579"/>
              <a:gd name="p0x1" fmla="*/ 8175 w 8295"/>
              <a:gd name="p0y1" fmla="*/ 0 h 3579"/>
              <a:gd name="p0x2" fmla="*/ 8241 w 8295"/>
              <a:gd name="p0y2" fmla="*/ 0 h 3579"/>
              <a:gd name="p0x3" fmla="*/ 8295 w 8295"/>
              <a:gd name="p0y3" fmla="*/ 53 h 3579"/>
              <a:gd name="p0x4" fmla="*/ 8295 w 8295"/>
              <a:gd name="p0y4" fmla="*/ 120 h 3579"/>
              <a:gd name="p0x5" fmla="*/ 8295 w 8295"/>
              <a:gd name="p0y5" fmla="*/ 3459 h 3579"/>
              <a:gd name="p0x6" fmla="*/ 8295 w 8295"/>
              <a:gd name="p0y6" fmla="*/ 3525 h 3579"/>
              <a:gd name="p0x7" fmla="*/ 8241 w 8295"/>
              <a:gd name="p0y7" fmla="*/ 3579 h 3579"/>
              <a:gd name="p0x8" fmla="*/ 8175 w 8295"/>
              <a:gd name="p0y8" fmla="*/ 3579 h 3579"/>
              <a:gd name="p0x9" fmla="*/ 120 w 8295"/>
              <a:gd name="p0y9" fmla="*/ 3579 h 3579"/>
              <a:gd name="p0x10" fmla="*/ 53 w 8295"/>
              <a:gd name="p0y10" fmla="*/ 3579 h 3579"/>
              <a:gd name="p0x11" fmla="*/ 0 w 8295"/>
              <a:gd name="p0y11" fmla="*/ 3525 h 3579"/>
              <a:gd name="p0x12" fmla="*/ 0 w 8295"/>
              <a:gd name="p0y12" fmla="*/ 3459 h 3579"/>
              <a:gd name="p0x13" fmla="*/ 0 w 8295"/>
              <a:gd name="p0y13" fmla="*/ 120 h 3579"/>
              <a:gd name="p0x14" fmla="*/ 0 w 8295"/>
              <a:gd name="p0y14" fmla="*/ 53 h 3579"/>
              <a:gd name="p0x15" fmla="*/ 53 w 8295"/>
              <a:gd name="p0y15" fmla="*/ 0 h 3579"/>
              <a:gd name="p0x16" fmla="*/ 120 w 8295"/>
              <a:gd name="p0y16" fmla="*/ 0 h 35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22"/>
            </p:custDataLst>
          </p:nvPr>
        </p:nvSpPr>
        <p:spPr>
          <a:xfrm>
            <a:off x="6657975" y="14763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6761340" y="1502093"/>
            <a:ext cx="345653" cy="291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65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7077075" y="1464945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Scratch </a:t>
            </a:r>
            <a:r>
              <a:rPr 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从头训练</a:t>
            </a:r>
            <a:endParaRPr lang="zh-CN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6657975" y="1919288"/>
            <a:ext cx="48768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随机初始化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，全程带失真训练，鲁棒性上限更高，泛化性更强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6"/>
            </p:custDataLst>
          </p:nvPr>
        </p:nvSpPr>
        <p:spPr>
          <a:xfrm>
            <a:off x="6657975" y="3106341"/>
            <a:ext cx="98844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lr = </a:t>
            </a:r>
            <a:r>
              <a:rPr sz="300"/>
              <a:t> 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0.01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7532113" y="3106341"/>
            <a:ext cx="117544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 epoch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176645" y="4420235"/>
            <a:ext cx="5553075" cy="1975485"/>
          </a:xfrm>
          <a:custGeom>
            <a:avLst/>
            <a:gdLst>
              <a:gd name="sw" fmla="*/ 1 w 8745"/>
              <a:gd name="sh" fmla="*/ 1 h 3110"/>
              <a:gd name="mins" fmla="min sw sh"/>
              <a:gd name="dsw" fmla="+- 0 sw mins"/>
              <a:gd name="dsh" fmla="+- 0 sh mins"/>
              <a:gd name="p0x0" fmla="*/ 120 w 8745"/>
              <a:gd name="p0y0" fmla="*/ 0 h 3110"/>
              <a:gd name="p0x1" fmla="*/ 8625 w 8745"/>
              <a:gd name="p0y1" fmla="*/ 0 h 3110"/>
              <a:gd name="p0x2" fmla="*/ 8691 w 8745"/>
              <a:gd name="p0y2" fmla="*/ 0 h 3110"/>
              <a:gd name="p0x3" fmla="*/ 8745 w 8745"/>
              <a:gd name="p0y3" fmla="*/ 53 h 3110"/>
              <a:gd name="p0x4" fmla="*/ 8745 w 8745"/>
              <a:gd name="p0y4" fmla="*/ 120 h 3110"/>
              <a:gd name="p0x5" fmla="*/ 8745 w 8745"/>
              <a:gd name="p0y5" fmla="*/ 2990 h 3110"/>
              <a:gd name="p0x6" fmla="*/ 8745 w 8745"/>
              <a:gd name="p0y6" fmla="*/ 3056 h 3110"/>
              <a:gd name="p0x7" fmla="*/ 8691 w 8745"/>
              <a:gd name="p0y7" fmla="*/ 3110 h 3110"/>
              <a:gd name="p0x8" fmla="*/ 8625 w 8745"/>
              <a:gd name="p0y8" fmla="*/ 3110 h 3110"/>
              <a:gd name="p0x9" fmla="*/ 120 w 8745"/>
              <a:gd name="p0y9" fmla="*/ 3110 h 3110"/>
              <a:gd name="p0x10" fmla="*/ 53 w 8745"/>
              <a:gd name="p0y10" fmla="*/ 3110 h 3110"/>
              <a:gd name="p0x11" fmla="*/ 0 w 8745"/>
              <a:gd name="p0y11" fmla="*/ 3056 h 3110"/>
              <a:gd name="p0x12" fmla="*/ 0 w 8745"/>
              <a:gd name="p0y12" fmla="*/ 2990 h 3110"/>
              <a:gd name="p0x13" fmla="*/ 0 w 8745"/>
              <a:gd name="p0y13" fmla="*/ 120 h 3110"/>
              <a:gd name="p0x14" fmla="*/ 0 w 8745"/>
              <a:gd name="p0y14" fmla="*/ 53 h 3110"/>
              <a:gd name="p0x15" fmla="*/ 53 w 8745"/>
              <a:gd name="p0y15" fmla="*/ 0 h 3110"/>
              <a:gd name="p0x16" fmla="*/ 120 w 8745"/>
              <a:gd name="p0y16" fmla="*/ 0 h 31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6372225" y="4599861"/>
            <a:ext cx="516255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</a:t>
            </a:r>
            <a:r>
              <a:rPr lang="en-US" alt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· </a:t>
            </a:r>
            <a:r>
              <a:rPr lang="zh-CN" alt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三方案</a:t>
            </a:r>
            <a:endParaRPr lang="zh-CN" altLang="en-US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6376670" y="5067935"/>
            <a:ext cx="1635125" cy="1317826"/>
          </a:xfrm>
          <a:custGeom>
            <a:avLst/>
            <a:gdLst>
              <a:gd name="sw" fmla="*/ 1 w 2574"/>
              <a:gd name="sh" fmla="*/ 1 h 2246"/>
              <a:gd name="mins" fmla="min sw sh"/>
              <a:gd name="dsw" fmla="+- 0 sw mins"/>
              <a:gd name="dsh" fmla="+- 0 sh mins"/>
              <a:gd name="p0x0" fmla="*/ 120 w 2574"/>
              <a:gd name="p0y0" fmla="*/ 0 h 2246"/>
              <a:gd name="p0x1" fmla="*/ 2454 w 2574"/>
              <a:gd name="p0y1" fmla="*/ 0 h 2246"/>
              <a:gd name="p0x2" fmla="*/ 2521 w 2574"/>
              <a:gd name="p0y2" fmla="*/ 0 h 2246"/>
              <a:gd name="p0x3" fmla="*/ 2574 w 2574"/>
              <a:gd name="p0y3" fmla="*/ 53 h 2246"/>
              <a:gd name="p0x4" fmla="*/ 2574 w 2574"/>
              <a:gd name="p0y4" fmla="*/ 120 h 2246"/>
              <a:gd name="p0x5" fmla="*/ 2574 w 2574"/>
              <a:gd name="p0y5" fmla="*/ 2126 h 2246"/>
              <a:gd name="p0x6" fmla="*/ 2574 w 2574"/>
              <a:gd name="p0y6" fmla="*/ 2193 h 2246"/>
              <a:gd name="p0x7" fmla="*/ 2521 w 2574"/>
              <a:gd name="p0y7" fmla="*/ 2246 h 2246"/>
              <a:gd name="p0x8" fmla="*/ 2454 w 2574"/>
              <a:gd name="p0y8" fmla="*/ 2246 h 2246"/>
              <a:gd name="p0x9" fmla="*/ 120 w 2574"/>
              <a:gd name="p0y9" fmla="*/ 2246 h 2246"/>
              <a:gd name="p0x10" fmla="*/ 53 w 2574"/>
              <a:gd name="p0y10" fmla="*/ 2246 h 2246"/>
              <a:gd name="p0x11" fmla="*/ 0 w 2574"/>
              <a:gd name="p0y11" fmla="*/ 2193 h 2246"/>
              <a:gd name="p0x12" fmla="*/ 0 w 2574"/>
              <a:gd name="p0y12" fmla="*/ 2126 h 2246"/>
              <a:gd name="p0x13" fmla="*/ 0 w 2574"/>
              <a:gd name="p0y13" fmla="*/ 120 h 2246"/>
              <a:gd name="p0x14" fmla="*/ 0 w 2574"/>
              <a:gd name="p0y14" fmla="*/ 53 h 2246"/>
              <a:gd name="p0x15" fmla="*/ 53 w 2574"/>
              <a:gd name="p0y15" fmla="*/ 0 h 2246"/>
              <a:gd name="p0x16" fmla="*/ 120 w 2574"/>
              <a:gd name="p0y16" fmla="*/ 0 h 22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6496050" y="51873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6569497" y="5168522"/>
            <a:ext cx="291179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350" b="1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6838950" y="5194697"/>
            <a:ext cx="1054075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alt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6496050" y="5477113"/>
            <a:ext cx="1396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残差校准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5"/>
            </p:custDataLst>
          </p:nvPr>
        </p:nvSpPr>
        <p:spPr>
          <a:xfrm>
            <a:off x="8135620" y="5067935"/>
            <a:ext cx="1635125" cy="1317826"/>
          </a:xfrm>
          <a:custGeom>
            <a:avLst/>
            <a:gdLst>
              <a:gd name="sw" fmla="*/ 1 w 2574"/>
              <a:gd name="sh" fmla="*/ 1 h 2246"/>
              <a:gd name="mins" fmla="min sw sh"/>
              <a:gd name="dsw" fmla="+- 0 sw mins"/>
              <a:gd name="dsh" fmla="+- 0 sh mins"/>
              <a:gd name="p0x0" fmla="*/ 120 w 2574"/>
              <a:gd name="p0y0" fmla="*/ 0 h 2246"/>
              <a:gd name="p0x1" fmla="*/ 2454 w 2574"/>
              <a:gd name="p0y1" fmla="*/ 0 h 2246"/>
              <a:gd name="p0x2" fmla="*/ 2521 w 2574"/>
              <a:gd name="p0y2" fmla="*/ 0 h 2246"/>
              <a:gd name="p0x3" fmla="*/ 2574 w 2574"/>
              <a:gd name="p0y3" fmla="*/ 53 h 2246"/>
              <a:gd name="p0x4" fmla="*/ 2574 w 2574"/>
              <a:gd name="p0y4" fmla="*/ 120 h 2246"/>
              <a:gd name="p0x5" fmla="*/ 2574 w 2574"/>
              <a:gd name="p0y5" fmla="*/ 2126 h 2246"/>
              <a:gd name="p0x6" fmla="*/ 2574 w 2574"/>
              <a:gd name="p0y6" fmla="*/ 2193 h 2246"/>
              <a:gd name="p0x7" fmla="*/ 2521 w 2574"/>
              <a:gd name="p0y7" fmla="*/ 2246 h 2246"/>
              <a:gd name="p0x8" fmla="*/ 2454 w 2574"/>
              <a:gd name="p0y8" fmla="*/ 2246 h 2246"/>
              <a:gd name="p0x9" fmla="*/ 120 w 2574"/>
              <a:gd name="p0y9" fmla="*/ 2246 h 2246"/>
              <a:gd name="p0x10" fmla="*/ 53 w 2574"/>
              <a:gd name="p0y10" fmla="*/ 2246 h 2246"/>
              <a:gd name="p0x11" fmla="*/ 0 w 2574"/>
              <a:gd name="p0y11" fmla="*/ 2193 h 2246"/>
              <a:gd name="p0x12" fmla="*/ 0 w 2574"/>
              <a:gd name="p0y12" fmla="*/ 2126 h 2246"/>
              <a:gd name="p0x13" fmla="*/ 0 w 2574"/>
              <a:gd name="p0y13" fmla="*/ 120 h 2246"/>
              <a:gd name="p0x14" fmla="*/ 0 w 2574"/>
              <a:gd name="p0y14" fmla="*/ 53 h 2246"/>
              <a:gd name="p0x15" fmla="*/ 53 w 2574"/>
              <a:gd name="p0y15" fmla="*/ 0 h 2246"/>
              <a:gd name="p0x16" fmla="*/ 120 w 2574"/>
              <a:gd name="p0y16" fmla="*/ 0 h 22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6"/>
            </p:custDataLst>
          </p:nvPr>
        </p:nvSpPr>
        <p:spPr>
          <a:xfrm>
            <a:off x="8254365" y="51873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7"/>
            </p:custDataLst>
          </p:nvPr>
        </p:nvSpPr>
        <p:spPr>
          <a:xfrm>
            <a:off x="8330355" y="5168522"/>
            <a:ext cx="287389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350" b="1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8"/>
            </p:custDataLst>
          </p:nvPr>
        </p:nvSpPr>
        <p:spPr>
          <a:xfrm>
            <a:off x="8597874" y="5194697"/>
            <a:ext cx="1054075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en-US" alt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9"/>
            </p:custDataLst>
          </p:nvPr>
        </p:nvSpPr>
        <p:spPr>
          <a:xfrm>
            <a:off x="8254974" y="5477113"/>
            <a:ext cx="1396975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分层加权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（浅层轻失真，深层强失真）</a:t>
            </a:r>
            <a:endParaRPr lang="zh-CN" altLang="en-US"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9894570" y="5067935"/>
            <a:ext cx="1635125" cy="1317826"/>
          </a:xfrm>
          <a:custGeom>
            <a:avLst/>
            <a:gdLst>
              <a:gd name="sw" fmla="*/ 1 w 2574"/>
              <a:gd name="sh" fmla="*/ 1 h 2246"/>
              <a:gd name="mins" fmla="min sw sh"/>
              <a:gd name="dsw" fmla="+- 0 sw mins"/>
              <a:gd name="dsh" fmla="+- 0 sh mins"/>
              <a:gd name="p0x0" fmla="*/ 120 w 2574"/>
              <a:gd name="p0y0" fmla="*/ 0 h 2246"/>
              <a:gd name="p0x1" fmla="*/ 2454 w 2574"/>
              <a:gd name="p0y1" fmla="*/ 0 h 2246"/>
              <a:gd name="p0x2" fmla="*/ 2521 w 2574"/>
              <a:gd name="p0y2" fmla="*/ 0 h 2246"/>
              <a:gd name="p0x3" fmla="*/ 2574 w 2574"/>
              <a:gd name="p0y3" fmla="*/ 53 h 2246"/>
              <a:gd name="p0x4" fmla="*/ 2574 w 2574"/>
              <a:gd name="p0y4" fmla="*/ 120 h 2246"/>
              <a:gd name="p0x5" fmla="*/ 2574 w 2574"/>
              <a:gd name="p0y5" fmla="*/ 2126 h 2246"/>
              <a:gd name="p0x6" fmla="*/ 2574 w 2574"/>
              <a:gd name="p0y6" fmla="*/ 2193 h 2246"/>
              <a:gd name="p0x7" fmla="*/ 2521 w 2574"/>
              <a:gd name="p0y7" fmla="*/ 2246 h 2246"/>
              <a:gd name="p0x8" fmla="*/ 2454 w 2574"/>
              <a:gd name="p0y8" fmla="*/ 2246 h 2246"/>
              <a:gd name="p0x9" fmla="*/ 120 w 2574"/>
              <a:gd name="p0y9" fmla="*/ 2246 h 2246"/>
              <a:gd name="p0x10" fmla="*/ 53 w 2574"/>
              <a:gd name="p0y10" fmla="*/ 2246 h 2246"/>
              <a:gd name="p0x11" fmla="*/ 0 w 2574"/>
              <a:gd name="p0y11" fmla="*/ 2193 h 2246"/>
              <a:gd name="p0x12" fmla="*/ 0 w 2574"/>
              <a:gd name="p0y12" fmla="*/ 2126 h 2246"/>
              <a:gd name="p0x13" fmla="*/ 0 w 2574"/>
              <a:gd name="p0y13" fmla="*/ 120 h 2246"/>
              <a:gd name="p0x14" fmla="*/ 0 w 2574"/>
              <a:gd name="p0y14" fmla="*/ 53 h 2246"/>
              <a:gd name="p0x15" fmla="*/ 53 w 2574"/>
              <a:gd name="p0y15" fmla="*/ 0 h 2246"/>
              <a:gd name="p0x16" fmla="*/ 120 w 2574"/>
              <a:gd name="p0y16" fmla="*/ 0 h 224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41"/>
            </p:custDataLst>
          </p:nvPr>
        </p:nvSpPr>
        <p:spPr>
          <a:xfrm>
            <a:off x="10013315" y="51873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10085336" y="5168522"/>
            <a:ext cx="295275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350" b="1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10356799" y="5194697"/>
            <a:ext cx="1054075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4"/>
            </p:custDataLst>
          </p:nvPr>
        </p:nvSpPr>
        <p:spPr>
          <a:xfrm>
            <a:off x="10013899" y="5477113"/>
            <a:ext cx="1396975" cy="9086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非对称采样（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70%</a:t>
            </a:r>
            <a:r>
              <a:rPr 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正向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负向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5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6"/>
            </p:custDataLst>
          </p:nvPr>
        </p:nvSpPr>
        <p:spPr>
          <a:xfrm>
            <a:off x="609600" y="433388"/>
            <a:ext cx="3825259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策略与残差校准</a:t>
            </a:r>
            <a:endParaRPr lang="zh-CN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90550" y="1038225"/>
            <a:ext cx="1371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七大核心研究问题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057400" y="1133475"/>
            <a:ext cx="9676765" cy="9525"/>
          </a:xfrm>
          <a:prstGeom prst="rect">
            <a:avLst/>
          </a:prstGeom>
          <a:gradFill>
            <a:gsLst>
              <a:gs pos="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461645" y="1461770"/>
            <a:ext cx="4305935" cy="4933950"/>
          </a:xfrm>
          <a:custGeom>
            <a:avLst/>
            <a:gdLst>
              <a:gd name="sw" fmla="*/ 1 w 6781"/>
              <a:gd name="sh" fmla="*/ 1 h 7770"/>
              <a:gd name="mins" fmla="min sw sh"/>
              <a:gd name="dsw" fmla="+- 0 sw mins"/>
              <a:gd name="dsh" fmla="+- 0 sh mins"/>
              <a:gd name="p0x0" fmla="*/ 120 w 6781"/>
              <a:gd name="p0y0" fmla="*/ 0 h 7770"/>
              <a:gd name="p0x1" fmla="*/ 6661 w 6781"/>
              <a:gd name="p0y1" fmla="*/ 0 h 7770"/>
              <a:gd name="p0x2" fmla="*/ 6727 w 6781"/>
              <a:gd name="p0y2" fmla="*/ 0 h 7770"/>
              <a:gd name="p0x3" fmla="*/ 6781 w 6781"/>
              <a:gd name="p0y3" fmla="*/ 53 h 7770"/>
              <a:gd name="p0x4" fmla="*/ 6781 w 6781"/>
              <a:gd name="p0y4" fmla="*/ 120 h 7770"/>
              <a:gd name="p0x5" fmla="*/ 6781 w 6781"/>
              <a:gd name="p0y5" fmla="*/ 7650 h 7770"/>
              <a:gd name="p0x6" fmla="*/ 6781 w 6781"/>
              <a:gd name="p0y6" fmla="*/ 7716 h 7770"/>
              <a:gd name="p0x7" fmla="*/ 6727 w 6781"/>
              <a:gd name="p0y7" fmla="*/ 7770 h 7770"/>
              <a:gd name="p0x8" fmla="*/ 6661 w 6781"/>
              <a:gd name="p0y8" fmla="*/ 7770 h 7770"/>
              <a:gd name="p0x9" fmla="*/ 120 w 6781"/>
              <a:gd name="p0y9" fmla="*/ 7770 h 7770"/>
              <a:gd name="p0x10" fmla="*/ 53 w 6781"/>
              <a:gd name="p0y10" fmla="*/ 7770 h 7770"/>
              <a:gd name="p0x11" fmla="*/ 0 w 6781"/>
              <a:gd name="p0y11" fmla="*/ 7716 h 7770"/>
              <a:gd name="p0x12" fmla="*/ 0 w 6781"/>
              <a:gd name="p0y12" fmla="*/ 7650 h 7770"/>
              <a:gd name="p0x13" fmla="*/ 0 w 6781"/>
              <a:gd name="p0y13" fmla="*/ 120 h 7770"/>
              <a:gd name="p0x14" fmla="*/ 0 w 6781"/>
              <a:gd name="p0y14" fmla="*/ 53 h 7770"/>
              <a:gd name="p0x15" fmla="*/ 53 w 6781"/>
              <a:gd name="p0y15" fmla="*/ 0 h 7770"/>
              <a:gd name="p0x16" fmla="*/ 120 w 6781"/>
              <a:gd name="p0y16" fmla="*/ 0 h 77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657225" y="1657350"/>
            <a:ext cx="3915410" cy="408940"/>
            <a:chOff x="1035" y="2610"/>
            <a:chExt cx="6166" cy="644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035" y="2610"/>
              <a:ext cx="6166" cy="645"/>
            </a:xfrm>
            <a:custGeom>
              <a:avLst/>
              <a:gdLst>
                <a:gd name="sw" fmla="*/ 1 w 6166"/>
                <a:gd name="sh" fmla="*/ 1 h 645"/>
                <a:gd name="mins" fmla="min sw sh"/>
                <a:gd name="dsw" fmla="+- 0 sw mins"/>
                <a:gd name="dsh" fmla="+- 0 sh mins"/>
                <a:gd name="p0x0" fmla="*/ 0 w 6166"/>
                <a:gd name="p0y0" fmla="*/ 0 h 645"/>
                <a:gd name="p0x1" fmla="*/ 6166 w 6166"/>
                <a:gd name="p0y1" fmla="*/ 0 h 645"/>
                <a:gd name="p0x2" fmla="*/ 6166 w 6166"/>
                <a:gd name="p0y2" fmla="*/ 645 h 645"/>
                <a:gd name="p0x3" fmla="*/ 0 w 6166"/>
                <a:gd name="p0y3" fmla="*/ 645 h 645"/>
                <a:gd name="p0x4" fmla="*/ 0 w 6166"/>
                <a:gd name="p0y4" fmla="*/ 0 h 6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035" y="3240"/>
              <a:ext cx="6166" cy="15"/>
            </a:xfrm>
            <a:custGeom>
              <a:avLst/>
              <a:gdLst>
                <a:gd name="sw" fmla="*/ 1 w 6166"/>
                <a:gd name="sh" fmla="*/ 1 h 15"/>
                <a:gd name="mins" fmla="min sw sh"/>
                <a:gd name="dsw" fmla="+- 0 sw mins"/>
                <a:gd name="dsh" fmla="+- 0 sh mins"/>
                <a:gd name="p0x0" fmla="*/ 6166 w 6166"/>
                <a:gd name="p0y0" fmla="*/ 15 h 15"/>
                <a:gd name="p0x1" fmla="*/ 0 w 6166"/>
                <a:gd name="p0y1" fmla="*/ 15 h 15"/>
                <a:gd name="p0x2" fmla="*/ 0 w 6166"/>
                <a:gd name="p0y2" fmla="*/ 0 h 15"/>
                <a:gd name="p0x3" fmla="*/ 6166 w 6166"/>
                <a:gd name="p0y3" fmla="*/ 0 h 15"/>
                <a:gd name="p0x4" fmla="*/ 6166 w 6166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607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1525" y="1715452"/>
            <a:ext cx="258813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087488" y="1642110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失真影响与机制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661670" y="218567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823595" y="26460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913286" y="2651074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1314450" y="2370087"/>
            <a:ext cx="3096292" cy="881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非线性失真对不同架构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精度破坏力</a:t>
            </a:r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有多大？误差如何跨层累积？</a:t>
            </a:r>
            <a:endParaRPr lang="zh-CN" altLang="en-US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4"/>
            </p:custDataLst>
          </p:nvPr>
        </p:nvSpPr>
        <p:spPr>
          <a:xfrm>
            <a:off x="661670" y="356362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823595" y="402399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913286" y="4028999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9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1314450" y="3890886"/>
            <a:ext cx="3096292" cy="595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不同参数量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拓扑的模型对非线性失真的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敏感性差异</a:t>
            </a:r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如何？</a:t>
            </a:r>
            <a:endParaRPr lang="zh-CN" altLang="en-US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8"/>
            </p:custDataLst>
          </p:nvPr>
        </p:nvSpPr>
        <p:spPr>
          <a:xfrm>
            <a:off x="661670" y="494157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823595" y="54019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913286" y="5406923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9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1314450" y="5125936"/>
            <a:ext cx="3096292" cy="88106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输入相关的非线性失真与输入无关的高斯噪声，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误差机制</a:t>
            </a:r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有何本质不同？</a:t>
            </a:r>
            <a:endParaRPr lang="zh-CN" altLang="en-US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2"/>
            </p:custDataLst>
          </p:nvPr>
        </p:nvSpPr>
        <p:spPr>
          <a:xfrm>
            <a:off x="4967605" y="1461770"/>
            <a:ext cx="4305935" cy="4933950"/>
          </a:xfrm>
          <a:custGeom>
            <a:avLst/>
            <a:gdLst>
              <a:gd name="sw" fmla="*/ 1 w 6781"/>
              <a:gd name="sh" fmla="*/ 1 h 7770"/>
              <a:gd name="mins" fmla="min sw sh"/>
              <a:gd name="dsw" fmla="+- 0 sw mins"/>
              <a:gd name="dsh" fmla="+- 0 sh mins"/>
              <a:gd name="p0x0" fmla="*/ 120 w 6781"/>
              <a:gd name="p0y0" fmla="*/ 0 h 7770"/>
              <a:gd name="p0x1" fmla="*/ 6661 w 6781"/>
              <a:gd name="p0y1" fmla="*/ 0 h 7770"/>
              <a:gd name="p0x2" fmla="*/ 6727 w 6781"/>
              <a:gd name="p0y2" fmla="*/ 0 h 7770"/>
              <a:gd name="p0x3" fmla="*/ 6781 w 6781"/>
              <a:gd name="p0y3" fmla="*/ 53 h 7770"/>
              <a:gd name="p0x4" fmla="*/ 6781 w 6781"/>
              <a:gd name="p0y4" fmla="*/ 120 h 7770"/>
              <a:gd name="p0x5" fmla="*/ 6781 w 6781"/>
              <a:gd name="p0y5" fmla="*/ 7650 h 7770"/>
              <a:gd name="p0x6" fmla="*/ 6781 w 6781"/>
              <a:gd name="p0y6" fmla="*/ 7716 h 7770"/>
              <a:gd name="p0x7" fmla="*/ 6727 w 6781"/>
              <a:gd name="p0y7" fmla="*/ 7770 h 7770"/>
              <a:gd name="p0x8" fmla="*/ 6661 w 6781"/>
              <a:gd name="p0y8" fmla="*/ 7770 h 7770"/>
              <a:gd name="p0x9" fmla="*/ 120 w 6781"/>
              <a:gd name="p0y9" fmla="*/ 7770 h 7770"/>
              <a:gd name="p0x10" fmla="*/ 53 w 6781"/>
              <a:gd name="p0y10" fmla="*/ 7770 h 7770"/>
              <a:gd name="p0x11" fmla="*/ 0 w 6781"/>
              <a:gd name="p0y11" fmla="*/ 7716 h 7770"/>
              <a:gd name="p0x12" fmla="*/ 0 w 6781"/>
              <a:gd name="p0y12" fmla="*/ 7650 h 7770"/>
              <a:gd name="p0x13" fmla="*/ 0 w 6781"/>
              <a:gd name="p0y13" fmla="*/ 120 h 7770"/>
              <a:gd name="p0x14" fmla="*/ 0 w 6781"/>
              <a:gd name="p0y14" fmla="*/ 53 h 7770"/>
              <a:gd name="p0x15" fmla="*/ 53 w 6781"/>
              <a:gd name="p0y15" fmla="*/ 0 h 7770"/>
              <a:gd name="p0x16" fmla="*/ 120 w 6781"/>
              <a:gd name="p0y16" fmla="*/ 0 h 77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5163185" y="1657350"/>
            <a:ext cx="3915410" cy="408940"/>
            <a:chOff x="8131" y="2610"/>
            <a:chExt cx="6166" cy="644"/>
          </a:xfrm>
        </p:grpSpPr>
        <p:sp>
          <p:nvSpPr>
            <p:cNvPr id="28" name="任意多边形 27"/>
            <p:cNvSpPr/>
            <p:nvPr>
              <p:custDataLst>
                <p:tags r:id="rId23"/>
              </p:custDataLst>
            </p:nvPr>
          </p:nvSpPr>
          <p:spPr>
            <a:xfrm>
              <a:off x="8131" y="2610"/>
              <a:ext cx="6166" cy="645"/>
            </a:xfrm>
            <a:custGeom>
              <a:avLst/>
              <a:gdLst>
                <a:gd name="sw" fmla="*/ 1 w 6166"/>
                <a:gd name="sh" fmla="*/ 1 h 645"/>
                <a:gd name="mins" fmla="min sw sh"/>
                <a:gd name="dsw" fmla="+- 0 sw mins"/>
                <a:gd name="dsh" fmla="+- 0 sh mins"/>
                <a:gd name="p0x0" fmla="*/ 0 w 6166"/>
                <a:gd name="p0y0" fmla="*/ 0 h 645"/>
                <a:gd name="p0x1" fmla="*/ 6166 w 6166"/>
                <a:gd name="p0y1" fmla="*/ 0 h 645"/>
                <a:gd name="p0x2" fmla="*/ 6166 w 6166"/>
                <a:gd name="p0y2" fmla="*/ 645 h 645"/>
                <a:gd name="p0x3" fmla="*/ 0 w 6166"/>
                <a:gd name="p0y3" fmla="*/ 645 h 645"/>
                <a:gd name="p0x4" fmla="*/ 0 w 6166"/>
                <a:gd name="p0y4" fmla="*/ 0 h 6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4"/>
              </p:custDataLst>
            </p:nvPr>
          </p:nvSpPr>
          <p:spPr>
            <a:xfrm>
              <a:off x="8131" y="3240"/>
              <a:ext cx="6166" cy="15"/>
            </a:xfrm>
            <a:custGeom>
              <a:avLst/>
              <a:gdLst>
                <a:gd name="sw" fmla="*/ 1 w 6166"/>
                <a:gd name="sh" fmla="*/ 1 h 15"/>
                <a:gd name="mins" fmla="min sw sh"/>
                <a:gd name="dsw" fmla="+- 0 sw mins"/>
                <a:gd name="dsh" fmla="+- 0 sh mins"/>
                <a:gd name="p0x0" fmla="*/ 6166 w 6166"/>
                <a:gd name="p0y0" fmla="*/ 15 h 15"/>
                <a:gd name="p0x1" fmla="*/ 0 w 6166"/>
                <a:gd name="p0y1" fmla="*/ 15 h 15"/>
                <a:gd name="p0x2" fmla="*/ 0 w 6166"/>
                <a:gd name="p0y2" fmla="*/ 0 h 15"/>
                <a:gd name="p0x3" fmla="*/ 6166 w 6166"/>
                <a:gd name="p0y3" fmla="*/ 0 h 15"/>
                <a:gd name="p0x4" fmla="*/ 6166 w 6166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607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25"/>
            </p:custDataLst>
          </p:nvPr>
        </p:nvSpPr>
        <p:spPr>
          <a:xfrm>
            <a:off x="5277517" y="1715452"/>
            <a:ext cx="255461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6"/>
            </p:custDataLst>
          </p:nvPr>
        </p:nvSpPr>
        <p:spPr>
          <a:xfrm>
            <a:off x="5590127" y="1642110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鲁棒提升与误差叠加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7"/>
            </p:custDataLst>
          </p:nvPr>
        </p:nvSpPr>
        <p:spPr>
          <a:xfrm>
            <a:off x="5167630" y="218567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5329555" y="26460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rgbClr val="4DD0E1">
                <a:alpha val="5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5419277" y="2651074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5820442" y="2512962"/>
            <a:ext cx="3096292" cy="595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如何通过算法手段提升模型在失真环境下的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鲁棒性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1"/>
            </p:custDataLst>
          </p:nvPr>
        </p:nvSpPr>
        <p:spPr>
          <a:xfrm>
            <a:off x="5167630" y="356362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32"/>
            </p:custDataLst>
          </p:nvPr>
        </p:nvSpPr>
        <p:spPr>
          <a:xfrm>
            <a:off x="5329555" y="402399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rgbClr val="4DD0E1">
                <a:alpha val="5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5419277" y="4028999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5820442" y="3890886"/>
            <a:ext cx="3096292" cy="595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多误差源（非线性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噪声）联合作用下呈现何种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效应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5"/>
            </p:custDataLst>
          </p:nvPr>
        </p:nvSpPr>
        <p:spPr>
          <a:xfrm>
            <a:off x="5167630" y="4941570"/>
            <a:ext cx="3905885" cy="1254125"/>
          </a:xfrm>
          <a:custGeom>
            <a:avLst/>
            <a:gdLst>
              <a:gd name="sw" fmla="*/ 1 w 6151"/>
              <a:gd name="sh" fmla="*/ 1 h 1974"/>
              <a:gd name="mins" fmla="min sw sh"/>
              <a:gd name="dsw" fmla="+- 0 sw mins"/>
              <a:gd name="dsh" fmla="+- 0 sh mins"/>
              <a:gd name="p0x0" fmla="*/ 120 w 6151"/>
              <a:gd name="p0y0" fmla="*/ 0 h 1974"/>
              <a:gd name="p0x1" fmla="*/ 6031 w 6151"/>
              <a:gd name="p0y1" fmla="*/ 0 h 1974"/>
              <a:gd name="p0x2" fmla="*/ 6097 w 6151"/>
              <a:gd name="p0y2" fmla="*/ 0 h 1974"/>
              <a:gd name="p0x3" fmla="*/ 6151 w 6151"/>
              <a:gd name="p0y3" fmla="*/ 53 h 1974"/>
              <a:gd name="p0x4" fmla="*/ 6151 w 6151"/>
              <a:gd name="p0y4" fmla="*/ 120 h 1974"/>
              <a:gd name="p0x5" fmla="*/ 6151 w 6151"/>
              <a:gd name="p0y5" fmla="*/ 1854 h 1974"/>
              <a:gd name="p0x6" fmla="*/ 6151 w 6151"/>
              <a:gd name="p0y6" fmla="*/ 1921 h 1974"/>
              <a:gd name="p0x7" fmla="*/ 6097 w 6151"/>
              <a:gd name="p0y7" fmla="*/ 1974 h 1974"/>
              <a:gd name="p0x8" fmla="*/ 6031 w 6151"/>
              <a:gd name="p0y8" fmla="*/ 1974 h 1974"/>
              <a:gd name="p0x9" fmla="*/ 120 w 6151"/>
              <a:gd name="p0y9" fmla="*/ 1974 h 1974"/>
              <a:gd name="p0x10" fmla="*/ 53 w 6151"/>
              <a:gd name="p0y10" fmla="*/ 1974 h 1974"/>
              <a:gd name="p0x11" fmla="*/ 0 w 6151"/>
              <a:gd name="p0y11" fmla="*/ 1921 h 1974"/>
              <a:gd name="p0x12" fmla="*/ 0 w 6151"/>
              <a:gd name="p0y12" fmla="*/ 1854 h 1974"/>
              <a:gd name="p0x13" fmla="*/ 0 w 6151"/>
              <a:gd name="p0y13" fmla="*/ 120 h 1974"/>
              <a:gd name="p0x14" fmla="*/ 0 w 6151"/>
              <a:gd name="p0y14" fmla="*/ 53 h 1974"/>
              <a:gd name="p0x15" fmla="*/ 53 w 6151"/>
              <a:gd name="p0y15" fmla="*/ 0 h 1974"/>
              <a:gd name="p0x16" fmla="*/ 120 w 6151"/>
              <a:gd name="p0y16" fmla="*/ 0 h 19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36"/>
            </p:custDataLst>
          </p:nvPr>
        </p:nvSpPr>
        <p:spPr>
          <a:xfrm>
            <a:off x="5329555" y="54019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rgbClr val="4DD0E1">
                <a:alpha val="5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5419277" y="5406923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9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8"/>
            </p:custDataLst>
          </p:nvPr>
        </p:nvSpPr>
        <p:spPr>
          <a:xfrm>
            <a:off x="5820442" y="5268811"/>
            <a:ext cx="3096292" cy="595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+ADC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量化联合误差是否存在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超加性叠加恶化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39"/>
            </p:custDataLst>
          </p:nvPr>
        </p:nvSpPr>
        <p:spPr>
          <a:xfrm>
            <a:off x="9473565" y="1461770"/>
            <a:ext cx="2256155" cy="4933950"/>
          </a:xfrm>
          <a:custGeom>
            <a:avLst/>
            <a:gdLst>
              <a:gd name="sw" fmla="*/ 1 w 3552"/>
              <a:gd name="sh" fmla="*/ 1 h 7770"/>
              <a:gd name="mins" fmla="min sw sh"/>
              <a:gd name="dsw" fmla="+- 0 sw mins"/>
              <a:gd name="dsh" fmla="+- 0 sh mins"/>
              <a:gd name="p0x0" fmla="*/ 120 w 3552"/>
              <a:gd name="p0y0" fmla="*/ 0 h 7770"/>
              <a:gd name="p0x1" fmla="*/ 3432 w 3552"/>
              <a:gd name="p0y1" fmla="*/ 0 h 7770"/>
              <a:gd name="p0x2" fmla="*/ 3499 w 3552"/>
              <a:gd name="p0y2" fmla="*/ 0 h 7770"/>
              <a:gd name="p0x3" fmla="*/ 3552 w 3552"/>
              <a:gd name="p0y3" fmla="*/ 53 h 7770"/>
              <a:gd name="p0x4" fmla="*/ 3552 w 3552"/>
              <a:gd name="p0y4" fmla="*/ 120 h 7770"/>
              <a:gd name="p0x5" fmla="*/ 3552 w 3552"/>
              <a:gd name="p0y5" fmla="*/ 7650 h 7770"/>
              <a:gd name="p0x6" fmla="*/ 3552 w 3552"/>
              <a:gd name="p0y6" fmla="*/ 7716 h 7770"/>
              <a:gd name="p0x7" fmla="*/ 3499 w 3552"/>
              <a:gd name="p0y7" fmla="*/ 7770 h 7770"/>
              <a:gd name="p0x8" fmla="*/ 3432 w 3552"/>
              <a:gd name="p0y8" fmla="*/ 7770 h 7770"/>
              <a:gd name="p0x9" fmla="*/ 120 w 3552"/>
              <a:gd name="p0y9" fmla="*/ 7770 h 7770"/>
              <a:gd name="p0x10" fmla="*/ 53 w 3552"/>
              <a:gd name="p0y10" fmla="*/ 7770 h 7770"/>
              <a:gd name="p0x11" fmla="*/ 0 w 3552"/>
              <a:gd name="p0y11" fmla="*/ 7716 h 7770"/>
              <a:gd name="p0x12" fmla="*/ 0 w 3552"/>
              <a:gd name="p0y12" fmla="*/ 7650 h 7770"/>
              <a:gd name="p0x13" fmla="*/ 0 w 3552"/>
              <a:gd name="p0y13" fmla="*/ 120 h 7770"/>
              <a:gd name="p0x14" fmla="*/ 0 w 3552"/>
              <a:gd name="p0y14" fmla="*/ 53 h 7770"/>
              <a:gd name="p0x15" fmla="*/ 53 w 3552"/>
              <a:gd name="p0y15" fmla="*/ 0 h 7770"/>
              <a:gd name="p0x16" fmla="*/ 120 w 3552"/>
              <a:gd name="p0y16" fmla="*/ 0 h 77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/>
        </p:nvGrpSpPr>
        <p:grpSpPr>
          <a:xfrm>
            <a:off x="9669145" y="1657350"/>
            <a:ext cx="1865630" cy="694690"/>
            <a:chOff x="15227" y="2610"/>
            <a:chExt cx="2938" cy="1094"/>
          </a:xfrm>
        </p:grpSpPr>
        <p:sp>
          <p:nvSpPr>
            <p:cNvPr id="46" name="任意多边形 45"/>
            <p:cNvSpPr/>
            <p:nvPr>
              <p:custDataLst>
                <p:tags r:id="rId40"/>
              </p:custDataLst>
            </p:nvPr>
          </p:nvSpPr>
          <p:spPr>
            <a:xfrm>
              <a:off x="15227" y="2610"/>
              <a:ext cx="2938" cy="1095"/>
            </a:xfrm>
            <a:custGeom>
              <a:avLst/>
              <a:gdLst>
                <a:gd name="sw" fmla="*/ 1 w 2937"/>
                <a:gd name="sh" fmla="*/ 1 h 1095"/>
                <a:gd name="mins" fmla="min sw sh"/>
                <a:gd name="dsw" fmla="+- 0 sw mins"/>
                <a:gd name="dsh" fmla="+- 0 sh mins"/>
                <a:gd name="p0x0" fmla="*/ 0 w 2937"/>
                <a:gd name="p0y0" fmla="*/ 0 h 1095"/>
                <a:gd name="p0x1" fmla="*/ 2937 w 2937"/>
                <a:gd name="p0y1" fmla="*/ 0 h 1095"/>
                <a:gd name="p0x2" fmla="*/ 2937 w 2937"/>
                <a:gd name="p0y2" fmla="*/ 1095 h 1095"/>
                <a:gd name="p0x3" fmla="*/ 0 w 2937"/>
                <a:gd name="p0y3" fmla="*/ 1095 h 1095"/>
                <a:gd name="p0x4" fmla="*/ 0 w 2937"/>
                <a:gd name="p0y4" fmla="*/ 0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1"/>
              </p:custDataLst>
            </p:nvPr>
          </p:nvSpPr>
          <p:spPr>
            <a:xfrm>
              <a:off x="15227" y="3690"/>
              <a:ext cx="2938" cy="15"/>
            </a:xfrm>
            <a:custGeom>
              <a:avLst/>
              <a:gdLst>
                <a:gd name="sw" fmla="*/ 1 w 2937"/>
                <a:gd name="sh" fmla="*/ 1 h 15"/>
                <a:gd name="mins" fmla="min sw sh"/>
                <a:gd name="dsw" fmla="+- 0 sw mins"/>
                <a:gd name="dsh" fmla="+- 0 sh mins"/>
                <a:gd name="p0x0" fmla="*/ 2937 w 2937"/>
                <a:gd name="p0y0" fmla="*/ 15 h 15"/>
                <a:gd name="p0x1" fmla="*/ 0 w 2937"/>
                <a:gd name="p0y1" fmla="*/ 15 h 15"/>
                <a:gd name="p0x2" fmla="*/ 0 w 2937"/>
                <a:gd name="p0y2" fmla="*/ 0 h 15"/>
                <a:gd name="p0x3" fmla="*/ 2937 w 2937"/>
                <a:gd name="p0y3" fmla="*/ 0 h 15"/>
                <a:gd name="p0x4" fmla="*/ 2937 w 2937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607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文本框 48"/>
          <p:cNvSpPr txBox="1"/>
          <p:nvPr>
            <p:custDataLst>
              <p:tags r:id="rId42"/>
            </p:custDataLst>
          </p:nvPr>
        </p:nvSpPr>
        <p:spPr>
          <a:xfrm>
            <a:off x="9783518" y="1858327"/>
            <a:ext cx="262461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3"/>
            </p:custDataLst>
          </p:nvPr>
        </p:nvSpPr>
        <p:spPr>
          <a:xfrm>
            <a:off x="10103129" y="1642110"/>
            <a:ext cx="143165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</a:t>
            </a:r>
            <a:endParaRPr lang="zh-CN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4"/>
            </p:custDataLst>
          </p:nvPr>
        </p:nvSpPr>
        <p:spPr>
          <a:xfrm>
            <a:off x="9673590" y="2471420"/>
            <a:ext cx="1856105" cy="3724275"/>
          </a:xfrm>
          <a:custGeom>
            <a:avLst/>
            <a:gdLst>
              <a:gd name="sw" fmla="*/ 1 w 2922"/>
              <a:gd name="sh" fmla="*/ 1 h 5865"/>
              <a:gd name="mins" fmla="min sw sh"/>
              <a:gd name="dsw" fmla="+- 0 sw mins"/>
              <a:gd name="dsh" fmla="+- 0 sh mins"/>
              <a:gd name="p0x0" fmla="*/ 120 w 2922"/>
              <a:gd name="p0y0" fmla="*/ 0 h 5865"/>
              <a:gd name="p0x1" fmla="*/ 2802 w 2922"/>
              <a:gd name="p0y1" fmla="*/ 0 h 5865"/>
              <a:gd name="p0x2" fmla="*/ 2869 w 2922"/>
              <a:gd name="p0y2" fmla="*/ 0 h 5865"/>
              <a:gd name="p0x3" fmla="*/ 2922 w 2922"/>
              <a:gd name="p0y3" fmla="*/ 53 h 5865"/>
              <a:gd name="p0x4" fmla="*/ 2922 w 2922"/>
              <a:gd name="p0y4" fmla="*/ 120 h 5865"/>
              <a:gd name="p0x5" fmla="*/ 2922 w 2922"/>
              <a:gd name="p0y5" fmla="*/ 5745 h 5865"/>
              <a:gd name="p0x6" fmla="*/ 2922 w 2922"/>
              <a:gd name="p0y6" fmla="*/ 5811 h 5865"/>
              <a:gd name="p0x7" fmla="*/ 2869 w 2922"/>
              <a:gd name="p0y7" fmla="*/ 5865 h 5865"/>
              <a:gd name="p0x8" fmla="*/ 2802 w 2922"/>
              <a:gd name="p0y8" fmla="*/ 5865 h 5865"/>
              <a:gd name="p0x9" fmla="*/ 120 w 2922"/>
              <a:gd name="p0y9" fmla="*/ 5865 h 5865"/>
              <a:gd name="p0x10" fmla="*/ 53 w 2922"/>
              <a:gd name="p0y10" fmla="*/ 5865 h 5865"/>
              <a:gd name="p0x11" fmla="*/ 0 w 2922"/>
              <a:gd name="p0y11" fmla="*/ 5811 h 5865"/>
              <a:gd name="p0x12" fmla="*/ 0 w 2922"/>
              <a:gd name="p0y12" fmla="*/ 5745 h 5865"/>
              <a:gd name="p0x13" fmla="*/ 0 w 2922"/>
              <a:gd name="p0y13" fmla="*/ 120 h 5865"/>
              <a:gd name="p0x14" fmla="*/ 0 w 2922"/>
              <a:gd name="p0y14" fmla="*/ 53 h 5865"/>
              <a:gd name="p0x15" fmla="*/ 53 w 2922"/>
              <a:gd name="p0y15" fmla="*/ 0 h 5865"/>
              <a:gd name="p0x16" fmla="*/ 120 w 2922"/>
              <a:gd name="p0y16" fmla="*/ 0 h 58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45"/>
            </p:custDataLst>
          </p:nvPr>
        </p:nvSpPr>
        <p:spPr>
          <a:xfrm>
            <a:off x="9835515" y="41668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>
              <a:alpha val="14118"/>
            </a:schemeClr>
          </a:solidFill>
          <a:ln w="9525" cmpd="sng">
            <a:solidFill>
              <a:srgbClr val="7C8CFF">
                <a:alpha val="5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46"/>
            </p:custDataLst>
          </p:nvPr>
        </p:nvSpPr>
        <p:spPr>
          <a:xfrm>
            <a:off x="9925279" y="4171950"/>
            <a:ext cx="402212" cy="3238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950" b="1">
                <a:solidFill>
                  <a:srgbClr val="CE5A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950" b="1">
              <a:solidFill>
                <a:srgbClr val="CE5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7"/>
            </p:custDataLst>
          </p:nvPr>
        </p:nvSpPr>
        <p:spPr>
          <a:xfrm>
            <a:off x="10326443" y="3462338"/>
            <a:ext cx="1046407" cy="17383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25000"/>
              </a:lnSpc>
            </a:pPr>
            <a:r>
              <a:rPr lang="en-US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效应在联合误差场景下是否产生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effectLst>
                  <a:outerShdw blurRad="228600" algn="ctr" rotWithShape="0">
                    <a:srgbClr val="00BFFF">
                      <a:alpha val="34902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精度增益</a:t>
            </a: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？机理是什么？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8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9"/>
            </p:custDataLst>
          </p:nvPr>
        </p:nvSpPr>
        <p:spPr>
          <a:xfrm>
            <a:off x="62865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一阶段核心研究问题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461645" y="1128395"/>
            <a:ext cx="11268075" cy="786765"/>
          </a:xfrm>
          <a:custGeom>
            <a:avLst/>
            <a:gdLst>
              <a:gd name="sw" fmla="*/ 1 w 17745"/>
              <a:gd name="sh" fmla="*/ 1 h 1238"/>
              <a:gd name="mins" fmla="min sw sh"/>
              <a:gd name="dsw" fmla="+- 0 sw mins"/>
              <a:gd name="dsh" fmla="+- 0 sh mins"/>
              <a:gd name="p0x0" fmla="*/ 120 w 17745"/>
              <a:gd name="p0y0" fmla="*/ 0 h 1238"/>
              <a:gd name="p0x1" fmla="*/ 17625 w 17745"/>
              <a:gd name="p0y1" fmla="*/ 0 h 1238"/>
              <a:gd name="p0x2" fmla="*/ 17691 w 17745"/>
              <a:gd name="p0y2" fmla="*/ 0 h 1238"/>
              <a:gd name="p0x3" fmla="*/ 17745 w 17745"/>
              <a:gd name="p0y3" fmla="*/ 53 h 1238"/>
              <a:gd name="p0x4" fmla="*/ 17745 w 17745"/>
              <a:gd name="p0y4" fmla="*/ 120 h 1238"/>
              <a:gd name="p0x5" fmla="*/ 17745 w 17745"/>
              <a:gd name="p0y5" fmla="*/ 1118 h 1238"/>
              <a:gd name="p0x6" fmla="*/ 17745 w 17745"/>
              <a:gd name="p0y6" fmla="*/ 1185 h 1238"/>
              <a:gd name="p0x7" fmla="*/ 17691 w 17745"/>
              <a:gd name="p0y7" fmla="*/ 1238 h 1238"/>
              <a:gd name="p0x8" fmla="*/ 17625 w 17745"/>
              <a:gd name="p0y8" fmla="*/ 1238 h 1238"/>
              <a:gd name="p0x9" fmla="*/ 120 w 17745"/>
              <a:gd name="p0y9" fmla="*/ 1238 h 1238"/>
              <a:gd name="p0x10" fmla="*/ 53 w 17745"/>
              <a:gd name="p0y10" fmla="*/ 1238 h 1238"/>
              <a:gd name="p0x11" fmla="*/ 0 w 17745"/>
              <a:gd name="p0y11" fmla="*/ 1185 h 1238"/>
              <a:gd name="p0x12" fmla="*/ 0 w 17745"/>
              <a:gd name="p0y12" fmla="*/ 1118 h 1238"/>
              <a:gd name="p0x13" fmla="*/ 0 w 17745"/>
              <a:gd name="p0y13" fmla="*/ 120 h 1238"/>
              <a:gd name="p0x14" fmla="*/ 0 w 17745"/>
              <a:gd name="p0y14" fmla="*/ 53 h 1238"/>
              <a:gd name="p0x15" fmla="*/ 53 w 17745"/>
              <a:gd name="p0y15" fmla="*/ 0 h 1238"/>
              <a:gd name="p0x16" fmla="*/ 120 w 17745"/>
              <a:gd name="p0y16" fmla="*/ 0 h 12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57225" y="1231582"/>
            <a:ext cx="533400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FC7D00"/>
                </a:solidFill>
                <a:cs typeface="微软雅黑" panose="020B0503020204020204" charset="-122"/>
              </a:rPr>
              <a:t>“</a:t>
            </a:r>
            <a:endParaRPr sz="2100" b="1">
              <a:solidFill>
                <a:srgbClr val="FC7D00"/>
              </a:solidFill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038225" y="1232535"/>
            <a:ext cx="104965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评审意见：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将增强方案扩展至深层网络验证迁移性，并对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效应进行定量机理解析，同时扩展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扫描范围和数据集多样性以增强结论泛化性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461645" y="2077085"/>
            <a:ext cx="6359525" cy="4318635"/>
          </a:xfrm>
          <a:custGeom>
            <a:avLst/>
            <a:gdLst>
              <a:gd name="sw" fmla="*/ 1 w 10015"/>
              <a:gd name="sh" fmla="*/ 1 h 6801"/>
              <a:gd name="mins" fmla="min sw sh"/>
              <a:gd name="dsw" fmla="+- 0 sw mins"/>
              <a:gd name="dsh" fmla="+- 0 sh mins"/>
              <a:gd name="p0x0" fmla="*/ 180 w 10015"/>
              <a:gd name="p0y0" fmla="*/ 0 h 6801"/>
              <a:gd name="p0x1" fmla="*/ 9835 w 10015"/>
              <a:gd name="p0y1" fmla="*/ 0 h 6801"/>
              <a:gd name="p0x2" fmla="*/ 9934 w 10015"/>
              <a:gd name="p0y2" fmla="*/ 0 h 6801"/>
              <a:gd name="p0x3" fmla="*/ 10015 w 10015"/>
              <a:gd name="p0y3" fmla="*/ 80 h 6801"/>
              <a:gd name="p0x4" fmla="*/ 10015 w 10015"/>
              <a:gd name="p0y4" fmla="*/ 180 h 6801"/>
              <a:gd name="p0x5" fmla="*/ 10015 w 10015"/>
              <a:gd name="p0y5" fmla="*/ 6621 h 6801"/>
              <a:gd name="p0x6" fmla="*/ 10015 w 10015"/>
              <a:gd name="p0y6" fmla="*/ 6720 h 6801"/>
              <a:gd name="p0x7" fmla="*/ 9934 w 10015"/>
              <a:gd name="p0y7" fmla="*/ 6801 h 6801"/>
              <a:gd name="p0x8" fmla="*/ 9835 w 10015"/>
              <a:gd name="p0y8" fmla="*/ 6801 h 6801"/>
              <a:gd name="p0x9" fmla="*/ 180 w 10015"/>
              <a:gd name="p0y9" fmla="*/ 6801 h 6801"/>
              <a:gd name="p0x10" fmla="*/ 80 w 10015"/>
              <a:gd name="p0y10" fmla="*/ 6801 h 6801"/>
              <a:gd name="p0x11" fmla="*/ 0 w 10015"/>
              <a:gd name="p0y11" fmla="*/ 6720 h 6801"/>
              <a:gd name="p0x12" fmla="*/ 0 w 10015"/>
              <a:gd name="p0y12" fmla="*/ 6621 h 6801"/>
              <a:gd name="p0x13" fmla="*/ 0 w 10015"/>
              <a:gd name="p0y13" fmla="*/ 180 h 6801"/>
              <a:gd name="p0x14" fmla="*/ 0 w 10015"/>
              <a:gd name="p0y14" fmla="*/ 80 h 6801"/>
              <a:gd name="p0x15" fmla="*/ 80 w 10015"/>
              <a:gd name="p0y15" fmla="*/ 0 h 6801"/>
              <a:gd name="p0x16" fmla="*/ 180 w 10015"/>
              <a:gd name="p0y16" fmla="*/ 0 h 68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657225" y="2272030"/>
            <a:ext cx="0" cy="352425"/>
          </a:xfrm>
          <a:custGeom>
            <a:avLst/>
            <a:gdLst>
              <a:gd name="sw" fmla="*/ 1 w 299970"/>
              <a:gd name="sh" fmla="*/ 1 h 299415"/>
              <a:gd name="mins" fmla="min sw sh"/>
              <a:gd name="dsw" fmla="+- 0 sw mins"/>
              <a:gd name="dsh" fmla="+- 0 sh mins"/>
              <a:gd name="p0a1dx" fmla="*/ dsw -148950 1"/>
              <a:gd name="p0a1dy" fmla="*/ dsh -145851 1"/>
              <a:gd name="p0a0dx" fmla="*/ dsw -148950 1"/>
              <a:gd name="p0a0dy" fmla="*/ dsh 153563 1"/>
              <a:gd name="p0a2dx" fmla="*/ dsw 151020 1"/>
              <a:gd name="p0a2dy" fmla="*/ dsh -145851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430 mins 1"/>
              <a:gd name="p0y5" fmla="+- p0y5s p0a1dy 0"/>
              <a:gd name="p0x6s" fmla="*/ 0 mins 1"/>
              <a:gd name="p0x6" fmla="+- p0x6s p0a1dx 0"/>
              <a:gd name="p0y6s" fmla="*/ -66595 mins 1"/>
              <a:gd name="p0y6" fmla="+- p0y6s p0a1dy 0"/>
              <a:gd name="p0x7s" fmla="*/ -67150 mins 1"/>
              <a:gd name="p0x7" fmla="+- p0x7s p0a1dx 0"/>
              <a:gd name="p0y7s" fmla="*/ 555 mins 1"/>
              <a:gd name="p0y7" fmla="+- p0y7s p0a1dy 0"/>
              <a:gd name="p0x8s" fmla="*/ -149985 mins 1"/>
              <a:gd name="p0x8" fmla="+- p0x8s p0a1dx 0"/>
              <a:gd name="p0y8s" fmla="*/ 555 mins 1"/>
              <a:gd name="p0y8" fmla="+- p0y8s p0a1dy 0"/>
              <a:gd name="p0x9s" fmla="*/ 149985 mins 1"/>
              <a:gd name="p0x9" fmla="+- p0x9s p0a2dx 0"/>
              <a:gd name="p0y9s" fmla="*/ 555 mins 1"/>
              <a:gd name="p0y9" fmla="+- p0y9s p0a2dy 0"/>
              <a:gd name="p0x10s" fmla="*/ 67150 mins 1"/>
              <a:gd name="p0x10" fmla="+- p0x10s p0a2dx 0"/>
              <a:gd name="p0y10s" fmla="*/ 555 mins 1"/>
              <a:gd name="p0y10" fmla="+- p0y10s p0a2dy 0"/>
              <a:gd name="p0x11s" fmla="*/ 0 mins 1"/>
              <a:gd name="p0x11" fmla="+- p0x11s p0a2dx 0"/>
              <a:gd name="p0y11s" fmla="*/ -66595 mins 1"/>
              <a:gd name="p0y11" fmla="+- p0y11s p0a2dy 0"/>
              <a:gd name="p0x12s" fmla="*/ 0 mins 1"/>
              <a:gd name="p0x12" fmla="+- p0x12s p0a2dx 0"/>
              <a:gd name="p0y12s" fmla="*/ -14943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657225" y="2272608"/>
            <a:ext cx="3373784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评审意见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研究拓展映射</a:t>
            </a:r>
            <a:endParaRPr lang="zh-CN" altLang="en-US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661670" y="2781935"/>
            <a:ext cx="5959475" cy="760730"/>
          </a:xfrm>
          <a:custGeom>
            <a:avLst/>
            <a:gdLst>
              <a:gd name="sw" fmla="*/ 1 w 9385"/>
              <a:gd name="sh" fmla="*/ 1 h 1197"/>
              <a:gd name="mins" fmla="min sw sh"/>
              <a:gd name="dsw" fmla="+- 0 sw mins"/>
              <a:gd name="dsh" fmla="+- 0 sh mins"/>
              <a:gd name="p0x0" fmla="*/ 120 w 9385"/>
              <a:gd name="p0y0" fmla="*/ 0 h 1197"/>
              <a:gd name="p0x1" fmla="*/ 9265 w 9385"/>
              <a:gd name="p0y1" fmla="*/ 0 h 1197"/>
              <a:gd name="p0x2" fmla="*/ 9331 w 9385"/>
              <a:gd name="p0y2" fmla="*/ 0 h 1197"/>
              <a:gd name="p0x3" fmla="*/ 9385 w 9385"/>
              <a:gd name="p0y3" fmla="*/ 53 h 1197"/>
              <a:gd name="p0x4" fmla="*/ 9385 w 9385"/>
              <a:gd name="p0y4" fmla="*/ 120 h 1197"/>
              <a:gd name="p0x5" fmla="*/ 9385 w 9385"/>
              <a:gd name="p0y5" fmla="*/ 1077 h 1197"/>
              <a:gd name="p0x6" fmla="*/ 9385 w 9385"/>
              <a:gd name="p0y6" fmla="*/ 1144 h 1197"/>
              <a:gd name="p0x7" fmla="*/ 9331 w 9385"/>
              <a:gd name="p0y7" fmla="*/ 1197 h 1197"/>
              <a:gd name="p0x8" fmla="*/ 9265 w 9385"/>
              <a:gd name="p0y8" fmla="*/ 1197 h 1197"/>
              <a:gd name="p0x9" fmla="*/ 120 w 9385"/>
              <a:gd name="p0y9" fmla="*/ 1197 h 1197"/>
              <a:gd name="p0x10" fmla="*/ 53 w 9385"/>
              <a:gd name="p0y10" fmla="*/ 1197 h 1197"/>
              <a:gd name="p0x11" fmla="*/ 0 w 9385"/>
              <a:gd name="p0y11" fmla="*/ 1144 h 1197"/>
              <a:gd name="p0x12" fmla="*/ 0 w 9385"/>
              <a:gd name="p0y12" fmla="*/ 1077 h 1197"/>
              <a:gd name="p0x13" fmla="*/ 0 w 9385"/>
              <a:gd name="p0y13" fmla="*/ 120 h 1197"/>
              <a:gd name="p0x14" fmla="*/ 0 w 9385"/>
              <a:gd name="p0y14" fmla="*/ 53 h 1197"/>
              <a:gd name="p0x15" fmla="*/ 53 w 9385"/>
              <a:gd name="p0y15" fmla="*/ 0 h 1197"/>
              <a:gd name="p0x16" fmla="*/ 120 w 9385"/>
              <a:gd name="p0y16" fmla="*/ 0 h 1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823595" y="299529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91702" y="3062440"/>
            <a:ext cx="35012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R1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276350" y="2912421"/>
            <a:ext cx="430031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扫描范围</a:t>
            </a:r>
            <a:endParaRPr lang="zh-CN" altLang="en-US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276350" y="3170072"/>
            <a:ext cx="430031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α∈[-0.6, 0.6]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宽范围外推扫描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5695315" y="3019425"/>
            <a:ext cx="763905" cy="285750"/>
          </a:xfrm>
          <a:custGeom>
            <a:avLst/>
            <a:gdLst>
              <a:gd name="sw" fmla="*/ 1 w 1203"/>
              <a:gd name="sh" fmla="*/ 1 h 450"/>
              <a:gd name="mins" fmla="min sw sh"/>
              <a:gd name="dsw" fmla="+- 0 sw mins"/>
              <a:gd name="dsh" fmla="+- 0 sh mins"/>
              <a:gd name="p0x0" fmla="*/ 225 w 1203"/>
              <a:gd name="p0y0" fmla="*/ 0 h 450"/>
              <a:gd name="p0x1" fmla="*/ 978 w 1203"/>
              <a:gd name="p0y1" fmla="*/ 0 h 450"/>
              <a:gd name="p0x2" fmla="*/ 1102 w 1203"/>
              <a:gd name="p0y2" fmla="*/ 0 h 450"/>
              <a:gd name="p0x3" fmla="*/ 1203 w 1203"/>
              <a:gd name="p0y3" fmla="*/ 100 h 450"/>
              <a:gd name="p0x4" fmla="*/ 1203 w 1203"/>
              <a:gd name="p0y4" fmla="*/ 225 h 450"/>
              <a:gd name="p0x5" fmla="*/ 1203 w 1203"/>
              <a:gd name="p0y5" fmla="*/ 349 h 450"/>
              <a:gd name="p0x6" fmla="*/ 1102 w 1203"/>
              <a:gd name="p0y6" fmla="*/ 450 h 450"/>
              <a:gd name="p0x7" fmla="*/ 978 w 1203"/>
              <a:gd name="p0y7" fmla="*/ 450 h 450"/>
              <a:gd name="p0x8" fmla="*/ 225 w 1203"/>
              <a:gd name="p0y8" fmla="*/ 450 h 450"/>
              <a:gd name="p0x9" fmla="*/ 100 w 1203"/>
              <a:gd name="p0y9" fmla="*/ 450 h 450"/>
              <a:gd name="p0x10" fmla="*/ 0 w 1203"/>
              <a:gd name="p0y10" fmla="*/ 349 h 450"/>
              <a:gd name="p0x11" fmla="*/ 0 w 1203"/>
              <a:gd name="p0y11" fmla="*/ 225 h 450"/>
              <a:gd name="p0x12" fmla="*/ 0 w 1203"/>
              <a:gd name="p0y12" fmla="*/ 100 h 450"/>
              <a:gd name="p0x13" fmla="*/ 100 w 1203"/>
              <a:gd name="p0y13" fmla="*/ 0 h 450"/>
              <a:gd name="p0x14" fmla="*/ 225 w 120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2ECC71">
              <a:alpha val="14902"/>
            </a:srgbClr>
          </a:solidFill>
          <a:ln w="9525" cmpd="sng">
            <a:solidFill>
              <a:srgbClr val="2ECC71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5833844" y="3062440"/>
            <a:ext cx="64010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 sz="1200" b="1">
              <a:solidFill>
                <a:srgbClr val="43A0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661670" y="3666490"/>
            <a:ext cx="5959475" cy="760095"/>
          </a:xfrm>
          <a:custGeom>
            <a:avLst/>
            <a:gdLst>
              <a:gd name="sw" fmla="*/ 1 w 9385"/>
              <a:gd name="sh" fmla="*/ 1 h 1197"/>
              <a:gd name="mins" fmla="min sw sh"/>
              <a:gd name="dsw" fmla="+- 0 sw mins"/>
              <a:gd name="dsh" fmla="+- 0 sh mins"/>
              <a:gd name="p0x0" fmla="*/ 120 w 9385"/>
              <a:gd name="p0y0" fmla="*/ 0 h 1197"/>
              <a:gd name="p0x1" fmla="*/ 9265 w 9385"/>
              <a:gd name="p0y1" fmla="*/ 0 h 1197"/>
              <a:gd name="p0x2" fmla="*/ 9331 w 9385"/>
              <a:gd name="p0y2" fmla="*/ 0 h 1197"/>
              <a:gd name="p0x3" fmla="*/ 9385 w 9385"/>
              <a:gd name="p0y3" fmla="*/ 53 h 1197"/>
              <a:gd name="p0x4" fmla="*/ 9385 w 9385"/>
              <a:gd name="p0y4" fmla="*/ 120 h 1197"/>
              <a:gd name="p0x5" fmla="*/ 9385 w 9385"/>
              <a:gd name="p0y5" fmla="*/ 1077 h 1197"/>
              <a:gd name="p0x6" fmla="*/ 9385 w 9385"/>
              <a:gd name="p0y6" fmla="*/ 1144 h 1197"/>
              <a:gd name="p0x7" fmla="*/ 9331 w 9385"/>
              <a:gd name="p0y7" fmla="*/ 1197 h 1197"/>
              <a:gd name="p0x8" fmla="*/ 9265 w 9385"/>
              <a:gd name="p0y8" fmla="*/ 1197 h 1197"/>
              <a:gd name="p0x9" fmla="*/ 120 w 9385"/>
              <a:gd name="p0y9" fmla="*/ 1197 h 1197"/>
              <a:gd name="p0x10" fmla="*/ 53 w 9385"/>
              <a:gd name="p0y10" fmla="*/ 1197 h 1197"/>
              <a:gd name="p0x11" fmla="*/ 0 w 9385"/>
              <a:gd name="p0y11" fmla="*/ 1144 h 1197"/>
              <a:gd name="p0x12" fmla="*/ 0 w 9385"/>
              <a:gd name="p0y12" fmla="*/ 1077 h 1197"/>
              <a:gd name="p0x13" fmla="*/ 0 w 9385"/>
              <a:gd name="p0y13" fmla="*/ 120 h 1197"/>
              <a:gd name="p0x14" fmla="*/ 0 w 9385"/>
              <a:gd name="p0y14" fmla="*/ 53 h 1197"/>
              <a:gd name="p0x15" fmla="*/ 53 w 9385"/>
              <a:gd name="p0y15" fmla="*/ 0 h 1197"/>
              <a:gd name="p0x16" fmla="*/ 120 w 9385"/>
              <a:gd name="p0y16" fmla="*/ 0 h 1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823595" y="387985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91702" y="3946855"/>
            <a:ext cx="35012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R2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276350" y="3796836"/>
            <a:ext cx="430031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效应定量机理解析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1276350" y="4054488"/>
            <a:ext cx="430031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：三假设竞争判决实验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5695315" y="3903980"/>
            <a:ext cx="763905" cy="285750"/>
          </a:xfrm>
          <a:custGeom>
            <a:avLst/>
            <a:gdLst>
              <a:gd name="sw" fmla="*/ 1 w 1203"/>
              <a:gd name="sh" fmla="*/ 1 h 450"/>
              <a:gd name="mins" fmla="min sw sh"/>
              <a:gd name="dsw" fmla="+- 0 sw mins"/>
              <a:gd name="dsh" fmla="+- 0 sh mins"/>
              <a:gd name="p0x0" fmla="*/ 225 w 1203"/>
              <a:gd name="p0y0" fmla="*/ 0 h 450"/>
              <a:gd name="p0x1" fmla="*/ 978 w 1203"/>
              <a:gd name="p0y1" fmla="*/ 0 h 450"/>
              <a:gd name="p0x2" fmla="*/ 1102 w 1203"/>
              <a:gd name="p0y2" fmla="*/ 0 h 450"/>
              <a:gd name="p0x3" fmla="*/ 1203 w 1203"/>
              <a:gd name="p0y3" fmla="*/ 100 h 450"/>
              <a:gd name="p0x4" fmla="*/ 1203 w 1203"/>
              <a:gd name="p0y4" fmla="*/ 225 h 450"/>
              <a:gd name="p0x5" fmla="*/ 1203 w 1203"/>
              <a:gd name="p0y5" fmla="*/ 349 h 450"/>
              <a:gd name="p0x6" fmla="*/ 1102 w 1203"/>
              <a:gd name="p0y6" fmla="*/ 450 h 450"/>
              <a:gd name="p0x7" fmla="*/ 978 w 1203"/>
              <a:gd name="p0y7" fmla="*/ 450 h 450"/>
              <a:gd name="p0x8" fmla="*/ 225 w 1203"/>
              <a:gd name="p0y8" fmla="*/ 450 h 450"/>
              <a:gd name="p0x9" fmla="*/ 100 w 1203"/>
              <a:gd name="p0y9" fmla="*/ 450 h 450"/>
              <a:gd name="p0x10" fmla="*/ 0 w 1203"/>
              <a:gd name="p0y10" fmla="*/ 349 h 450"/>
              <a:gd name="p0x11" fmla="*/ 0 w 1203"/>
              <a:gd name="p0y11" fmla="*/ 225 h 450"/>
              <a:gd name="p0x12" fmla="*/ 0 w 1203"/>
              <a:gd name="p0y12" fmla="*/ 100 h 450"/>
              <a:gd name="p0x13" fmla="*/ 100 w 1203"/>
              <a:gd name="p0y13" fmla="*/ 0 h 450"/>
              <a:gd name="p0x14" fmla="*/ 225 w 120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2ECC71">
              <a:alpha val="14902"/>
            </a:srgbClr>
          </a:solidFill>
          <a:ln w="9525" cmpd="sng">
            <a:solidFill>
              <a:srgbClr val="2ECC71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5833844" y="3946855"/>
            <a:ext cx="64010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 sz="1200" b="1">
              <a:solidFill>
                <a:srgbClr val="43A0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661670" y="4550410"/>
            <a:ext cx="5959475" cy="760730"/>
          </a:xfrm>
          <a:custGeom>
            <a:avLst/>
            <a:gdLst>
              <a:gd name="sw" fmla="*/ 1 w 9385"/>
              <a:gd name="sh" fmla="*/ 1 h 1197"/>
              <a:gd name="mins" fmla="min sw sh"/>
              <a:gd name="dsw" fmla="+- 0 sw mins"/>
              <a:gd name="dsh" fmla="+- 0 sh mins"/>
              <a:gd name="p0x0" fmla="*/ 120 w 9385"/>
              <a:gd name="p0y0" fmla="*/ 0 h 1197"/>
              <a:gd name="p0x1" fmla="*/ 9265 w 9385"/>
              <a:gd name="p0y1" fmla="*/ 0 h 1197"/>
              <a:gd name="p0x2" fmla="*/ 9331 w 9385"/>
              <a:gd name="p0y2" fmla="*/ 0 h 1197"/>
              <a:gd name="p0x3" fmla="*/ 9385 w 9385"/>
              <a:gd name="p0y3" fmla="*/ 53 h 1197"/>
              <a:gd name="p0x4" fmla="*/ 9385 w 9385"/>
              <a:gd name="p0y4" fmla="*/ 120 h 1197"/>
              <a:gd name="p0x5" fmla="*/ 9385 w 9385"/>
              <a:gd name="p0y5" fmla="*/ 1077 h 1197"/>
              <a:gd name="p0x6" fmla="*/ 9385 w 9385"/>
              <a:gd name="p0y6" fmla="*/ 1144 h 1197"/>
              <a:gd name="p0x7" fmla="*/ 9331 w 9385"/>
              <a:gd name="p0y7" fmla="*/ 1197 h 1197"/>
              <a:gd name="p0x8" fmla="*/ 9265 w 9385"/>
              <a:gd name="p0y8" fmla="*/ 1197 h 1197"/>
              <a:gd name="p0x9" fmla="*/ 120 w 9385"/>
              <a:gd name="p0y9" fmla="*/ 1197 h 1197"/>
              <a:gd name="p0x10" fmla="*/ 53 w 9385"/>
              <a:gd name="p0y10" fmla="*/ 1197 h 1197"/>
              <a:gd name="p0x11" fmla="*/ 0 w 9385"/>
              <a:gd name="p0y11" fmla="*/ 1144 h 1197"/>
              <a:gd name="p0x12" fmla="*/ 0 w 9385"/>
              <a:gd name="p0y12" fmla="*/ 1077 h 1197"/>
              <a:gd name="p0x13" fmla="*/ 0 w 9385"/>
              <a:gd name="p0y13" fmla="*/ 120 h 1197"/>
              <a:gd name="p0x14" fmla="*/ 0 w 9385"/>
              <a:gd name="p0y14" fmla="*/ 53 h 1197"/>
              <a:gd name="p0x15" fmla="*/ 53 w 9385"/>
              <a:gd name="p0y15" fmla="*/ 0 h 1197"/>
              <a:gd name="p0x16" fmla="*/ 120 w 9385"/>
              <a:gd name="p0y16" fmla="*/ 0 h 1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823595" y="476440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891702" y="4831261"/>
            <a:ext cx="35012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R3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1276350" y="4681242"/>
            <a:ext cx="430031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增强方案迁移至深层网络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1276350" y="4938893"/>
            <a:ext cx="430031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方案迁移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VGG-11 / ResNet-18</a:t>
            </a:r>
            <a:endParaRPr lang="en-US" altLang="zh-CN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5695315" y="4787900"/>
            <a:ext cx="763905" cy="285750"/>
          </a:xfrm>
          <a:custGeom>
            <a:avLst/>
            <a:gdLst>
              <a:gd name="sw" fmla="*/ 1 w 1203"/>
              <a:gd name="sh" fmla="*/ 1 h 450"/>
              <a:gd name="mins" fmla="min sw sh"/>
              <a:gd name="dsw" fmla="+- 0 sw mins"/>
              <a:gd name="dsh" fmla="+- 0 sh mins"/>
              <a:gd name="p0x0" fmla="*/ 225 w 1203"/>
              <a:gd name="p0y0" fmla="*/ 0 h 450"/>
              <a:gd name="p0x1" fmla="*/ 978 w 1203"/>
              <a:gd name="p0y1" fmla="*/ 0 h 450"/>
              <a:gd name="p0x2" fmla="*/ 1102 w 1203"/>
              <a:gd name="p0y2" fmla="*/ 0 h 450"/>
              <a:gd name="p0x3" fmla="*/ 1203 w 1203"/>
              <a:gd name="p0y3" fmla="*/ 100 h 450"/>
              <a:gd name="p0x4" fmla="*/ 1203 w 1203"/>
              <a:gd name="p0y4" fmla="*/ 225 h 450"/>
              <a:gd name="p0x5" fmla="*/ 1203 w 1203"/>
              <a:gd name="p0y5" fmla="*/ 349 h 450"/>
              <a:gd name="p0x6" fmla="*/ 1102 w 1203"/>
              <a:gd name="p0y6" fmla="*/ 450 h 450"/>
              <a:gd name="p0x7" fmla="*/ 978 w 1203"/>
              <a:gd name="p0y7" fmla="*/ 450 h 450"/>
              <a:gd name="p0x8" fmla="*/ 225 w 1203"/>
              <a:gd name="p0y8" fmla="*/ 450 h 450"/>
              <a:gd name="p0x9" fmla="*/ 100 w 1203"/>
              <a:gd name="p0y9" fmla="*/ 450 h 450"/>
              <a:gd name="p0x10" fmla="*/ 0 w 1203"/>
              <a:gd name="p0y10" fmla="*/ 349 h 450"/>
              <a:gd name="p0x11" fmla="*/ 0 w 1203"/>
              <a:gd name="p0y11" fmla="*/ 225 h 450"/>
              <a:gd name="p0x12" fmla="*/ 0 w 1203"/>
              <a:gd name="p0y12" fmla="*/ 100 h 450"/>
              <a:gd name="p0x13" fmla="*/ 100 w 1203"/>
              <a:gd name="p0y13" fmla="*/ 0 h 450"/>
              <a:gd name="p0x14" fmla="*/ 225 w 120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2ECC71">
              <a:alpha val="14902"/>
            </a:srgbClr>
          </a:solidFill>
          <a:ln w="9525" cmpd="sng">
            <a:solidFill>
              <a:srgbClr val="2ECC71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5833844" y="4831261"/>
            <a:ext cx="64010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</a:t>
            </a:r>
            <a:r>
              <a:rPr lang="en-US" altLang="zh-CN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 sz="1200" b="1">
              <a:solidFill>
                <a:srgbClr val="43A0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661670" y="5434965"/>
            <a:ext cx="5959475" cy="760730"/>
          </a:xfrm>
          <a:custGeom>
            <a:avLst/>
            <a:gdLst>
              <a:gd name="sw" fmla="*/ 1 w 9385"/>
              <a:gd name="sh" fmla="*/ 1 h 1197"/>
              <a:gd name="mins" fmla="min sw sh"/>
              <a:gd name="dsw" fmla="+- 0 sw mins"/>
              <a:gd name="dsh" fmla="+- 0 sh mins"/>
              <a:gd name="p0x0" fmla="*/ 120 w 9385"/>
              <a:gd name="p0y0" fmla="*/ 0 h 1197"/>
              <a:gd name="p0x1" fmla="*/ 9265 w 9385"/>
              <a:gd name="p0y1" fmla="*/ 0 h 1197"/>
              <a:gd name="p0x2" fmla="*/ 9331 w 9385"/>
              <a:gd name="p0y2" fmla="*/ 0 h 1197"/>
              <a:gd name="p0x3" fmla="*/ 9385 w 9385"/>
              <a:gd name="p0y3" fmla="*/ 53 h 1197"/>
              <a:gd name="p0x4" fmla="*/ 9385 w 9385"/>
              <a:gd name="p0y4" fmla="*/ 120 h 1197"/>
              <a:gd name="p0x5" fmla="*/ 9385 w 9385"/>
              <a:gd name="p0y5" fmla="*/ 1077 h 1197"/>
              <a:gd name="p0x6" fmla="*/ 9385 w 9385"/>
              <a:gd name="p0y6" fmla="*/ 1144 h 1197"/>
              <a:gd name="p0x7" fmla="*/ 9331 w 9385"/>
              <a:gd name="p0y7" fmla="*/ 1197 h 1197"/>
              <a:gd name="p0x8" fmla="*/ 9265 w 9385"/>
              <a:gd name="p0y8" fmla="*/ 1197 h 1197"/>
              <a:gd name="p0x9" fmla="*/ 120 w 9385"/>
              <a:gd name="p0y9" fmla="*/ 1197 h 1197"/>
              <a:gd name="p0x10" fmla="*/ 53 w 9385"/>
              <a:gd name="p0y10" fmla="*/ 1197 h 1197"/>
              <a:gd name="p0x11" fmla="*/ 0 w 9385"/>
              <a:gd name="p0y11" fmla="*/ 1144 h 1197"/>
              <a:gd name="p0x12" fmla="*/ 0 w 9385"/>
              <a:gd name="p0y12" fmla="*/ 1077 h 1197"/>
              <a:gd name="p0x13" fmla="*/ 0 w 9385"/>
              <a:gd name="p0y13" fmla="*/ 120 h 1197"/>
              <a:gd name="p0x14" fmla="*/ 0 w 9385"/>
              <a:gd name="p0y14" fmla="*/ 53 h 1197"/>
              <a:gd name="p0x15" fmla="*/ 53 w 9385"/>
              <a:gd name="p0y15" fmla="*/ 0 h 1197"/>
              <a:gd name="p0x16" fmla="*/ 120 w 9385"/>
              <a:gd name="p0y16" fmla="*/ 0 h 11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12157"/>
              </a:srgb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823595" y="564896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891702" y="5715676"/>
            <a:ext cx="35012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5E8A8"/>
                </a:solidFill>
                <a:latin typeface="微软雅黑" panose="020B0503020204020204" charset="-122"/>
                <a:ea typeface="微软雅黑" panose="020B0503020204020204" charset="-122"/>
              </a:rPr>
              <a:t>R4</a:t>
            </a:r>
            <a:endParaRPr sz="1200" b="1">
              <a:solidFill>
                <a:srgbClr val="F5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1276350" y="5565658"/>
            <a:ext cx="431936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数据集多样性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1276350" y="5823309"/>
            <a:ext cx="431936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未执行（时间约束），已论证并列为后续工作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5"/>
            </p:custDataLst>
          </p:nvPr>
        </p:nvSpPr>
        <p:spPr>
          <a:xfrm>
            <a:off x="5714365" y="5672455"/>
            <a:ext cx="744855" cy="285750"/>
          </a:xfrm>
          <a:custGeom>
            <a:avLst/>
            <a:gdLst>
              <a:gd name="sw" fmla="*/ 1 w 1173"/>
              <a:gd name="sh" fmla="*/ 1 h 450"/>
              <a:gd name="mins" fmla="min sw sh"/>
              <a:gd name="dsw" fmla="+- 0 sw mins"/>
              <a:gd name="dsh" fmla="+- 0 sh mins"/>
              <a:gd name="p0x0" fmla="*/ 225 w 1173"/>
              <a:gd name="p0y0" fmla="*/ 0 h 450"/>
              <a:gd name="p0x1" fmla="*/ 948 w 1173"/>
              <a:gd name="p0y1" fmla="*/ 0 h 450"/>
              <a:gd name="p0x2" fmla="*/ 1072 w 1173"/>
              <a:gd name="p0y2" fmla="*/ 0 h 450"/>
              <a:gd name="p0x3" fmla="*/ 1173 w 1173"/>
              <a:gd name="p0y3" fmla="*/ 100 h 450"/>
              <a:gd name="p0x4" fmla="*/ 1173 w 1173"/>
              <a:gd name="p0y4" fmla="*/ 225 h 450"/>
              <a:gd name="p0x5" fmla="*/ 1173 w 1173"/>
              <a:gd name="p0y5" fmla="*/ 349 h 450"/>
              <a:gd name="p0x6" fmla="*/ 1072 w 1173"/>
              <a:gd name="p0y6" fmla="*/ 450 h 450"/>
              <a:gd name="p0x7" fmla="*/ 948 w 1173"/>
              <a:gd name="p0y7" fmla="*/ 450 h 450"/>
              <a:gd name="p0x8" fmla="*/ 225 w 1173"/>
              <a:gd name="p0y8" fmla="*/ 450 h 450"/>
              <a:gd name="p0x9" fmla="*/ 100 w 1173"/>
              <a:gd name="p0y9" fmla="*/ 450 h 450"/>
              <a:gd name="p0x10" fmla="*/ 0 w 1173"/>
              <a:gd name="p0y10" fmla="*/ 349 h 450"/>
              <a:gd name="p0x11" fmla="*/ 0 w 1173"/>
              <a:gd name="p0y11" fmla="*/ 225 h 450"/>
              <a:gd name="p0x12" fmla="*/ 0 w 1173"/>
              <a:gd name="p0y12" fmla="*/ 100 h 450"/>
              <a:gd name="p0x13" fmla="*/ 100 w 1173"/>
              <a:gd name="p0y13" fmla="*/ 0 h 450"/>
              <a:gd name="p0x14" fmla="*/ 225 w 117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B74D">
              <a:alpha val="12157"/>
            </a:srgbClr>
          </a:solidFill>
          <a:ln w="9525" cmpd="sng">
            <a:solidFill>
              <a:srgbClr val="FFB74D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5852894" y="5715676"/>
            <a:ext cx="62105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⏸ </a:t>
            </a:r>
            <a:r>
              <a:rPr lang="zh-CN" sz="12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暂缓</a:t>
            </a:r>
            <a:endParaRPr lang="zh-CN" sz="1200" b="1">
              <a:solidFill>
                <a:srgbClr val="E4B0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7"/>
            </p:custDataLst>
          </p:nvPr>
        </p:nvSpPr>
        <p:spPr>
          <a:xfrm>
            <a:off x="7021195" y="2077085"/>
            <a:ext cx="4708525" cy="4318635"/>
          </a:xfrm>
          <a:custGeom>
            <a:avLst/>
            <a:gdLst>
              <a:gd name="sw" fmla="*/ 1 w 7414"/>
              <a:gd name="sh" fmla="*/ 1 h 6801"/>
              <a:gd name="mins" fmla="min sw sh"/>
              <a:gd name="dsw" fmla="+- 0 sw mins"/>
              <a:gd name="dsh" fmla="+- 0 sh mins"/>
              <a:gd name="p0x0" fmla="*/ 180 w 7414"/>
              <a:gd name="p0y0" fmla="*/ 0 h 6801"/>
              <a:gd name="p0x1" fmla="*/ 7234 w 7414"/>
              <a:gd name="p0y1" fmla="*/ 0 h 6801"/>
              <a:gd name="p0x2" fmla="*/ 7334 w 7414"/>
              <a:gd name="p0y2" fmla="*/ 0 h 6801"/>
              <a:gd name="p0x3" fmla="*/ 7414 w 7414"/>
              <a:gd name="p0y3" fmla="*/ 80 h 6801"/>
              <a:gd name="p0x4" fmla="*/ 7414 w 7414"/>
              <a:gd name="p0y4" fmla="*/ 180 h 6801"/>
              <a:gd name="p0x5" fmla="*/ 7414 w 7414"/>
              <a:gd name="p0y5" fmla="*/ 6621 h 6801"/>
              <a:gd name="p0x6" fmla="*/ 7414 w 7414"/>
              <a:gd name="p0y6" fmla="*/ 6720 h 6801"/>
              <a:gd name="p0x7" fmla="*/ 7334 w 7414"/>
              <a:gd name="p0y7" fmla="*/ 6801 h 6801"/>
              <a:gd name="p0x8" fmla="*/ 7234 w 7414"/>
              <a:gd name="p0y8" fmla="*/ 6801 h 6801"/>
              <a:gd name="p0x9" fmla="*/ 180 w 7414"/>
              <a:gd name="p0y9" fmla="*/ 6801 h 6801"/>
              <a:gd name="p0x10" fmla="*/ 80 w 7414"/>
              <a:gd name="p0y10" fmla="*/ 6801 h 6801"/>
              <a:gd name="p0x11" fmla="*/ 0 w 7414"/>
              <a:gd name="p0y11" fmla="*/ 6720 h 6801"/>
              <a:gd name="p0x12" fmla="*/ 0 w 7414"/>
              <a:gd name="p0y12" fmla="*/ 6621 h 6801"/>
              <a:gd name="p0x13" fmla="*/ 0 w 7414"/>
              <a:gd name="p0y13" fmla="*/ 180 h 6801"/>
              <a:gd name="p0x14" fmla="*/ 0 w 7414"/>
              <a:gd name="p0y14" fmla="*/ 80 h 6801"/>
              <a:gd name="p0x15" fmla="*/ 80 w 7414"/>
              <a:gd name="p0y15" fmla="*/ 0 h 6801"/>
              <a:gd name="p0x16" fmla="*/ 180 w 7414"/>
              <a:gd name="p0y16" fmla="*/ 0 h 68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8"/>
            </p:custDataLst>
          </p:nvPr>
        </p:nvSpPr>
        <p:spPr>
          <a:xfrm>
            <a:off x="7216775" y="2272030"/>
            <a:ext cx="0" cy="352425"/>
          </a:xfrm>
          <a:custGeom>
            <a:avLst/>
            <a:gdLst>
              <a:gd name="sw" fmla="*/ 1 w 299970"/>
              <a:gd name="sh" fmla="*/ 1 h 299415"/>
              <a:gd name="mins" fmla="min sw sh"/>
              <a:gd name="dsw" fmla="+- 0 sw mins"/>
              <a:gd name="dsh" fmla="+- 0 sh mins"/>
              <a:gd name="p0a1dx" fmla="*/ dsw -138619 1"/>
              <a:gd name="p0a1dy" fmla="*/ dsh -145851 1"/>
              <a:gd name="p0a0dx" fmla="*/ dsw -138619 1"/>
              <a:gd name="p0a0dy" fmla="*/ dsh 153563 1"/>
              <a:gd name="p0a2dx" fmla="*/ dsw 161350 1"/>
              <a:gd name="p0a2dy" fmla="*/ dsh -145851 1"/>
              <a:gd name="p0x0s" fmla="*/ 149985 mins 1"/>
              <a:gd name="p0x0" fmla="+- p0x0s p0a2dx 0"/>
              <a:gd name="p0y0s" fmla="*/ 0 mins 1"/>
              <a:gd name="p0y0" fmla="+- p0y0s p0a2dy 0"/>
              <a:gd name="p0x1s" fmla="*/ -149985 mins 1"/>
              <a:gd name="p0x1" fmla="+- p0x1s p0a1dx 0"/>
              <a:gd name="p0y1s" fmla="*/ 0 mins 1"/>
              <a:gd name="p0y1" fmla="+- p0y1s p0a1dy 0"/>
              <a:gd name="p0x2s" fmla="*/ -67150 mins 1"/>
              <a:gd name="p0x2" fmla="+- p0x2s p0a1dx 0"/>
              <a:gd name="p0y2s" fmla="*/ 0 mins 1"/>
              <a:gd name="p0y2" fmla="+- p0y2s p0a1dy 0"/>
              <a:gd name="p0x3s" fmla="*/ 0 mins 1"/>
              <a:gd name="p0x3" fmla="+- p0x3s p0a1dx 0"/>
              <a:gd name="p0y3s" fmla="*/ 67150 mins 1"/>
              <a:gd name="p0y3" fmla="+- p0y3s p0a1dy 0"/>
              <a:gd name="p0x4s" fmla="*/ 0 mins 1"/>
              <a:gd name="p0x4" fmla="+- p0x4s p0a1dx 0"/>
              <a:gd name="p0y4s" fmla="*/ 149985 mins 1"/>
              <a:gd name="p0y4" fmla="+- p0y4s p0a1dy 0"/>
              <a:gd name="p0x5s" fmla="*/ 0 mins 1"/>
              <a:gd name="p0x5" fmla="+- p0x5s p0a1dx 0"/>
              <a:gd name="p0y5s" fmla="*/ -149430 mins 1"/>
              <a:gd name="p0y5" fmla="+- p0y5s p0a1dy 0"/>
              <a:gd name="p0x6s" fmla="*/ 0 mins 1"/>
              <a:gd name="p0x6" fmla="+- p0x6s p0a1dx 0"/>
              <a:gd name="p0y6s" fmla="*/ -66595 mins 1"/>
              <a:gd name="p0y6" fmla="+- p0y6s p0a1dy 0"/>
              <a:gd name="p0x7s" fmla="*/ -67150 mins 1"/>
              <a:gd name="p0x7" fmla="+- p0x7s p0a1dx 0"/>
              <a:gd name="p0y7s" fmla="*/ 555 mins 1"/>
              <a:gd name="p0y7" fmla="+- p0y7s p0a1dy 0"/>
              <a:gd name="p0x8s" fmla="*/ -149985 mins 1"/>
              <a:gd name="p0x8" fmla="+- p0x8s p0a1dx 0"/>
              <a:gd name="p0y8s" fmla="*/ 555 mins 1"/>
              <a:gd name="p0y8" fmla="+- p0y8s p0a1dy 0"/>
              <a:gd name="p0x9s" fmla="*/ 149985 mins 1"/>
              <a:gd name="p0x9" fmla="+- p0x9s p0a2dx 0"/>
              <a:gd name="p0y9s" fmla="*/ 555 mins 1"/>
              <a:gd name="p0y9" fmla="+- p0y9s p0a2dy 0"/>
              <a:gd name="p0x10s" fmla="*/ 67150 mins 1"/>
              <a:gd name="p0x10" fmla="+- p0x10s p0a2dx 0"/>
              <a:gd name="p0y10s" fmla="*/ 555 mins 1"/>
              <a:gd name="p0y10" fmla="+- p0y10s p0a2dy 0"/>
              <a:gd name="p0x11s" fmla="*/ 0 mins 1"/>
              <a:gd name="p0x11" fmla="+- p0x11s p0a2dx 0"/>
              <a:gd name="p0y11s" fmla="*/ -66595 mins 1"/>
              <a:gd name="p0y11" fmla="+- p0y11s p0a2dy 0"/>
              <a:gd name="p0x12s" fmla="*/ 0 mins 1"/>
              <a:gd name="p0x12" fmla="+- p0x12s p0a2dx 0"/>
              <a:gd name="p0y12s" fmla="*/ -149430 mins 1"/>
              <a:gd name="p0y12" fmla="+- p0y12s p0a2dy 0"/>
              <a:gd name="p0x13s" fmla="*/ 0 mins 1"/>
              <a:gd name="p0x13" fmla="+- p0x13s p0a0dx 0"/>
              <a:gd name="p0y13s" fmla="*/ 149985 mins 1"/>
              <a:gd name="p0y13" fmla="+- p0y13s p0a0dy 0"/>
              <a:gd name="p0x14s" fmla="*/ 0 mins 1"/>
              <a:gd name="p0x14" fmla="+- p0x14s p0a0dx 0"/>
              <a:gd name="p0y14s" fmla="*/ 67150 mins 1"/>
              <a:gd name="p0y14" fmla="+- p0y14s p0a0dy 0"/>
              <a:gd name="p0x15s" fmla="*/ 67150 mins 1"/>
              <a:gd name="p0x15" fmla="+- p0x15s p0a0dx 0"/>
              <a:gd name="p0y15s" fmla="*/ 0 mins 1"/>
              <a:gd name="p0y15" fmla="+- p0y15s p0a0dy 0"/>
              <a:gd name="p0x16s" fmla="*/ 149985 mins 1"/>
              <a:gd name="p0x16" fmla="+- p0x16s p0a0dx 0"/>
              <a:gd name="p0y16s" fmla="*/ 0 mins 1"/>
              <a:gd name="p0y16" fmla="+- p0y16s p0a0dy 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9"/>
            </p:custDataLst>
          </p:nvPr>
        </p:nvSpPr>
        <p:spPr>
          <a:xfrm>
            <a:off x="7216902" y="2272608"/>
            <a:ext cx="34671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第二阶段三个核心科学问题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7221220" y="2781935"/>
            <a:ext cx="4308475" cy="1029970"/>
          </a:xfrm>
          <a:custGeom>
            <a:avLst/>
            <a:gdLst>
              <a:gd name="sw" fmla="*/ 1 w 6784"/>
              <a:gd name="sh" fmla="*/ 1 h 1621"/>
              <a:gd name="mins" fmla="min sw sh"/>
              <a:gd name="dsw" fmla="+- 0 sw mins"/>
              <a:gd name="dsh" fmla="+- 0 sh mins"/>
              <a:gd name="p0x0" fmla="*/ 120 w 6784"/>
              <a:gd name="p0y0" fmla="*/ 0 h 1621"/>
              <a:gd name="p0x1" fmla="*/ 6664 w 6784"/>
              <a:gd name="p0y1" fmla="*/ 0 h 1621"/>
              <a:gd name="p0x2" fmla="*/ 6731 w 6784"/>
              <a:gd name="p0y2" fmla="*/ 0 h 1621"/>
              <a:gd name="p0x3" fmla="*/ 6784 w 6784"/>
              <a:gd name="p0y3" fmla="*/ 53 h 1621"/>
              <a:gd name="p0x4" fmla="*/ 6784 w 6784"/>
              <a:gd name="p0y4" fmla="*/ 120 h 1621"/>
              <a:gd name="p0x5" fmla="*/ 6784 w 6784"/>
              <a:gd name="p0y5" fmla="*/ 1501 h 1621"/>
              <a:gd name="p0x6" fmla="*/ 6784 w 6784"/>
              <a:gd name="p0y6" fmla="*/ 1568 h 1621"/>
              <a:gd name="p0x7" fmla="*/ 6731 w 6784"/>
              <a:gd name="p0y7" fmla="*/ 1621 h 1621"/>
              <a:gd name="p0x8" fmla="*/ 6664 w 6784"/>
              <a:gd name="p0y8" fmla="*/ 1621 h 1621"/>
              <a:gd name="p0x9" fmla="*/ 120 w 6784"/>
              <a:gd name="p0y9" fmla="*/ 1621 h 1621"/>
              <a:gd name="p0x10" fmla="*/ 53 w 6784"/>
              <a:gd name="p0y10" fmla="*/ 1621 h 1621"/>
              <a:gd name="p0x11" fmla="*/ 0 w 6784"/>
              <a:gd name="p0y11" fmla="*/ 1568 h 1621"/>
              <a:gd name="p0x12" fmla="*/ 0 w 6784"/>
              <a:gd name="p0y12" fmla="*/ 1501 h 1621"/>
              <a:gd name="p0x13" fmla="*/ 0 w 6784"/>
              <a:gd name="p0y13" fmla="*/ 120 h 1621"/>
              <a:gd name="p0x14" fmla="*/ 0 w 6784"/>
              <a:gd name="p0y14" fmla="*/ 53 h 1621"/>
              <a:gd name="p0x15" fmla="*/ 53 w 6784"/>
              <a:gd name="p0y15" fmla="*/ 0 h 1621"/>
              <a:gd name="p0x16" fmla="*/ 120 w 6784"/>
              <a:gd name="p0y16" fmla="*/ 0 h 16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2157"/>
                </a:srgbClr>
              </a:gs>
              <a:gs pos="100000">
                <a:srgbClr val="FFFFFF">
                  <a:alpha val="7843"/>
                </a:srgb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41"/>
            </p:custDataLst>
          </p:nvPr>
        </p:nvSpPr>
        <p:spPr>
          <a:xfrm>
            <a:off x="7383145" y="3091815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322 w 645"/>
              <a:gd name="p0y0" fmla="*/ 0 h 645"/>
              <a:gd name="p0x1" fmla="*/ 500 w 645"/>
              <a:gd name="p0y1" fmla="*/ 0 h 645"/>
              <a:gd name="p0x2" fmla="*/ 645 w 645"/>
              <a:gd name="p0y2" fmla="*/ 144 h 645"/>
              <a:gd name="p0x3" fmla="*/ 645 w 645"/>
              <a:gd name="p0y3" fmla="*/ 322 h 645"/>
              <a:gd name="p0x4" fmla="*/ 645 w 645"/>
              <a:gd name="p0y4" fmla="*/ 500 h 645"/>
              <a:gd name="p0x5" fmla="*/ 500 w 645"/>
              <a:gd name="p0y5" fmla="*/ 645 h 645"/>
              <a:gd name="p0x6" fmla="*/ 322 w 645"/>
              <a:gd name="p0y6" fmla="*/ 645 h 645"/>
              <a:gd name="p0x7" fmla="*/ 144 w 645"/>
              <a:gd name="p0y7" fmla="*/ 645 h 645"/>
              <a:gd name="p0x8" fmla="*/ 0 w 645"/>
              <a:gd name="p0y8" fmla="*/ 500 h 645"/>
              <a:gd name="p0x9" fmla="*/ 0 w 645"/>
              <a:gd name="p0y9" fmla="*/ 322 h 645"/>
              <a:gd name="p0x10" fmla="*/ 0 w 645"/>
              <a:gd name="p0y10" fmla="*/ 144 h 645"/>
              <a:gd name="p0x11" fmla="*/ 144 w 645"/>
              <a:gd name="p0y11" fmla="*/ 0 h 645"/>
              <a:gd name="p0x12" fmla="*/ 322 w 645"/>
              <a:gd name="p0y12" fmla="*/ 0 h 64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0BFFF">
              <a:alpha val="14902"/>
            </a:srgb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2"/>
            </p:custDataLst>
          </p:nvPr>
        </p:nvSpPr>
        <p:spPr>
          <a:xfrm>
            <a:off x="7440587" y="3156652"/>
            <a:ext cx="505044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Q1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7950327" y="3054258"/>
            <a:ext cx="34225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4"/>
            </p:custDataLst>
          </p:nvPr>
        </p:nvSpPr>
        <p:spPr>
          <a:xfrm>
            <a:off x="7950327" y="3311909"/>
            <a:ext cx="3422523" cy="23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在训练分布外（</a:t>
            </a:r>
            <a:r>
              <a:rPr sz="13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|α| &gt; 0.3</a:t>
            </a: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）是否仍有效？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5"/>
            </p:custDataLst>
          </p:nvPr>
        </p:nvSpPr>
        <p:spPr>
          <a:xfrm>
            <a:off x="7221220" y="3973830"/>
            <a:ext cx="4308475" cy="1029970"/>
          </a:xfrm>
          <a:custGeom>
            <a:avLst/>
            <a:gdLst>
              <a:gd name="sw" fmla="*/ 1 w 6784"/>
              <a:gd name="sh" fmla="*/ 1 h 1621"/>
              <a:gd name="mins" fmla="min sw sh"/>
              <a:gd name="dsw" fmla="+- 0 sw mins"/>
              <a:gd name="dsh" fmla="+- 0 sh mins"/>
              <a:gd name="p0x0" fmla="*/ 120 w 6784"/>
              <a:gd name="p0y0" fmla="*/ 0 h 1621"/>
              <a:gd name="p0x1" fmla="*/ 6664 w 6784"/>
              <a:gd name="p0y1" fmla="*/ 0 h 1621"/>
              <a:gd name="p0x2" fmla="*/ 6731 w 6784"/>
              <a:gd name="p0y2" fmla="*/ 0 h 1621"/>
              <a:gd name="p0x3" fmla="*/ 6784 w 6784"/>
              <a:gd name="p0y3" fmla="*/ 53 h 1621"/>
              <a:gd name="p0x4" fmla="*/ 6784 w 6784"/>
              <a:gd name="p0y4" fmla="*/ 120 h 1621"/>
              <a:gd name="p0x5" fmla="*/ 6784 w 6784"/>
              <a:gd name="p0y5" fmla="*/ 1501 h 1621"/>
              <a:gd name="p0x6" fmla="*/ 6784 w 6784"/>
              <a:gd name="p0y6" fmla="*/ 1568 h 1621"/>
              <a:gd name="p0x7" fmla="*/ 6731 w 6784"/>
              <a:gd name="p0y7" fmla="*/ 1621 h 1621"/>
              <a:gd name="p0x8" fmla="*/ 6664 w 6784"/>
              <a:gd name="p0y8" fmla="*/ 1621 h 1621"/>
              <a:gd name="p0x9" fmla="*/ 120 w 6784"/>
              <a:gd name="p0y9" fmla="*/ 1621 h 1621"/>
              <a:gd name="p0x10" fmla="*/ 53 w 6784"/>
              <a:gd name="p0y10" fmla="*/ 1621 h 1621"/>
              <a:gd name="p0x11" fmla="*/ 0 w 6784"/>
              <a:gd name="p0y11" fmla="*/ 1568 h 1621"/>
              <a:gd name="p0x12" fmla="*/ 0 w 6784"/>
              <a:gd name="p0y12" fmla="*/ 1501 h 1621"/>
              <a:gd name="p0x13" fmla="*/ 0 w 6784"/>
              <a:gd name="p0y13" fmla="*/ 120 h 1621"/>
              <a:gd name="p0x14" fmla="*/ 0 w 6784"/>
              <a:gd name="p0y14" fmla="*/ 53 h 1621"/>
              <a:gd name="p0x15" fmla="*/ 53 w 6784"/>
              <a:gd name="p0y15" fmla="*/ 0 h 1621"/>
              <a:gd name="p0x16" fmla="*/ 120 w 6784"/>
              <a:gd name="p0y16" fmla="*/ 0 h 16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2157"/>
                </a:srgbClr>
              </a:gs>
              <a:gs pos="100000">
                <a:srgbClr val="FFFFFF">
                  <a:alpha val="7843"/>
                </a:srgb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46"/>
            </p:custDataLst>
          </p:nvPr>
        </p:nvSpPr>
        <p:spPr>
          <a:xfrm>
            <a:off x="7383145" y="428371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322 w 645"/>
              <a:gd name="p0y0" fmla="*/ 0 h 645"/>
              <a:gd name="p0x1" fmla="*/ 500 w 645"/>
              <a:gd name="p0y1" fmla="*/ 0 h 645"/>
              <a:gd name="p0x2" fmla="*/ 645 w 645"/>
              <a:gd name="p0y2" fmla="*/ 144 h 645"/>
              <a:gd name="p0x3" fmla="*/ 645 w 645"/>
              <a:gd name="p0y3" fmla="*/ 322 h 645"/>
              <a:gd name="p0x4" fmla="*/ 645 w 645"/>
              <a:gd name="p0y4" fmla="*/ 500 h 645"/>
              <a:gd name="p0x5" fmla="*/ 500 w 645"/>
              <a:gd name="p0y5" fmla="*/ 645 h 645"/>
              <a:gd name="p0x6" fmla="*/ 322 w 645"/>
              <a:gd name="p0y6" fmla="*/ 645 h 645"/>
              <a:gd name="p0x7" fmla="*/ 144 w 645"/>
              <a:gd name="p0y7" fmla="*/ 645 h 645"/>
              <a:gd name="p0x8" fmla="*/ 0 w 645"/>
              <a:gd name="p0y8" fmla="*/ 500 h 645"/>
              <a:gd name="p0x9" fmla="*/ 0 w 645"/>
              <a:gd name="p0y9" fmla="*/ 322 h 645"/>
              <a:gd name="p0x10" fmla="*/ 0 w 645"/>
              <a:gd name="p0y10" fmla="*/ 144 h 645"/>
              <a:gd name="p0x11" fmla="*/ 144 w 645"/>
              <a:gd name="p0y11" fmla="*/ 0 h 645"/>
              <a:gd name="p0x12" fmla="*/ 322 w 645"/>
              <a:gd name="p0y12" fmla="*/ 0 h 64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DD0E1">
              <a:alpha val="12941"/>
            </a:srgbClr>
          </a:solidFill>
          <a:ln w="9525" cmpd="sng">
            <a:solidFill>
              <a:srgbClr val="4DD0E1">
                <a:alpha val="4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7"/>
            </p:custDataLst>
          </p:nvPr>
        </p:nvSpPr>
        <p:spPr>
          <a:xfrm>
            <a:off x="7440587" y="4348543"/>
            <a:ext cx="505044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Q2</a:t>
            </a:r>
            <a:endParaRPr sz="16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8"/>
            </p:custDataLst>
          </p:nvPr>
        </p:nvSpPr>
        <p:spPr>
          <a:xfrm>
            <a:off x="7950327" y="4246150"/>
            <a:ext cx="34225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9"/>
            </p:custDataLst>
          </p:nvPr>
        </p:nvSpPr>
        <p:spPr>
          <a:xfrm>
            <a:off x="7950327" y="4503801"/>
            <a:ext cx="342252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真实机理是什么？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50"/>
            </p:custDataLst>
          </p:nvPr>
        </p:nvSpPr>
        <p:spPr>
          <a:xfrm>
            <a:off x="7221220" y="5165725"/>
            <a:ext cx="4308475" cy="1029970"/>
          </a:xfrm>
          <a:custGeom>
            <a:avLst/>
            <a:gdLst>
              <a:gd name="sw" fmla="*/ 1 w 6784"/>
              <a:gd name="sh" fmla="*/ 1 h 1621"/>
              <a:gd name="mins" fmla="min sw sh"/>
              <a:gd name="dsw" fmla="+- 0 sw mins"/>
              <a:gd name="dsh" fmla="+- 0 sh mins"/>
              <a:gd name="p0x0" fmla="*/ 120 w 6784"/>
              <a:gd name="p0y0" fmla="*/ 0 h 1621"/>
              <a:gd name="p0x1" fmla="*/ 6664 w 6784"/>
              <a:gd name="p0y1" fmla="*/ 0 h 1621"/>
              <a:gd name="p0x2" fmla="*/ 6731 w 6784"/>
              <a:gd name="p0y2" fmla="*/ 0 h 1621"/>
              <a:gd name="p0x3" fmla="*/ 6784 w 6784"/>
              <a:gd name="p0y3" fmla="*/ 53 h 1621"/>
              <a:gd name="p0x4" fmla="*/ 6784 w 6784"/>
              <a:gd name="p0y4" fmla="*/ 120 h 1621"/>
              <a:gd name="p0x5" fmla="*/ 6784 w 6784"/>
              <a:gd name="p0y5" fmla="*/ 1501 h 1621"/>
              <a:gd name="p0x6" fmla="*/ 6784 w 6784"/>
              <a:gd name="p0y6" fmla="*/ 1568 h 1621"/>
              <a:gd name="p0x7" fmla="*/ 6731 w 6784"/>
              <a:gd name="p0y7" fmla="*/ 1621 h 1621"/>
              <a:gd name="p0x8" fmla="*/ 6664 w 6784"/>
              <a:gd name="p0y8" fmla="*/ 1621 h 1621"/>
              <a:gd name="p0x9" fmla="*/ 120 w 6784"/>
              <a:gd name="p0y9" fmla="*/ 1621 h 1621"/>
              <a:gd name="p0x10" fmla="*/ 53 w 6784"/>
              <a:gd name="p0y10" fmla="*/ 1621 h 1621"/>
              <a:gd name="p0x11" fmla="*/ 0 w 6784"/>
              <a:gd name="p0y11" fmla="*/ 1568 h 1621"/>
              <a:gd name="p0x12" fmla="*/ 0 w 6784"/>
              <a:gd name="p0y12" fmla="*/ 1501 h 1621"/>
              <a:gd name="p0x13" fmla="*/ 0 w 6784"/>
              <a:gd name="p0y13" fmla="*/ 120 h 1621"/>
              <a:gd name="p0x14" fmla="*/ 0 w 6784"/>
              <a:gd name="p0y14" fmla="*/ 53 h 1621"/>
              <a:gd name="p0x15" fmla="*/ 53 w 6784"/>
              <a:gd name="p0y15" fmla="*/ 0 h 1621"/>
              <a:gd name="p0x16" fmla="*/ 120 w 6784"/>
              <a:gd name="p0y16" fmla="*/ 0 h 16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2157"/>
                </a:srgbClr>
              </a:gs>
              <a:gs pos="100000">
                <a:srgbClr val="FFFFFF">
                  <a:alpha val="7843"/>
                </a:srgb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51"/>
            </p:custDataLst>
          </p:nvPr>
        </p:nvSpPr>
        <p:spPr>
          <a:xfrm>
            <a:off x="7383145" y="5475605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322 w 645"/>
              <a:gd name="p0y0" fmla="*/ 0 h 645"/>
              <a:gd name="p0x1" fmla="*/ 500 w 645"/>
              <a:gd name="p0y1" fmla="*/ 0 h 645"/>
              <a:gd name="p0x2" fmla="*/ 645 w 645"/>
              <a:gd name="p0y2" fmla="*/ 144 h 645"/>
              <a:gd name="p0x3" fmla="*/ 645 w 645"/>
              <a:gd name="p0y3" fmla="*/ 322 h 645"/>
              <a:gd name="p0x4" fmla="*/ 645 w 645"/>
              <a:gd name="p0y4" fmla="*/ 500 h 645"/>
              <a:gd name="p0x5" fmla="*/ 500 w 645"/>
              <a:gd name="p0y5" fmla="*/ 645 h 645"/>
              <a:gd name="p0x6" fmla="*/ 322 w 645"/>
              <a:gd name="p0y6" fmla="*/ 645 h 645"/>
              <a:gd name="p0x7" fmla="*/ 144 w 645"/>
              <a:gd name="p0y7" fmla="*/ 645 h 645"/>
              <a:gd name="p0x8" fmla="*/ 0 w 645"/>
              <a:gd name="p0y8" fmla="*/ 500 h 645"/>
              <a:gd name="p0x9" fmla="*/ 0 w 645"/>
              <a:gd name="p0y9" fmla="*/ 322 h 645"/>
              <a:gd name="p0x10" fmla="*/ 0 w 645"/>
              <a:gd name="p0y10" fmla="*/ 144 h 645"/>
              <a:gd name="p0x11" fmla="*/ 144 w 645"/>
              <a:gd name="p0y11" fmla="*/ 0 h 645"/>
              <a:gd name="p0x12" fmla="*/ 322 w 645"/>
              <a:gd name="p0y12" fmla="*/ 0 h 64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7C8CFF">
              <a:alpha val="14902"/>
            </a:srgbClr>
          </a:solidFill>
          <a:ln w="9525" cmpd="sng">
            <a:solidFill>
              <a:srgbClr val="7C8CFF">
                <a:alpha val="4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2"/>
            </p:custDataLst>
          </p:nvPr>
        </p:nvSpPr>
        <p:spPr>
          <a:xfrm>
            <a:off x="7440587" y="5540435"/>
            <a:ext cx="505044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CE5A00"/>
                </a:solidFill>
                <a:latin typeface="微软雅黑" panose="020B0503020204020204" charset="-122"/>
                <a:ea typeface="微软雅黑" panose="020B0503020204020204" charset="-122"/>
              </a:rPr>
              <a:t>Q3</a:t>
            </a:r>
            <a:endParaRPr sz="1650" b="1">
              <a:solidFill>
                <a:srgbClr val="CE5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7950327" y="5438042"/>
            <a:ext cx="34225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增强方案</a:t>
            </a:r>
            <a:endParaRPr lang="zh-CN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7950327" y="5695693"/>
            <a:ext cx="342252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能否迁移至深层网络？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55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6"/>
            </p:custDataLst>
          </p:nvPr>
        </p:nvSpPr>
        <p:spPr>
          <a:xfrm>
            <a:off x="609600" y="433388"/>
            <a:ext cx="4572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评审深化与第二阶段定位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4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一阶段核心发现回顾</a:t>
            </a:r>
            <a:endParaRPr lang="zh-CN" altLang="en-US"/>
          </a:p>
        </p:txBody>
      </p:sp>
      <p:sp>
        <p:nvSpPr>
          <p:cNvPr id="3" name="文本占位符 2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57200" y="457200"/>
            <a:ext cx="1127760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ROBUSTNESS COMPARISON</a:t>
            </a:r>
            <a:endParaRPr sz="1050" b="1" spc="63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57200" y="685800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三模型精度衰减对比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57200" y="1247775"/>
            <a:ext cx="50444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参数量越大、深度越深的模型，</a:t>
            </a:r>
            <a:r>
              <a:rPr sz="1500" b="1" spc="30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非线性鲁棒性反而越差</a:t>
            </a:r>
            <a:endParaRPr sz="1500" b="1" spc="30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457200" y="1703070"/>
            <a:ext cx="615679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干净精度</a:t>
            </a:r>
            <a:r>
              <a:rPr lang="en-US" alt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α=+0.3 </a:t>
            </a:r>
            <a:r>
              <a:rPr lang="zh-CN" alt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endParaRPr lang="zh-CN" altLang="en-US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457200" y="2128520"/>
          <a:ext cx="6153150" cy="4200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037705" y="1724025"/>
            <a:ext cx="4692015" cy="2457450"/>
          </a:xfrm>
          <a:custGeom>
            <a:avLst/>
            <a:gdLst>
              <a:gd name="sw" fmla="*/ 1 w 7389"/>
              <a:gd name="sh" fmla="*/ 1 h 3870"/>
              <a:gd name="mins" fmla="min sw sh"/>
              <a:gd name="dsw" fmla="+- 0 sw mins"/>
              <a:gd name="dsh" fmla="+- 0 sh mins"/>
              <a:gd name="p0x0" fmla="*/ 120 w 7389"/>
              <a:gd name="p0y0" fmla="*/ 0 h 3870"/>
              <a:gd name="p0x1" fmla="*/ 7269 w 7389"/>
              <a:gd name="p0y1" fmla="*/ 0 h 3870"/>
              <a:gd name="p0x2" fmla="*/ 7335 w 7389"/>
              <a:gd name="p0y2" fmla="*/ 0 h 3870"/>
              <a:gd name="p0x3" fmla="*/ 7389 w 7389"/>
              <a:gd name="p0y3" fmla="*/ 53 h 3870"/>
              <a:gd name="p0x4" fmla="*/ 7389 w 7389"/>
              <a:gd name="p0y4" fmla="*/ 120 h 3870"/>
              <a:gd name="p0x5" fmla="*/ 7389 w 7389"/>
              <a:gd name="p0y5" fmla="*/ 3750 h 3870"/>
              <a:gd name="p0x6" fmla="*/ 7389 w 7389"/>
              <a:gd name="p0y6" fmla="*/ 3816 h 3870"/>
              <a:gd name="p0x7" fmla="*/ 7335 w 7389"/>
              <a:gd name="p0y7" fmla="*/ 3870 h 3870"/>
              <a:gd name="p0x8" fmla="*/ 7269 w 7389"/>
              <a:gd name="p0y8" fmla="*/ 3870 h 3870"/>
              <a:gd name="p0x9" fmla="*/ 120 w 7389"/>
              <a:gd name="p0y9" fmla="*/ 3870 h 3870"/>
              <a:gd name="p0x10" fmla="*/ 53 w 7389"/>
              <a:gd name="p0y10" fmla="*/ 3870 h 3870"/>
              <a:gd name="p0x11" fmla="*/ 0 w 7389"/>
              <a:gd name="p0y11" fmla="*/ 3816 h 3870"/>
              <a:gd name="p0x12" fmla="*/ 0 w 7389"/>
              <a:gd name="p0y12" fmla="*/ 3750 h 3870"/>
              <a:gd name="p0x13" fmla="*/ 0 w 7389"/>
              <a:gd name="p0y13" fmla="*/ 120 h 3870"/>
              <a:gd name="p0x14" fmla="*/ 0 w 7389"/>
              <a:gd name="p0y14" fmla="*/ 53 h 3870"/>
              <a:gd name="p0x15" fmla="*/ 53 w 7389"/>
              <a:gd name="p0y15" fmla="*/ 0 h 3870"/>
              <a:gd name="p0x16" fmla="*/ 120 w 7389"/>
              <a:gd name="p0y16" fmla="*/ 0 h 38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表格 11"/>
          <p:cNvGraphicFramePr/>
          <p:nvPr>
            <p:custDataLst>
              <p:tags r:id="rId9"/>
            </p:custDataLst>
          </p:nvPr>
        </p:nvGraphicFramePr>
        <p:xfrm>
          <a:off x="7232650" y="2280920"/>
          <a:ext cx="4373758" cy="1743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5079"/>
                <a:gridCol w="786630"/>
                <a:gridCol w="783058"/>
                <a:gridCol w="783058"/>
                <a:gridCol w="925933"/>
              </a:tblGrid>
              <a:tr h="576262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参数量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干净精度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α=+0.3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跌幅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SimpleCNN</a:t>
                      </a:r>
                      <a:endParaRPr sz="135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0.24M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84.90%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55.08%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−29.82%</a:t>
                      </a:r>
                      <a:endParaRPr sz="135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9052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</a:t>
                      </a:r>
                      <a:endParaRPr sz="135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9.2M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89.80%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36.70%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−53.10%</a:t>
                      </a:r>
                      <a:endParaRPr sz="135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385762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ResNet-18</a:t>
                      </a:r>
                      <a:endParaRPr sz="135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11.17M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92.09%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17.08%</a:t>
                      </a:r>
                      <a:endParaRPr sz="135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−75.01%</a:t>
                      </a:r>
                      <a:endParaRPr sz="135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76200" marR="762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233123" y="1865948"/>
            <a:ext cx="430165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精度衰减明细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037705" y="4343400"/>
            <a:ext cx="4692015" cy="2409825"/>
          </a:xfrm>
          <a:custGeom>
            <a:avLst/>
            <a:gdLst>
              <a:gd name="sw" fmla="*/ 1 w 7389"/>
              <a:gd name="sh" fmla="*/ 1 h 3795"/>
              <a:gd name="mins" fmla="min sw sh"/>
              <a:gd name="dsw" fmla="+- 0 sw mins"/>
              <a:gd name="dsh" fmla="+- 0 sh mins"/>
              <a:gd name="p0x0" fmla="*/ 120 w 7389"/>
              <a:gd name="p0y0" fmla="*/ 0 h 3795"/>
              <a:gd name="p0x1" fmla="*/ 7269 w 7389"/>
              <a:gd name="p0y1" fmla="*/ 0 h 3795"/>
              <a:gd name="p0x2" fmla="*/ 7335 w 7389"/>
              <a:gd name="p0y2" fmla="*/ 0 h 3795"/>
              <a:gd name="p0x3" fmla="*/ 7389 w 7389"/>
              <a:gd name="p0y3" fmla="*/ 53 h 3795"/>
              <a:gd name="p0x4" fmla="*/ 7389 w 7389"/>
              <a:gd name="p0y4" fmla="*/ 120 h 3795"/>
              <a:gd name="p0x5" fmla="*/ 7389 w 7389"/>
              <a:gd name="p0y5" fmla="*/ 3675 h 3795"/>
              <a:gd name="p0x6" fmla="*/ 7389 w 7389"/>
              <a:gd name="p0y6" fmla="*/ 3741 h 3795"/>
              <a:gd name="p0x7" fmla="*/ 7335 w 7389"/>
              <a:gd name="p0y7" fmla="*/ 3795 h 3795"/>
              <a:gd name="p0x8" fmla="*/ 7269 w 7389"/>
              <a:gd name="p0y8" fmla="*/ 3795 h 3795"/>
              <a:gd name="p0x9" fmla="*/ 120 w 7389"/>
              <a:gd name="p0y9" fmla="*/ 3795 h 3795"/>
              <a:gd name="p0x10" fmla="*/ 53 w 7389"/>
              <a:gd name="p0y10" fmla="*/ 3795 h 3795"/>
              <a:gd name="p0x11" fmla="*/ 0 w 7389"/>
              <a:gd name="p0y11" fmla="*/ 3741 h 3795"/>
              <a:gd name="p0x12" fmla="*/ 0 w 7389"/>
              <a:gd name="p0y12" fmla="*/ 3675 h 3795"/>
              <a:gd name="p0x13" fmla="*/ 0 w 7389"/>
              <a:gd name="p0y13" fmla="*/ 120 h 3795"/>
              <a:gd name="p0x14" fmla="*/ 0 w 7389"/>
              <a:gd name="p0y14" fmla="*/ 53 h 3795"/>
              <a:gd name="p0x15" fmla="*/ 53 w 7389"/>
              <a:gd name="p0y15" fmla="*/ 0 h 3795"/>
              <a:gd name="p0x16" fmla="*/ 120 w 7389"/>
              <a:gd name="p0y16" fmla="*/ 0 h 3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237730" y="4543425"/>
            <a:ext cx="4291965" cy="923925"/>
          </a:xfrm>
          <a:custGeom>
            <a:avLst/>
            <a:gdLst>
              <a:gd name="sw" fmla="*/ 1 w 6759"/>
              <a:gd name="sh" fmla="*/ 1 h 1455"/>
              <a:gd name="mins" fmla="min sw sh"/>
              <a:gd name="dsw" fmla="+- 0 sw mins"/>
              <a:gd name="dsh" fmla="+- 0 sh mins"/>
              <a:gd name="p0x0" fmla="*/ 120 w 6759"/>
              <a:gd name="p0y0" fmla="*/ 0 h 1455"/>
              <a:gd name="p0x1" fmla="*/ 6639 w 6759"/>
              <a:gd name="p0y1" fmla="*/ 0 h 1455"/>
              <a:gd name="p0x2" fmla="*/ 6705 w 6759"/>
              <a:gd name="p0y2" fmla="*/ 0 h 1455"/>
              <a:gd name="p0x3" fmla="*/ 6759 w 6759"/>
              <a:gd name="p0y3" fmla="*/ 53 h 1455"/>
              <a:gd name="p0x4" fmla="*/ 6759 w 6759"/>
              <a:gd name="p0y4" fmla="*/ 120 h 1455"/>
              <a:gd name="p0x5" fmla="*/ 6759 w 6759"/>
              <a:gd name="p0y5" fmla="*/ 1335 h 1455"/>
              <a:gd name="p0x6" fmla="*/ 6759 w 6759"/>
              <a:gd name="p0y6" fmla="*/ 1401 h 1455"/>
              <a:gd name="p0x7" fmla="*/ 6705 w 6759"/>
              <a:gd name="p0y7" fmla="*/ 1455 h 1455"/>
              <a:gd name="p0x8" fmla="*/ 6639 w 6759"/>
              <a:gd name="p0y8" fmla="*/ 1455 h 1455"/>
              <a:gd name="p0x9" fmla="*/ 120 w 6759"/>
              <a:gd name="p0y9" fmla="*/ 1455 h 1455"/>
              <a:gd name="p0x10" fmla="*/ 53 w 6759"/>
              <a:gd name="p0y10" fmla="*/ 1455 h 1455"/>
              <a:gd name="p0x11" fmla="*/ 0 w 6759"/>
              <a:gd name="p0y11" fmla="*/ 1401 h 1455"/>
              <a:gd name="p0x12" fmla="*/ 0 w 6759"/>
              <a:gd name="p0y12" fmla="*/ 1335 h 1455"/>
              <a:gd name="p0x13" fmla="*/ 0 w 6759"/>
              <a:gd name="p0y13" fmla="*/ 120 h 1455"/>
              <a:gd name="p0x14" fmla="*/ 0 w 6759"/>
              <a:gd name="p0y14" fmla="*/ 53 h 1455"/>
              <a:gd name="p0x15" fmla="*/ 53 w 6759"/>
              <a:gd name="p0y15" fmla="*/ 0 h 1455"/>
              <a:gd name="p0x16" fmla="*/ 120 w 6759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7432675" y="477647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7642698" y="4686300"/>
            <a:ext cx="3692052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残差架构的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放大效应</a:t>
            </a:r>
            <a:r>
              <a:rPr 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远超参数冗余容错收益</a:t>
            </a:r>
            <a:endParaRPr lang="zh-CN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7237730" y="5629275"/>
            <a:ext cx="4291965" cy="923925"/>
          </a:xfrm>
          <a:custGeom>
            <a:avLst/>
            <a:gdLst>
              <a:gd name="sw" fmla="*/ 1 w 6759"/>
              <a:gd name="sh" fmla="*/ 1 h 1455"/>
              <a:gd name="mins" fmla="min sw sh"/>
              <a:gd name="dsw" fmla="+- 0 sw mins"/>
              <a:gd name="dsh" fmla="+- 0 sh mins"/>
              <a:gd name="p0x0" fmla="*/ 120 w 6759"/>
              <a:gd name="p0y0" fmla="*/ 0 h 1455"/>
              <a:gd name="p0x1" fmla="*/ 6639 w 6759"/>
              <a:gd name="p0y1" fmla="*/ 0 h 1455"/>
              <a:gd name="p0x2" fmla="*/ 6705 w 6759"/>
              <a:gd name="p0y2" fmla="*/ 0 h 1455"/>
              <a:gd name="p0x3" fmla="*/ 6759 w 6759"/>
              <a:gd name="p0y3" fmla="*/ 53 h 1455"/>
              <a:gd name="p0x4" fmla="*/ 6759 w 6759"/>
              <a:gd name="p0y4" fmla="*/ 120 h 1455"/>
              <a:gd name="p0x5" fmla="*/ 6759 w 6759"/>
              <a:gd name="p0y5" fmla="*/ 1335 h 1455"/>
              <a:gd name="p0x6" fmla="*/ 6759 w 6759"/>
              <a:gd name="p0y6" fmla="*/ 1401 h 1455"/>
              <a:gd name="p0x7" fmla="*/ 6705 w 6759"/>
              <a:gd name="p0y7" fmla="*/ 1455 h 1455"/>
              <a:gd name="p0x8" fmla="*/ 6639 w 6759"/>
              <a:gd name="p0y8" fmla="*/ 1455 h 1455"/>
              <a:gd name="p0x9" fmla="*/ 120 w 6759"/>
              <a:gd name="p0y9" fmla="*/ 1455 h 1455"/>
              <a:gd name="p0x10" fmla="*/ 53 w 6759"/>
              <a:gd name="p0y10" fmla="*/ 1455 h 1455"/>
              <a:gd name="p0x11" fmla="*/ 0 w 6759"/>
              <a:gd name="p0y11" fmla="*/ 1401 h 1455"/>
              <a:gd name="p0x12" fmla="*/ 0 w 6759"/>
              <a:gd name="p0y12" fmla="*/ 1335 h 1455"/>
              <a:gd name="p0x13" fmla="*/ 0 w 6759"/>
              <a:gd name="p0y13" fmla="*/ 120 h 1455"/>
              <a:gd name="p0x14" fmla="*/ 0 w 6759"/>
              <a:gd name="p0y14" fmla="*/ 53 h 1455"/>
              <a:gd name="p0x15" fmla="*/ 53 w 6759"/>
              <a:gd name="p0y15" fmla="*/ 0 h 1455"/>
              <a:gd name="p0x16" fmla="*/ 120 w 6759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7432675" y="586232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7642698" y="5772150"/>
            <a:ext cx="368565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参数量增长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r>
              <a:rPr lang="zh-CN" alt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0.24M→11.17M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），非线性脆弱性放大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</a:t>
            </a:r>
            <a:r>
              <a:rPr lang="zh-CN" alt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</a:t>
            </a:r>
            <a:endParaRPr lang="zh-CN" altLang="en-US"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73342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4032123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误差跨层累积模式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09600" y="957263"/>
            <a:ext cx="441312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纯前馈网络渐进衰减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残差网络全局侵蚀崩溃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471295"/>
            <a:ext cx="5514975" cy="4924425"/>
          </a:xfrm>
          <a:custGeom>
            <a:avLst/>
            <a:gdLst>
              <a:gd name="sw" fmla="*/ 1 w 8685"/>
              <a:gd name="sh" fmla="*/ 1 h 7755"/>
              <a:gd name="mins" fmla="min sw sh"/>
              <a:gd name="dsw" fmla="+- 0 sw mins"/>
              <a:gd name="dsh" fmla="+- 0 sh mins"/>
              <a:gd name="p0x0" fmla="*/ 120 w 8685"/>
              <a:gd name="p0y0" fmla="*/ 0 h 7755"/>
              <a:gd name="p0x1" fmla="*/ 8565 w 8685"/>
              <a:gd name="p0y1" fmla="*/ 0 h 7755"/>
              <a:gd name="p0x2" fmla="*/ 8631 w 8685"/>
              <a:gd name="p0y2" fmla="*/ 0 h 7755"/>
              <a:gd name="p0x3" fmla="*/ 8685 w 8685"/>
              <a:gd name="p0y3" fmla="*/ 53 h 7755"/>
              <a:gd name="p0x4" fmla="*/ 8685 w 8685"/>
              <a:gd name="p0y4" fmla="*/ 120 h 7755"/>
              <a:gd name="p0x5" fmla="*/ 8685 w 8685"/>
              <a:gd name="p0y5" fmla="*/ 7635 h 7755"/>
              <a:gd name="p0x6" fmla="*/ 8685 w 8685"/>
              <a:gd name="p0y6" fmla="*/ 7701 h 7755"/>
              <a:gd name="p0x7" fmla="*/ 8631 w 8685"/>
              <a:gd name="p0y7" fmla="*/ 7755 h 7755"/>
              <a:gd name="p0x8" fmla="*/ 8565 w 8685"/>
              <a:gd name="p0y8" fmla="*/ 7755 h 7755"/>
              <a:gd name="p0x9" fmla="*/ 120 w 8685"/>
              <a:gd name="p0y9" fmla="*/ 7755 h 7755"/>
              <a:gd name="p0x10" fmla="*/ 53 w 8685"/>
              <a:gd name="p0y10" fmla="*/ 7755 h 7755"/>
              <a:gd name="p0x11" fmla="*/ 0 w 8685"/>
              <a:gd name="p0y11" fmla="*/ 7701 h 7755"/>
              <a:gd name="p0x12" fmla="*/ 0 w 8685"/>
              <a:gd name="p0y12" fmla="*/ 7635 h 7755"/>
              <a:gd name="p0x13" fmla="*/ 0 w 8685"/>
              <a:gd name="p0y13" fmla="*/ 120 h 7755"/>
              <a:gd name="p0x14" fmla="*/ 0 w 8685"/>
              <a:gd name="p0y14" fmla="*/ 53 h 7755"/>
              <a:gd name="p0x15" fmla="*/ 53 w 8685"/>
              <a:gd name="p0y15" fmla="*/ 0 h 7755"/>
              <a:gd name="p0x16" fmla="*/ 120 w 8685"/>
              <a:gd name="p0y16" fmla="*/ 0 h 77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661670" y="176657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E0A0">
              <a:alpha val="12157"/>
            </a:srgbClr>
          </a:solidFill>
          <a:ln w="9525" cmpd="sng">
            <a:solidFill>
              <a:srgbClr val="40E0A0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2950" y="1847850"/>
            <a:ext cx="247650" cy="2476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190625" y="165068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纯前馈网络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631440" y="1752600"/>
            <a:ext cx="1304290" cy="238125"/>
          </a:xfrm>
          <a:custGeom>
            <a:avLst/>
            <a:gdLst>
              <a:gd name="sw" fmla="*/ 1 w 2053"/>
              <a:gd name="sh" fmla="*/ 1 h 375"/>
              <a:gd name="mins" fmla="min sw sh"/>
              <a:gd name="dsw" fmla="+- 0 sw mins"/>
              <a:gd name="dsh" fmla="+- 0 sh mins"/>
              <a:gd name="p0x0" fmla="*/ 60 w 2053"/>
              <a:gd name="p0y0" fmla="*/ 0 h 375"/>
              <a:gd name="p0x1" fmla="*/ 1993 w 2053"/>
              <a:gd name="p0y1" fmla="*/ 0 h 375"/>
              <a:gd name="p0x2" fmla="*/ 2026 w 2053"/>
              <a:gd name="p0y2" fmla="*/ 0 h 375"/>
              <a:gd name="p0x3" fmla="*/ 2053 w 2053"/>
              <a:gd name="p0y3" fmla="*/ 26 h 375"/>
              <a:gd name="p0x4" fmla="*/ 2053 w 2053"/>
              <a:gd name="p0y4" fmla="*/ 60 h 375"/>
              <a:gd name="p0x5" fmla="*/ 2053 w 2053"/>
              <a:gd name="p0y5" fmla="*/ 315 h 375"/>
              <a:gd name="p0x6" fmla="*/ 2053 w 2053"/>
              <a:gd name="p0y6" fmla="*/ 348 h 375"/>
              <a:gd name="p0x7" fmla="*/ 2026 w 2053"/>
              <a:gd name="p0y7" fmla="*/ 375 h 375"/>
              <a:gd name="p0x8" fmla="*/ 1993 w 2053"/>
              <a:gd name="p0y8" fmla="*/ 375 h 375"/>
              <a:gd name="p0x9" fmla="*/ 60 w 2053"/>
              <a:gd name="p0y9" fmla="*/ 375 h 375"/>
              <a:gd name="p0x10" fmla="*/ 26 w 2053"/>
              <a:gd name="p0y10" fmla="*/ 375 h 375"/>
              <a:gd name="p0x11" fmla="*/ 0 w 2053"/>
              <a:gd name="p0y11" fmla="*/ 348 h 375"/>
              <a:gd name="p0x12" fmla="*/ 0 w 2053"/>
              <a:gd name="p0y12" fmla="*/ 315 h 375"/>
              <a:gd name="p0x13" fmla="*/ 0 w 2053"/>
              <a:gd name="p0y13" fmla="*/ 60 h 375"/>
              <a:gd name="p0x14" fmla="*/ 0 w 2053"/>
              <a:gd name="p0y14" fmla="*/ 26 h 375"/>
              <a:gd name="p0x15" fmla="*/ 26 w 2053"/>
              <a:gd name="p0y15" fmla="*/ 0 h 375"/>
              <a:gd name="p0x16" fmla="*/ 60 w 2053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E0A0">
              <a:alpha val="12157"/>
            </a:srgbClr>
          </a:solidFill>
          <a:ln w="9525" cmpd="sng">
            <a:solidFill>
              <a:srgbClr val="40E0A0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2731818" y="1767840"/>
            <a:ext cx="1256557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42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三阶段渐进衰减</a:t>
            </a:r>
            <a:endParaRPr sz="1200" b="1" spc="42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190625" y="2076450"/>
            <a:ext cx="3505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误差随层级推进逐步衰退，末端汇聚为有限偏移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5"/>
            </p:custDataLst>
          </p:nvPr>
        </p:nvGraphicFramePr>
        <p:xfrm>
          <a:off x="657225" y="2428875"/>
          <a:ext cx="5124450" cy="2190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7534"/>
                <a:gridCol w="1227534"/>
                <a:gridCol w="1329851"/>
                <a:gridCol w="1330004"/>
              </a:tblGrid>
              <a:tr h="361950"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阶段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层级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SimpleCNN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</a:tr>
              <a:tr h="790575"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免疫期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浅层卷积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余弦</a:t>
                      </a:r>
                      <a:r>
                        <a:rPr lang="en-US" alt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&gt; </a:t>
                      </a:r>
                      <a:endParaRPr lang="en-US" alt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</a:t>
                      </a:r>
                      <a:endParaRPr sz="18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余弦</a:t>
                      </a:r>
                      <a:r>
                        <a:rPr lang="en-US" alt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&gt; </a:t>
                      </a:r>
                      <a:endParaRPr lang="en-US" alt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/>
                      <a:r>
                        <a:rPr sz="18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0.99</a:t>
                      </a:r>
                      <a:endParaRPr sz="18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490537"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偏移期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中层语义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逐步偏移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逐步偏移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汇聚点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fc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0.68</a:t>
                      </a:r>
                      <a:endParaRPr sz="18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0.41</a:t>
                      </a:r>
                      <a:endParaRPr sz="18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661670" y="5652770"/>
            <a:ext cx="5114925" cy="542925"/>
          </a:xfrm>
          <a:custGeom>
            <a:avLst/>
            <a:gdLst>
              <a:gd name="sw" fmla="*/ 1 w 8055"/>
              <a:gd name="sh" fmla="*/ 1 h 855"/>
              <a:gd name="mins" fmla="min sw sh"/>
              <a:gd name="dsw" fmla="+- 0 sw mins"/>
              <a:gd name="dsh" fmla="+- 0 sh mins"/>
              <a:gd name="p0x0" fmla="*/ 120 w 8055"/>
              <a:gd name="p0y0" fmla="*/ 0 h 855"/>
              <a:gd name="p0x1" fmla="*/ 7935 w 8055"/>
              <a:gd name="p0y1" fmla="*/ 0 h 855"/>
              <a:gd name="p0x2" fmla="*/ 8001 w 8055"/>
              <a:gd name="p0y2" fmla="*/ 0 h 855"/>
              <a:gd name="p0x3" fmla="*/ 8055 w 8055"/>
              <a:gd name="p0y3" fmla="*/ 53 h 855"/>
              <a:gd name="p0x4" fmla="*/ 8055 w 8055"/>
              <a:gd name="p0y4" fmla="*/ 120 h 855"/>
              <a:gd name="p0x5" fmla="*/ 8055 w 8055"/>
              <a:gd name="p0y5" fmla="*/ 735 h 855"/>
              <a:gd name="p0x6" fmla="*/ 8055 w 8055"/>
              <a:gd name="p0y6" fmla="*/ 801 h 855"/>
              <a:gd name="p0x7" fmla="*/ 8001 w 8055"/>
              <a:gd name="p0y7" fmla="*/ 855 h 855"/>
              <a:gd name="p0x8" fmla="*/ 7935 w 8055"/>
              <a:gd name="p0y8" fmla="*/ 855 h 855"/>
              <a:gd name="p0x9" fmla="*/ 120 w 8055"/>
              <a:gd name="p0y9" fmla="*/ 855 h 855"/>
              <a:gd name="p0x10" fmla="*/ 53 w 8055"/>
              <a:gd name="p0y10" fmla="*/ 855 h 855"/>
              <a:gd name="p0x11" fmla="*/ 0 w 8055"/>
              <a:gd name="p0y11" fmla="*/ 801 h 855"/>
              <a:gd name="p0x12" fmla="*/ 0 w 8055"/>
              <a:gd name="p0y12" fmla="*/ 735 h 855"/>
              <a:gd name="p0x13" fmla="*/ 0 w 8055"/>
              <a:gd name="p0y13" fmla="*/ 120 h 855"/>
              <a:gd name="p0x14" fmla="*/ 0 w 8055"/>
              <a:gd name="p0y14" fmla="*/ 53 h 855"/>
              <a:gd name="p0x15" fmla="*/ 53 w 8055"/>
              <a:gd name="p0y15" fmla="*/ 0 h 855"/>
              <a:gd name="p0x16" fmla="*/ 120 w 805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819150" y="5867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1009650" y="5757863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浅层对失真几乎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免疫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，误差在逐层传播中渐进衰减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6214745" y="1471295"/>
            <a:ext cx="5514975" cy="4924425"/>
          </a:xfrm>
          <a:custGeom>
            <a:avLst/>
            <a:gdLst>
              <a:gd name="sw" fmla="*/ 1 w 8685"/>
              <a:gd name="sh" fmla="*/ 1 h 7755"/>
              <a:gd name="mins" fmla="min sw sh"/>
              <a:gd name="dsw" fmla="+- 0 sw mins"/>
              <a:gd name="dsh" fmla="+- 0 sh mins"/>
              <a:gd name="p0x0" fmla="*/ 120 w 8685"/>
              <a:gd name="p0y0" fmla="*/ 0 h 7755"/>
              <a:gd name="p0x1" fmla="*/ 8565 w 8685"/>
              <a:gd name="p0y1" fmla="*/ 0 h 7755"/>
              <a:gd name="p0x2" fmla="*/ 8631 w 8685"/>
              <a:gd name="p0y2" fmla="*/ 0 h 7755"/>
              <a:gd name="p0x3" fmla="*/ 8685 w 8685"/>
              <a:gd name="p0y3" fmla="*/ 53 h 7755"/>
              <a:gd name="p0x4" fmla="*/ 8685 w 8685"/>
              <a:gd name="p0y4" fmla="*/ 120 h 7755"/>
              <a:gd name="p0x5" fmla="*/ 8685 w 8685"/>
              <a:gd name="p0y5" fmla="*/ 7635 h 7755"/>
              <a:gd name="p0x6" fmla="*/ 8685 w 8685"/>
              <a:gd name="p0y6" fmla="*/ 7701 h 7755"/>
              <a:gd name="p0x7" fmla="*/ 8631 w 8685"/>
              <a:gd name="p0y7" fmla="*/ 7755 h 7755"/>
              <a:gd name="p0x8" fmla="*/ 8565 w 8685"/>
              <a:gd name="p0y8" fmla="*/ 7755 h 7755"/>
              <a:gd name="p0x9" fmla="*/ 120 w 8685"/>
              <a:gd name="p0y9" fmla="*/ 7755 h 7755"/>
              <a:gd name="p0x10" fmla="*/ 53 w 8685"/>
              <a:gd name="p0y10" fmla="*/ 7755 h 7755"/>
              <a:gd name="p0x11" fmla="*/ 0 w 8685"/>
              <a:gd name="p0y11" fmla="*/ 7701 h 7755"/>
              <a:gd name="p0x12" fmla="*/ 0 w 8685"/>
              <a:gd name="p0y12" fmla="*/ 7635 h 7755"/>
              <a:gd name="p0x13" fmla="*/ 0 w 8685"/>
              <a:gd name="p0y13" fmla="*/ 120 h 7755"/>
              <a:gd name="p0x14" fmla="*/ 0 w 8685"/>
              <a:gd name="p0y14" fmla="*/ 53 h 7755"/>
              <a:gd name="p0x15" fmla="*/ 53 w 8685"/>
              <a:gd name="p0y15" fmla="*/ 0 h 7755"/>
              <a:gd name="p0x16" fmla="*/ 120 w 8685"/>
              <a:gd name="p0y16" fmla="*/ 0 h 77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414770" y="176657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6E9C">
              <a:alpha val="10196"/>
            </a:srgbClr>
          </a:solidFill>
          <a:ln w="9525" cmpd="sng">
            <a:solidFill>
              <a:srgbClr val="FF6E9C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96050" y="1847850"/>
            <a:ext cx="247650" cy="247650"/>
          </a:xfrm>
          <a:prstGeom prst="rect">
            <a:avLst/>
          </a:prstGeom>
          <a:noFill/>
        </p:spPr>
      </p:pic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6943725" y="1650683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残差网络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8112760" y="1752600"/>
            <a:ext cx="1146175" cy="238125"/>
          </a:xfrm>
          <a:custGeom>
            <a:avLst/>
            <a:gdLst>
              <a:gd name="sw" fmla="*/ 1 w 1805"/>
              <a:gd name="sh" fmla="*/ 1 h 375"/>
              <a:gd name="mins" fmla="min sw sh"/>
              <a:gd name="dsw" fmla="+- 0 sw mins"/>
              <a:gd name="dsh" fmla="+- 0 sh mins"/>
              <a:gd name="p0x0" fmla="*/ 60 w 1805"/>
              <a:gd name="p0y0" fmla="*/ 0 h 375"/>
              <a:gd name="p0x1" fmla="*/ 1745 w 1805"/>
              <a:gd name="p0y1" fmla="*/ 0 h 375"/>
              <a:gd name="p0x2" fmla="*/ 1778 w 1805"/>
              <a:gd name="p0y2" fmla="*/ 0 h 375"/>
              <a:gd name="p0x3" fmla="*/ 1805 w 1805"/>
              <a:gd name="p0y3" fmla="*/ 26 h 375"/>
              <a:gd name="p0x4" fmla="*/ 1805 w 1805"/>
              <a:gd name="p0y4" fmla="*/ 60 h 375"/>
              <a:gd name="p0x5" fmla="*/ 1805 w 1805"/>
              <a:gd name="p0y5" fmla="*/ 315 h 375"/>
              <a:gd name="p0x6" fmla="*/ 1805 w 1805"/>
              <a:gd name="p0y6" fmla="*/ 348 h 375"/>
              <a:gd name="p0x7" fmla="*/ 1778 w 1805"/>
              <a:gd name="p0y7" fmla="*/ 375 h 375"/>
              <a:gd name="p0x8" fmla="*/ 1745 w 1805"/>
              <a:gd name="p0y8" fmla="*/ 375 h 375"/>
              <a:gd name="p0x9" fmla="*/ 60 w 1805"/>
              <a:gd name="p0y9" fmla="*/ 375 h 375"/>
              <a:gd name="p0x10" fmla="*/ 26 w 1805"/>
              <a:gd name="p0y10" fmla="*/ 375 h 375"/>
              <a:gd name="p0x11" fmla="*/ 0 w 1805"/>
              <a:gd name="p0y11" fmla="*/ 348 h 375"/>
              <a:gd name="p0x12" fmla="*/ 0 w 1805"/>
              <a:gd name="p0y12" fmla="*/ 315 h 375"/>
              <a:gd name="p0x13" fmla="*/ 0 w 1805"/>
              <a:gd name="p0y13" fmla="*/ 60 h 375"/>
              <a:gd name="p0x14" fmla="*/ 0 w 1805"/>
              <a:gd name="p0y14" fmla="*/ 26 h 375"/>
              <a:gd name="p0x15" fmla="*/ 26 w 1805"/>
              <a:gd name="p0y15" fmla="*/ 0 h 375"/>
              <a:gd name="p0x16" fmla="*/ 60 w 1805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6E9C">
              <a:alpha val="12157"/>
            </a:srgbClr>
          </a:solidFill>
          <a:ln w="9525" cmpd="sng">
            <a:solidFill>
              <a:srgbClr val="FF6E9C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8212855" y="1767840"/>
            <a:ext cx="109887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 spc="42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全局侵蚀崩溃</a:t>
            </a:r>
            <a:endParaRPr sz="1200" b="1" spc="42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6943725" y="2076450"/>
            <a:ext cx="338390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</a:t>
            </a:r>
            <a:r>
              <a:rPr lang="zh-CN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：误差沿残差连接全层蔓延至崩溃</a:t>
            </a:r>
            <a:endParaRPr lang="zh-CN"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28"/>
            </p:custDataLst>
          </p:nvPr>
        </p:nvGraphicFramePr>
        <p:xfrm>
          <a:off x="6410325" y="2428875"/>
          <a:ext cx="512445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055"/>
                <a:gridCol w="3375869"/>
              </a:tblGrid>
              <a:tr h="361950"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层级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72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ResNet-18</a:t>
                      </a:r>
                      <a:endParaRPr sz="1200" b="1" spc="72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layer1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0.87</a:t>
                      </a:r>
                      <a:endParaRPr sz="180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538162">
                <a:tc>
                  <a:txBody>
                    <a:bodyPr wrap="square"/>
                    <a:p>
                      <a:pPr algn="ctr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fc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8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0.13</a:t>
                      </a:r>
                      <a:r>
                        <a:rPr sz="1200" b="0">
                          <a:solidFill>
                            <a:schemeClr val="tx2">
                              <a:lumMod val="2212"/>
                              <a:lumOff val="97788"/>
                              <a:alpha val="47843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（特征近乎正交）</a:t>
                      </a:r>
                      <a:endParaRPr sz="1200" b="0">
                        <a:solidFill>
                          <a:schemeClr val="tx2">
                            <a:lumMod val="2212"/>
                            <a:lumOff val="97788"/>
                            <a:alpha val="47843"/>
                          </a:scheme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6414770" y="4033520"/>
            <a:ext cx="5114925" cy="847725"/>
          </a:xfrm>
          <a:custGeom>
            <a:avLst/>
            <a:gdLst>
              <a:gd name="sw" fmla="*/ 1 w 8055"/>
              <a:gd name="sh" fmla="*/ 1 h 1335"/>
              <a:gd name="mins" fmla="min sw sh"/>
              <a:gd name="dsw" fmla="+- 0 sw mins"/>
              <a:gd name="dsh" fmla="+- 0 sh mins"/>
              <a:gd name="p0x0" fmla="*/ 120 w 8055"/>
              <a:gd name="p0y0" fmla="*/ 0 h 1335"/>
              <a:gd name="p0x1" fmla="*/ 7935 w 8055"/>
              <a:gd name="p0y1" fmla="*/ 0 h 1335"/>
              <a:gd name="p0x2" fmla="*/ 8001 w 8055"/>
              <a:gd name="p0y2" fmla="*/ 0 h 1335"/>
              <a:gd name="p0x3" fmla="*/ 8055 w 8055"/>
              <a:gd name="p0y3" fmla="*/ 53 h 1335"/>
              <a:gd name="p0x4" fmla="*/ 8055 w 8055"/>
              <a:gd name="p0y4" fmla="*/ 120 h 1335"/>
              <a:gd name="p0x5" fmla="*/ 8055 w 8055"/>
              <a:gd name="p0y5" fmla="*/ 1215 h 1335"/>
              <a:gd name="p0x6" fmla="*/ 8055 w 8055"/>
              <a:gd name="p0y6" fmla="*/ 1281 h 1335"/>
              <a:gd name="p0x7" fmla="*/ 8001 w 8055"/>
              <a:gd name="p0y7" fmla="*/ 1335 h 1335"/>
              <a:gd name="p0x8" fmla="*/ 7935 w 8055"/>
              <a:gd name="p0y8" fmla="*/ 1335 h 1335"/>
              <a:gd name="p0x9" fmla="*/ 120 w 8055"/>
              <a:gd name="p0y9" fmla="*/ 1335 h 1335"/>
              <a:gd name="p0x10" fmla="*/ 53 w 8055"/>
              <a:gd name="p0y10" fmla="*/ 1335 h 1335"/>
              <a:gd name="p0x11" fmla="*/ 0 w 8055"/>
              <a:gd name="p0y11" fmla="*/ 1281 h 1335"/>
              <a:gd name="p0x12" fmla="*/ 0 w 8055"/>
              <a:gd name="p0y12" fmla="*/ 1215 h 1335"/>
              <a:gd name="p0x13" fmla="*/ 0 w 8055"/>
              <a:gd name="p0y13" fmla="*/ 120 h 1335"/>
              <a:gd name="p0x14" fmla="*/ 0 w 8055"/>
              <a:gd name="p0y14" fmla="*/ 53 h 1335"/>
              <a:gd name="p0x15" fmla="*/ 53 w 8055"/>
              <a:gd name="p0y15" fmla="*/ 0 h 1335"/>
              <a:gd name="p0x16" fmla="*/ 120 w 805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6E9C">
              <a:alpha val="5098"/>
            </a:srgbClr>
          </a:solidFill>
          <a:ln w="9525" cmpd="sng">
            <a:solidFill>
              <a:srgbClr val="FF6E9C">
                <a:alpha val="2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6572250" y="42481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79798"/>
          </a:solidFill>
          <a:ln>
            <a:noFill/>
          </a:ln>
          <a:effectLst>
            <a:outerShdw blurRad="114300" algn="ctr" rotWithShape="0">
              <a:srgbClr val="FF6E9C">
                <a:alpha val="5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6762750" y="4138613"/>
            <a:ext cx="4610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残差连接将失真信号直接传递，与主分支失真叠加，</a:t>
            </a:r>
            <a:r>
              <a:rPr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指数级放大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误差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6414770" y="5005070"/>
            <a:ext cx="5114925" cy="847725"/>
          </a:xfrm>
          <a:custGeom>
            <a:avLst/>
            <a:gdLst>
              <a:gd name="sw" fmla="*/ 1 w 8055"/>
              <a:gd name="sh" fmla="*/ 1 h 1335"/>
              <a:gd name="mins" fmla="min sw sh"/>
              <a:gd name="dsw" fmla="+- 0 sw mins"/>
              <a:gd name="dsh" fmla="+- 0 sh mins"/>
              <a:gd name="p0x0" fmla="*/ 120 w 8055"/>
              <a:gd name="p0y0" fmla="*/ 0 h 1335"/>
              <a:gd name="p0x1" fmla="*/ 7935 w 8055"/>
              <a:gd name="p0y1" fmla="*/ 0 h 1335"/>
              <a:gd name="p0x2" fmla="*/ 8001 w 8055"/>
              <a:gd name="p0y2" fmla="*/ 0 h 1335"/>
              <a:gd name="p0x3" fmla="*/ 8055 w 8055"/>
              <a:gd name="p0y3" fmla="*/ 53 h 1335"/>
              <a:gd name="p0x4" fmla="*/ 8055 w 8055"/>
              <a:gd name="p0y4" fmla="*/ 120 h 1335"/>
              <a:gd name="p0x5" fmla="*/ 8055 w 8055"/>
              <a:gd name="p0y5" fmla="*/ 1215 h 1335"/>
              <a:gd name="p0x6" fmla="*/ 8055 w 8055"/>
              <a:gd name="p0y6" fmla="*/ 1281 h 1335"/>
              <a:gd name="p0x7" fmla="*/ 8001 w 8055"/>
              <a:gd name="p0y7" fmla="*/ 1335 h 1335"/>
              <a:gd name="p0x8" fmla="*/ 7935 w 8055"/>
              <a:gd name="p0y8" fmla="*/ 1335 h 1335"/>
              <a:gd name="p0x9" fmla="*/ 120 w 8055"/>
              <a:gd name="p0y9" fmla="*/ 1335 h 1335"/>
              <a:gd name="p0x10" fmla="*/ 53 w 8055"/>
              <a:gd name="p0y10" fmla="*/ 1335 h 1335"/>
              <a:gd name="p0x11" fmla="*/ 0 w 8055"/>
              <a:gd name="p0y11" fmla="*/ 1281 h 1335"/>
              <a:gd name="p0x12" fmla="*/ 0 w 8055"/>
              <a:gd name="p0y12" fmla="*/ 1215 h 1335"/>
              <a:gd name="p0x13" fmla="*/ 0 w 8055"/>
              <a:gd name="p0y13" fmla="*/ 120 h 1335"/>
              <a:gd name="p0x14" fmla="*/ 0 w 8055"/>
              <a:gd name="p0y14" fmla="*/ 53 h 1335"/>
              <a:gd name="p0x15" fmla="*/ 53 w 8055"/>
              <a:gd name="p0y15" fmla="*/ 0 h 1335"/>
              <a:gd name="p0x16" fmla="*/ 120 w 805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098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3"/>
            </p:custDataLst>
          </p:nvPr>
        </p:nvSpPr>
        <p:spPr>
          <a:xfrm>
            <a:off x="6572250" y="52197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6762750" y="5110163"/>
            <a:ext cx="4572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过参数化表达优势被结构性误差放大效应吞噬；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架构类型比参数量更关键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09600" y="433388"/>
            <a:ext cx="631016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Scratch vs Finetune</a:t>
            </a:r>
            <a:endParaRPr lang="en-US" altLang="zh-CN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0859843" y="595313"/>
            <a:ext cx="10273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α=+0.3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7"/>
            </p:custDataLst>
          </p:nvPr>
        </p:nvSpPr>
        <p:spPr>
          <a:xfrm>
            <a:off x="461645" y="1052195"/>
            <a:ext cx="5553075" cy="790575"/>
          </a:xfrm>
          <a:custGeom>
            <a:avLst/>
            <a:gdLst>
              <a:gd name="sw" fmla="*/ 1 w 8745"/>
              <a:gd name="sh" fmla="*/ 1 h 1245"/>
              <a:gd name="mins" fmla="min sw sh"/>
              <a:gd name="dsw" fmla="+- 0 sw mins"/>
              <a:gd name="dsh" fmla="+- 0 sh mins"/>
              <a:gd name="p0x0" fmla="*/ 180 w 8745"/>
              <a:gd name="p0y0" fmla="*/ 0 h 1245"/>
              <a:gd name="p0x1" fmla="*/ 8565 w 8745"/>
              <a:gd name="p0y1" fmla="*/ 0 h 1245"/>
              <a:gd name="p0x2" fmla="*/ 8664 w 8745"/>
              <a:gd name="p0y2" fmla="*/ 0 h 1245"/>
              <a:gd name="p0x3" fmla="*/ 8745 w 8745"/>
              <a:gd name="p0y3" fmla="*/ 80 h 1245"/>
              <a:gd name="p0x4" fmla="*/ 8745 w 8745"/>
              <a:gd name="p0y4" fmla="*/ 180 h 1245"/>
              <a:gd name="p0x5" fmla="*/ 8745 w 8745"/>
              <a:gd name="p0y5" fmla="*/ 1065 h 1245"/>
              <a:gd name="p0x6" fmla="*/ 8745 w 8745"/>
              <a:gd name="p0y6" fmla="*/ 1164 h 1245"/>
              <a:gd name="p0x7" fmla="*/ 8664 w 8745"/>
              <a:gd name="p0y7" fmla="*/ 1245 h 1245"/>
              <a:gd name="p0x8" fmla="*/ 8565 w 8745"/>
              <a:gd name="p0y8" fmla="*/ 1245 h 1245"/>
              <a:gd name="p0x9" fmla="*/ 180 w 8745"/>
              <a:gd name="p0y9" fmla="*/ 1245 h 1245"/>
              <a:gd name="p0x10" fmla="*/ 80 w 8745"/>
              <a:gd name="p0y10" fmla="*/ 1245 h 1245"/>
              <a:gd name="p0x11" fmla="*/ 0 w 8745"/>
              <a:gd name="p0y11" fmla="*/ 1164 h 1245"/>
              <a:gd name="p0x12" fmla="*/ 0 w 8745"/>
              <a:gd name="p0y12" fmla="*/ 1065 h 1245"/>
              <a:gd name="p0x13" fmla="*/ 0 w 8745"/>
              <a:gd name="p0y13" fmla="*/ 180 h 1245"/>
              <a:gd name="p0x14" fmla="*/ 0 w 8745"/>
              <a:gd name="p0y14" fmla="*/ 80 h 1245"/>
              <a:gd name="p0x15" fmla="*/ 80 w 8745"/>
              <a:gd name="p0y15" fmla="*/ 0 h 1245"/>
              <a:gd name="p0x16" fmla="*/ 180 w 874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chemeClr val="accent1">
                  <a:alpha val="14118"/>
                </a:scheme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657225" y="1309370"/>
            <a:ext cx="1309370" cy="276225"/>
          </a:xfrm>
          <a:custGeom>
            <a:avLst/>
            <a:gdLst>
              <a:gd name="sw" fmla="*/ 1 w 2062"/>
              <a:gd name="sh" fmla="*/ 1 h 435"/>
              <a:gd name="mins" fmla="min sw sh"/>
              <a:gd name="dsw" fmla="+- 0 sw mins"/>
              <a:gd name="dsh" fmla="+- 0 sh mins"/>
              <a:gd name="p0x0" fmla="*/ 217 w 2062"/>
              <a:gd name="p0y0" fmla="*/ 0 h 435"/>
              <a:gd name="p0x1" fmla="*/ 1844 w 2062"/>
              <a:gd name="p0y1" fmla="*/ 0 h 435"/>
              <a:gd name="p0x2" fmla="*/ 1965 w 2062"/>
              <a:gd name="p0y2" fmla="*/ 0 h 435"/>
              <a:gd name="p0x3" fmla="*/ 2062 w 2062"/>
              <a:gd name="p0y3" fmla="*/ 97 h 435"/>
              <a:gd name="p0x4" fmla="*/ 2062 w 2062"/>
              <a:gd name="p0y4" fmla="*/ 217 h 435"/>
              <a:gd name="p0x5" fmla="*/ 2062 w 2062"/>
              <a:gd name="p0y5" fmla="*/ 337 h 435"/>
              <a:gd name="p0x6" fmla="*/ 1965 w 2062"/>
              <a:gd name="p0y6" fmla="*/ 435 h 435"/>
              <a:gd name="p0x7" fmla="*/ 1844 w 2062"/>
              <a:gd name="p0y7" fmla="*/ 435 h 435"/>
              <a:gd name="p0x8" fmla="*/ 217 w 2062"/>
              <a:gd name="p0y8" fmla="*/ 435 h 435"/>
              <a:gd name="p0x9" fmla="*/ 97 w 2062"/>
              <a:gd name="p0y9" fmla="*/ 435 h 435"/>
              <a:gd name="p0x10" fmla="*/ 0 w 2062"/>
              <a:gd name="p0y10" fmla="*/ 337 h 435"/>
              <a:gd name="p0x11" fmla="*/ 0 w 2062"/>
              <a:gd name="p0y11" fmla="*/ 217 h 435"/>
              <a:gd name="p0x12" fmla="*/ 0 w 2062"/>
              <a:gd name="p0y12" fmla="*/ 97 h 435"/>
              <a:gd name="p0x13" fmla="*/ 97 w 2062"/>
              <a:gd name="p0y13" fmla="*/ 0 h 435"/>
              <a:gd name="p0x14" fmla="*/ 217 w 2062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09625" y="1347788"/>
            <a:ext cx="115721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</a:t>
            </a:r>
            <a:r>
              <a:rPr lang="en-US" altLang="zh-CN"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Scratch</a:t>
            </a:r>
            <a:endParaRPr lang="en-US" altLang="zh-CN"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2119236" y="1195388"/>
            <a:ext cx="3663772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纯前馈网络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+9.15%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+8.04%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6176645" y="1052195"/>
            <a:ext cx="5553075" cy="790575"/>
          </a:xfrm>
          <a:custGeom>
            <a:avLst/>
            <a:gdLst>
              <a:gd name="sw" fmla="*/ 1 w 8745"/>
              <a:gd name="sh" fmla="*/ 1 h 1245"/>
              <a:gd name="mins" fmla="min sw sh"/>
              <a:gd name="dsw" fmla="+- 0 sw mins"/>
              <a:gd name="dsh" fmla="+- 0 sh mins"/>
              <a:gd name="p0x0" fmla="*/ 180 w 8745"/>
              <a:gd name="p0y0" fmla="*/ 0 h 1245"/>
              <a:gd name="p0x1" fmla="*/ 8565 w 8745"/>
              <a:gd name="p0y1" fmla="*/ 0 h 1245"/>
              <a:gd name="p0x2" fmla="*/ 8664 w 8745"/>
              <a:gd name="p0y2" fmla="*/ 0 h 1245"/>
              <a:gd name="p0x3" fmla="*/ 8745 w 8745"/>
              <a:gd name="p0y3" fmla="*/ 80 h 1245"/>
              <a:gd name="p0x4" fmla="*/ 8745 w 8745"/>
              <a:gd name="p0y4" fmla="*/ 180 h 1245"/>
              <a:gd name="p0x5" fmla="*/ 8745 w 8745"/>
              <a:gd name="p0y5" fmla="*/ 1065 h 1245"/>
              <a:gd name="p0x6" fmla="*/ 8745 w 8745"/>
              <a:gd name="p0y6" fmla="*/ 1164 h 1245"/>
              <a:gd name="p0x7" fmla="*/ 8664 w 8745"/>
              <a:gd name="p0y7" fmla="*/ 1245 h 1245"/>
              <a:gd name="p0x8" fmla="*/ 8565 w 8745"/>
              <a:gd name="p0y8" fmla="*/ 1245 h 1245"/>
              <a:gd name="p0x9" fmla="*/ 180 w 8745"/>
              <a:gd name="p0y9" fmla="*/ 1245 h 1245"/>
              <a:gd name="p0x10" fmla="*/ 80 w 8745"/>
              <a:gd name="p0y10" fmla="*/ 1245 h 1245"/>
              <a:gd name="p0x11" fmla="*/ 0 w 8745"/>
              <a:gd name="p0y11" fmla="*/ 1164 h 1245"/>
              <a:gd name="p0x12" fmla="*/ 0 w 8745"/>
              <a:gd name="p0y12" fmla="*/ 1065 h 1245"/>
              <a:gd name="p0x13" fmla="*/ 0 w 8745"/>
              <a:gd name="p0y13" fmla="*/ 180 h 1245"/>
              <a:gd name="p0x14" fmla="*/ 0 w 8745"/>
              <a:gd name="p0y14" fmla="*/ 80 h 1245"/>
              <a:gd name="p0x15" fmla="*/ 80 w 8745"/>
              <a:gd name="p0y15" fmla="*/ 0 h 1245"/>
              <a:gd name="p0x16" fmla="*/ 180 w 874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chemeClr val="accent3">
                  <a:alpha val="14118"/>
                </a:scheme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6372225" y="1309370"/>
            <a:ext cx="1391285" cy="276225"/>
          </a:xfrm>
          <a:custGeom>
            <a:avLst/>
            <a:gdLst>
              <a:gd name="sw" fmla="*/ 1 w 2191"/>
              <a:gd name="sh" fmla="*/ 1 h 435"/>
              <a:gd name="mins" fmla="min sw sh"/>
              <a:gd name="dsw" fmla="+- 0 sw mins"/>
              <a:gd name="dsh" fmla="+- 0 sh mins"/>
              <a:gd name="p0x0" fmla="*/ 217 w 2191"/>
              <a:gd name="p0y0" fmla="*/ 0 h 435"/>
              <a:gd name="p0x1" fmla="*/ 1974 w 2191"/>
              <a:gd name="p0y1" fmla="*/ 0 h 435"/>
              <a:gd name="p0x2" fmla="*/ 2094 w 2191"/>
              <a:gd name="p0y2" fmla="*/ 0 h 435"/>
              <a:gd name="p0x3" fmla="*/ 2191 w 2191"/>
              <a:gd name="p0y3" fmla="*/ 97 h 435"/>
              <a:gd name="p0x4" fmla="*/ 2191 w 2191"/>
              <a:gd name="p0y4" fmla="*/ 217 h 435"/>
              <a:gd name="p0x5" fmla="*/ 2191 w 2191"/>
              <a:gd name="p0y5" fmla="*/ 337 h 435"/>
              <a:gd name="p0x6" fmla="*/ 2094 w 2191"/>
              <a:gd name="p0y6" fmla="*/ 435 h 435"/>
              <a:gd name="p0x7" fmla="*/ 1974 w 2191"/>
              <a:gd name="p0y7" fmla="*/ 435 h 435"/>
              <a:gd name="p0x8" fmla="*/ 217 w 2191"/>
              <a:gd name="p0y8" fmla="*/ 435 h 435"/>
              <a:gd name="p0x9" fmla="*/ 97 w 2191"/>
              <a:gd name="p0y9" fmla="*/ 435 h 435"/>
              <a:gd name="p0x10" fmla="*/ 0 w 2191"/>
              <a:gd name="p0y10" fmla="*/ 337 h 435"/>
              <a:gd name="p0x11" fmla="*/ 0 w 2191"/>
              <a:gd name="p0y11" fmla="*/ 217 h 435"/>
              <a:gd name="p0x12" fmla="*/ 0 w 2191"/>
              <a:gd name="p0y12" fmla="*/ 97 h 435"/>
              <a:gd name="p0x13" fmla="*/ 97 w 2191"/>
              <a:gd name="p0y13" fmla="*/ 0 h 435"/>
              <a:gd name="p0x14" fmla="*/ 217 w 2191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524625" y="1347788"/>
            <a:ext cx="12395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改用</a:t>
            </a:r>
            <a:r>
              <a:rPr lang="en-US" altLang="zh-CN"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Finetune</a:t>
            </a:r>
            <a:endParaRPr lang="en-US" altLang="zh-CN"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7916542" y="1314450"/>
            <a:ext cx="3429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残差网络极限失真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：保留干净特征基线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461645" y="2004695"/>
            <a:ext cx="6012815" cy="3514725"/>
          </a:xfrm>
          <a:custGeom>
            <a:avLst/>
            <a:gdLst>
              <a:gd name="sw" fmla="*/ 1 w 9469"/>
              <a:gd name="sh" fmla="*/ 1 h 5535"/>
              <a:gd name="mins" fmla="min sw sh"/>
              <a:gd name="dsw" fmla="+- 0 sw mins"/>
              <a:gd name="dsh" fmla="+- 0 sh mins"/>
              <a:gd name="p0x0" fmla="*/ 180 w 9469"/>
              <a:gd name="p0y0" fmla="*/ 0 h 5535"/>
              <a:gd name="p0x1" fmla="*/ 9289 w 9469"/>
              <a:gd name="p0y1" fmla="*/ 0 h 5535"/>
              <a:gd name="p0x2" fmla="*/ 9388 w 9469"/>
              <a:gd name="p0y2" fmla="*/ 0 h 5535"/>
              <a:gd name="p0x3" fmla="*/ 9469 w 9469"/>
              <a:gd name="p0y3" fmla="*/ 80 h 5535"/>
              <a:gd name="p0x4" fmla="*/ 9469 w 9469"/>
              <a:gd name="p0y4" fmla="*/ 180 h 5535"/>
              <a:gd name="p0x5" fmla="*/ 9469 w 9469"/>
              <a:gd name="p0y5" fmla="*/ 5355 h 5535"/>
              <a:gd name="p0x6" fmla="*/ 9469 w 9469"/>
              <a:gd name="p0y6" fmla="*/ 5454 h 5535"/>
              <a:gd name="p0x7" fmla="*/ 9388 w 9469"/>
              <a:gd name="p0y7" fmla="*/ 5535 h 5535"/>
              <a:gd name="p0x8" fmla="*/ 9289 w 9469"/>
              <a:gd name="p0y8" fmla="*/ 5535 h 5535"/>
              <a:gd name="p0x9" fmla="*/ 180 w 9469"/>
              <a:gd name="p0y9" fmla="*/ 5535 h 5535"/>
              <a:gd name="p0x10" fmla="*/ 80 w 9469"/>
              <a:gd name="p0y10" fmla="*/ 5535 h 5535"/>
              <a:gd name="p0x11" fmla="*/ 0 w 9469"/>
              <a:gd name="p0y11" fmla="*/ 5454 h 5535"/>
              <a:gd name="p0x12" fmla="*/ 0 w 9469"/>
              <a:gd name="p0y12" fmla="*/ 5355 h 5535"/>
              <a:gd name="p0x13" fmla="*/ 0 w 9469"/>
              <a:gd name="p0y13" fmla="*/ 180 h 5535"/>
              <a:gd name="p0x14" fmla="*/ 0 w 9469"/>
              <a:gd name="p0y14" fmla="*/ 80 h 5535"/>
              <a:gd name="p0x15" fmla="*/ 80 w 9469"/>
              <a:gd name="p0y15" fmla="*/ 0 h 5535"/>
              <a:gd name="p0x16" fmla="*/ 180 w 9469"/>
              <a:gd name="p0y16" fmla="*/ 0 h 55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6" name="表格 15"/>
          <p:cNvGraphicFramePr/>
          <p:nvPr>
            <p:custDataLst>
              <p:tags r:id="rId16"/>
            </p:custDataLst>
          </p:nvPr>
        </p:nvGraphicFramePr>
        <p:xfrm>
          <a:off x="466725" y="2009775"/>
          <a:ext cx="6003575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078"/>
                <a:gridCol w="929282"/>
                <a:gridCol w="929282"/>
                <a:gridCol w="972369"/>
                <a:gridCol w="929282"/>
                <a:gridCol w="929282"/>
              </a:tblGrid>
              <a:tr h="1471907">
                <a:tc>
                  <a:txBody>
                    <a:bodyPr wrap="square"/>
                    <a:p>
                      <a:pPr algn="l"/>
                      <a:r>
                        <a:rPr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lang="zh-CN" altLang="en-US"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</a:t>
                      </a:r>
                      <a:r>
                        <a:rPr lang="en-US" altLang="zh-CN"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α=+0.3</a:t>
                      </a:r>
                      <a:endParaRPr lang="en-US" altLang="zh-CN"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NAT-Scratch</a:t>
                      </a:r>
                      <a:endParaRPr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</a:t>
                      </a:r>
                      <a:endParaRPr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NAT-Finetune</a:t>
                      </a:r>
                      <a:endParaRPr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200" b="1" spc="24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</a:t>
                      </a:r>
                      <a:endParaRPr sz="1200" b="1" spc="24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solidFill>
                      <a:srgbClr val="FFFFFF">
                        <a:alpha val="12157"/>
                      </a:srgbClr>
                    </a:solidFill>
                  </a:tcPr>
                </a:tc>
              </a:tr>
              <a:tr h="68602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SimpleCNN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55.08%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64.23%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+9.15%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56.08%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+1.00%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68602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36.70%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44.74%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+8.04%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39.96%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+3.26%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661243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ResNet-18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524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17.08%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15.64%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−1.44%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19.89%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ctr"/>
                      <a:r>
                        <a:rPr sz="1500" b="1">
                          <a:solidFill>
                            <a:srgbClr val="C57221"/>
                          </a:solidFill>
                          <a:effectLst>
                            <a:outerShdw blurRad="228600" algn="ctr" rotWithShape="0">
                              <a:srgbClr val="FFD740">
                                <a:alpha val="34902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</a:rPr>
                        <a:t>+2.81%</a:t>
                      </a:r>
                      <a:endParaRPr sz="1500" b="1">
                        <a:solidFill>
                          <a:srgbClr val="C57221"/>
                        </a:solidFill>
                        <a:effectLst>
                          <a:outerShdw blurRad="228600" algn="ctr" rotWithShape="0">
                            <a:srgbClr val="FFD740">
                              <a:alpha val="34902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0" marB="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6391275" y="2004695"/>
            <a:ext cx="5338445" cy="3514725"/>
          </a:xfrm>
          <a:custGeom>
            <a:avLst/>
            <a:gdLst>
              <a:gd name="sw" fmla="*/ 1 w 8406"/>
              <a:gd name="sh" fmla="*/ 1 h 5535"/>
              <a:gd name="mins" fmla="min sw sh"/>
              <a:gd name="dsw" fmla="+- 0 sw mins"/>
              <a:gd name="dsh" fmla="+- 0 sh mins"/>
              <a:gd name="p0x0" fmla="*/ 180 w 8406"/>
              <a:gd name="p0y0" fmla="*/ 0 h 5535"/>
              <a:gd name="p0x1" fmla="*/ 8226 w 8406"/>
              <a:gd name="p0y1" fmla="*/ 0 h 5535"/>
              <a:gd name="p0x2" fmla="*/ 8326 w 8406"/>
              <a:gd name="p0y2" fmla="*/ 0 h 5535"/>
              <a:gd name="p0x3" fmla="*/ 8406 w 8406"/>
              <a:gd name="p0y3" fmla="*/ 80 h 5535"/>
              <a:gd name="p0x4" fmla="*/ 8406 w 8406"/>
              <a:gd name="p0y4" fmla="*/ 180 h 5535"/>
              <a:gd name="p0x5" fmla="*/ 8406 w 8406"/>
              <a:gd name="p0y5" fmla="*/ 5355 h 5535"/>
              <a:gd name="p0x6" fmla="*/ 8406 w 8406"/>
              <a:gd name="p0y6" fmla="*/ 5454 h 5535"/>
              <a:gd name="p0x7" fmla="*/ 8326 w 8406"/>
              <a:gd name="p0y7" fmla="*/ 5535 h 5535"/>
              <a:gd name="p0x8" fmla="*/ 8226 w 8406"/>
              <a:gd name="p0y8" fmla="*/ 5535 h 5535"/>
              <a:gd name="p0x9" fmla="*/ 180 w 8406"/>
              <a:gd name="p0y9" fmla="*/ 5535 h 5535"/>
              <a:gd name="p0x10" fmla="*/ 80 w 8406"/>
              <a:gd name="p0y10" fmla="*/ 5535 h 5535"/>
              <a:gd name="p0x11" fmla="*/ 0 w 8406"/>
              <a:gd name="p0y11" fmla="*/ 5454 h 5535"/>
              <a:gd name="p0x12" fmla="*/ 0 w 8406"/>
              <a:gd name="p0y12" fmla="*/ 5355 h 5535"/>
              <a:gd name="p0x13" fmla="*/ 0 w 8406"/>
              <a:gd name="p0y13" fmla="*/ 180 h 5535"/>
              <a:gd name="p0x14" fmla="*/ 0 w 8406"/>
              <a:gd name="p0y14" fmla="*/ 80 h 5535"/>
              <a:gd name="p0x15" fmla="*/ 80 w 8406"/>
              <a:gd name="p0y15" fmla="*/ 0 h 5535"/>
              <a:gd name="p0x16" fmla="*/ 180 w 8406"/>
              <a:gd name="p0y16" fmla="*/ 0 h 55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6548961" y="2162175"/>
            <a:ext cx="5023914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相对基线提升幅度（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461645" y="5681345"/>
            <a:ext cx="11268075" cy="714375"/>
          </a:xfrm>
          <a:custGeom>
            <a:avLst/>
            <a:gdLst>
              <a:gd name="sw" fmla="*/ 1 w 17745"/>
              <a:gd name="sh" fmla="*/ 1 h 1125"/>
              <a:gd name="mins" fmla="min sw sh"/>
              <a:gd name="dsw" fmla="+- 0 sw mins"/>
              <a:gd name="dsh" fmla="+- 0 sh mins"/>
              <a:gd name="p0x0" fmla="*/ 180 w 17745"/>
              <a:gd name="p0y0" fmla="*/ 0 h 1125"/>
              <a:gd name="p0x1" fmla="*/ 17565 w 17745"/>
              <a:gd name="p0y1" fmla="*/ 0 h 1125"/>
              <a:gd name="p0x2" fmla="*/ 17664 w 17745"/>
              <a:gd name="p0y2" fmla="*/ 0 h 1125"/>
              <a:gd name="p0x3" fmla="*/ 17745 w 17745"/>
              <a:gd name="p0y3" fmla="*/ 80 h 1125"/>
              <a:gd name="p0x4" fmla="*/ 17745 w 17745"/>
              <a:gd name="p0y4" fmla="*/ 180 h 1125"/>
              <a:gd name="p0x5" fmla="*/ 17745 w 17745"/>
              <a:gd name="p0y5" fmla="*/ 945 h 1125"/>
              <a:gd name="p0x6" fmla="*/ 17745 w 17745"/>
              <a:gd name="p0y6" fmla="*/ 1044 h 1125"/>
              <a:gd name="p0x7" fmla="*/ 17664 w 17745"/>
              <a:gd name="p0y7" fmla="*/ 1125 h 1125"/>
              <a:gd name="p0x8" fmla="*/ 17565 w 17745"/>
              <a:gd name="p0y8" fmla="*/ 1125 h 1125"/>
              <a:gd name="p0x9" fmla="*/ 180 w 17745"/>
              <a:gd name="p0y9" fmla="*/ 1125 h 1125"/>
              <a:gd name="p0x10" fmla="*/ 80 w 17745"/>
              <a:gd name="p0y10" fmla="*/ 1125 h 1125"/>
              <a:gd name="p0x11" fmla="*/ 0 w 17745"/>
              <a:gd name="p0y11" fmla="*/ 1044 h 1125"/>
              <a:gd name="p0x12" fmla="*/ 0 w 17745"/>
              <a:gd name="p0y12" fmla="*/ 945 h 1125"/>
              <a:gd name="p0x13" fmla="*/ 0 w 17745"/>
              <a:gd name="p0y13" fmla="*/ 180 h 1125"/>
              <a:gd name="p0x14" fmla="*/ 0 w 17745"/>
              <a:gd name="p0y14" fmla="*/ 80 h 1125"/>
              <a:gd name="p0x15" fmla="*/ 80 w 17745"/>
              <a:gd name="p0y15" fmla="*/ 0 h 1125"/>
              <a:gd name="p0x16" fmla="*/ 180 w 17745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0"/>
          </a:gradFill>
          <a:ln w="9525" cmpd="sng">
            <a:solidFill>
              <a:schemeClr val="accent1"/>
            </a:solidFill>
            <a:prstDash val="solid"/>
          </a:ln>
          <a:effectLst>
            <a:outerShdw blurRad="285750" algn="ctr" rotWithShape="0">
              <a:schemeClr val="accent1">
                <a:alpha val="1411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657225" y="58674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754856" y="5898356"/>
            <a:ext cx="357188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⚡</a:t>
            </a:r>
            <a:endParaRPr sz="1650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1152525" y="5888831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反常反超</a:t>
            </a:r>
            <a:endParaRPr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2295601" y="5786438"/>
            <a:ext cx="921097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Finetune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19.89%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）优于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Scratch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15.64%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低学习率限制权重更新幅度，残差恒等路径提供</a:t>
            </a:r>
            <a:r>
              <a:rPr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信息安全通道</a:t>
            </a:r>
            <a:endParaRPr sz="1500" b="1">
              <a:solidFill>
                <a:srgbClr val="FFF2B3"/>
              </a:solidFill>
              <a:effectLst>
                <a:outerShdw blurRad="285750" algn="ctr" rotWithShape="0">
                  <a:srgbClr val="00BFFF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图表 19"/>
          <p:cNvGraphicFramePr/>
          <p:nvPr/>
        </p:nvGraphicFramePr>
        <p:xfrm>
          <a:off x="6548755" y="2538095"/>
          <a:ext cx="5019675" cy="2828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  <a:effectLst>
            <a:outerShdw blurRad="17145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096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消融实验与最优方案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6"/>
            </p:custDataLst>
          </p:nvPr>
        </p:nvSpPr>
        <p:spPr>
          <a:xfrm>
            <a:off x="461645" y="2290445"/>
            <a:ext cx="5534025" cy="4105275"/>
          </a:xfrm>
          <a:custGeom>
            <a:avLst/>
            <a:gdLst>
              <a:gd name="sw" fmla="*/ 1 w 8715"/>
              <a:gd name="sh" fmla="*/ 1 h 6465"/>
              <a:gd name="mins" fmla="min sw sh"/>
              <a:gd name="dsw" fmla="+- 0 sw mins"/>
              <a:gd name="dsh" fmla="+- 0 sh mins"/>
              <a:gd name="p0x0" fmla="*/ 180 w 8715"/>
              <a:gd name="p0y0" fmla="*/ 0 h 6465"/>
              <a:gd name="p0x1" fmla="*/ 8535 w 8715"/>
              <a:gd name="p0y1" fmla="*/ 0 h 6465"/>
              <a:gd name="p0x2" fmla="*/ 8634 w 8715"/>
              <a:gd name="p0y2" fmla="*/ 0 h 6465"/>
              <a:gd name="p0x3" fmla="*/ 8715 w 8715"/>
              <a:gd name="p0y3" fmla="*/ 80 h 6465"/>
              <a:gd name="p0x4" fmla="*/ 8715 w 8715"/>
              <a:gd name="p0y4" fmla="*/ 180 h 6465"/>
              <a:gd name="p0x5" fmla="*/ 8715 w 8715"/>
              <a:gd name="p0y5" fmla="*/ 6285 h 6465"/>
              <a:gd name="p0x6" fmla="*/ 8715 w 8715"/>
              <a:gd name="p0y6" fmla="*/ 6384 h 6465"/>
              <a:gd name="p0x7" fmla="*/ 8634 w 8715"/>
              <a:gd name="p0y7" fmla="*/ 6465 h 6465"/>
              <a:gd name="p0x8" fmla="*/ 8535 w 8715"/>
              <a:gd name="p0y8" fmla="*/ 6465 h 6465"/>
              <a:gd name="p0x9" fmla="*/ 180 w 8715"/>
              <a:gd name="p0y9" fmla="*/ 6465 h 6465"/>
              <a:gd name="p0x10" fmla="*/ 80 w 8715"/>
              <a:gd name="p0y10" fmla="*/ 6465 h 6465"/>
              <a:gd name="p0x11" fmla="*/ 0 w 8715"/>
              <a:gd name="p0y11" fmla="*/ 6384 h 6465"/>
              <a:gd name="p0x12" fmla="*/ 0 w 8715"/>
              <a:gd name="p0y12" fmla="*/ 6285 h 6465"/>
              <a:gd name="p0x13" fmla="*/ 0 w 8715"/>
              <a:gd name="p0y13" fmla="*/ 180 h 6465"/>
              <a:gd name="p0x14" fmla="*/ 0 w 8715"/>
              <a:gd name="p0y14" fmla="*/ 80 h 6465"/>
              <a:gd name="p0x15" fmla="*/ 80 w 8715"/>
              <a:gd name="p0y15" fmla="*/ 0 h 6465"/>
              <a:gd name="p0x16" fmla="*/ 180 w 8715"/>
              <a:gd name="p0y16" fmla="*/ 0 h 6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7"/>
            </p:custDataLst>
          </p:nvPr>
        </p:nvSpPr>
        <p:spPr>
          <a:xfrm>
            <a:off x="657225" y="259778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809625" y="2486025"/>
            <a:ext cx="4991100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四项消融配置精度对比（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α=+0.3 </a:t>
            </a: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精度）</a:t>
            </a:r>
            <a:endParaRPr lang="zh-CN" altLang="en-US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9"/>
            </p:custDataLst>
          </p:nvPr>
        </p:nvSpPr>
        <p:spPr>
          <a:xfrm>
            <a:off x="6195695" y="2290445"/>
            <a:ext cx="5534025" cy="4105275"/>
          </a:xfrm>
          <a:custGeom>
            <a:avLst/>
            <a:gdLst>
              <a:gd name="sw" fmla="*/ 1 w 8715"/>
              <a:gd name="sh" fmla="*/ 1 h 6465"/>
              <a:gd name="mins" fmla="min sw sh"/>
              <a:gd name="dsw" fmla="+- 0 sw mins"/>
              <a:gd name="dsh" fmla="+- 0 sh mins"/>
              <a:gd name="p0x0" fmla="*/ 180 w 8715"/>
              <a:gd name="p0y0" fmla="*/ 0 h 6465"/>
              <a:gd name="p0x1" fmla="*/ 8535 w 8715"/>
              <a:gd name="p0y1" fmla="*/ 0 h 6465"/>
              <a:gd name="p0x2" fmla="*/ 8634 w 8715"/>
              <a:gd name="p0y2" fmla="*/ 0 h 6465"/>
              <a:gd name="p0x3" fmla="*/ 8715 w 8715"/>
              <a:gd name="p0y3" fmla="*/ 80 h 6465"/>
              <a:gd name="p0x4" fmla="*/ 8715 w 8715"/>
              <a:gd name="p0y4" fmla="*/ 180 h 6465"/>
              <a:gd name="p0x5" fmla="*/ 8715 w 8715"/>
              <a:gd name="p0y5" fmla="*/ 6285 h 6465"/>
              <a:gd name="p0x6" fmla="*/ 8715 w 8715"/>
              <a:gd name="p0y6" fmla="*/ 6384 h 6465"/>
              <a:gd name="p0x7" fmla="*/ 8634 w 8715"/>
              <a:gd name="p0y7" fmla="*/ 6465 h 6465"/>
              <a:gd name="p0x8" fmla="*/ 8535 w 8715"/>
              <a:gd name="p0y8" fmla="*/ 6465 h 6465"/>
              <a:gd name="p0x9" fmla="*/ 180 w 8715"/>
              <a:gd name="p0y9" fmla="*/ 6465 h 6465"/>
              <a:gd name="p0x10" fmla="*/ 80 w 8715"/>
              <a:gd name="p0y10" fmla="*/ 6465 h 6465"/>
              <a:gd name="p0x11" fmla="*/ 0 w 8715"/>
              <a:gd name="p0y11" fmla="*/ 6384 h 6465"/>
              <a:gd name="p0x12" fmla="*/ 0 w 8715"/>
              <a:gd name="p0y12" fmla="*/ 6285 h 6465"/>
              <a:gd name="p0x13" fmla="*/ 0 w 8715"/>
              <a:gd name="p0y13" fmla="*/ 180 h 6465"/>
              <a:gd name="p0x14" fmla="*/ 0 w 8715"/>
              <a:gd name="p0y14" fmla="*/ 80 h 6465"/>
              <a:gd name="p0x15" fmla="*/ 80 w 8715"/>
              <a:gd name="p0y15" fmla="*/ 0 h 6465"/>
              <a:gd name="p0x16" fmla="*/ 180 w 8715"/>
              <a:gd name="p0y16" fmla="*/ 0 h 6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10"/>
            </p:custDataLst>
          </p:nvPr>
        </p:nvSpPr>
        <p:spPr>
          <a:xfrm>
            <a:off x="6391275" y="259778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1"/>
            </p:custDataLst>
          </p:nvPr>
        </p:nvSpPr>
        <p:spPr>
          <a:xfrm>
            <a:off x="6543675" y="2486025"/>
            <a:ext cx="4991100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消融配置明细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" name="表格 35"/>
          <p:cNvGraphicFramePr/>
          <p:nvPr>
            <p:custDataLst>
              <p:tags r:id="rId12"/>
            </p:custDataLst>
          </p:nvPr>
        </p:nvGraphicFramePr>
        <p:xfrm>
          <a:off x="6391275" y="2861945"/>
          <a:ext cx="5143500" cy="3338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321"/>
                <a:gridCol w="929282"/>
                <a:gridCol w="1072086"/>
                <a:gridCol w="1100804"/>
              </a:tblGrid>
              <a:tr h="561975">
                <a:tc>
                  <a:txBody>
                    <a:bodyPr wrap="square"/>
                    <a:p>
                      <a:pPr algn="l"/>
                      <a:r>
                        <a:rPr sz="1200" b="0" spc="24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配置</a:t>
                      </a:r>
                      <a:endParaRPr sz="1200" b="0" spc="24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200" b="0" spc="24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干净精度</a:t>
                      </a:r>
                      <a:endParaRPr sz="1200" b="0" spc="24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en-US" sz="1200" b="0" spc="24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α=+0.3 </a:t>
                      </a:r>
                      <a:r>
                        <a:rPr lang="zh-CN" sz="1200" b="0" spc="24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精度</a:t>
                      </a:r>
                      <a:endParaRPr lang="zh-CN" sz="1200" b="0" spc="24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200" b="0" spc="24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跌幅</a:t>
                      </a:r>
                      <a:endParaRPr sz="1200" b="0" spc="24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02381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NAT-Scratch 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86.49%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64.23%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−22.26%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02381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Exp1 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仅校准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87.19%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63.63%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−23.56%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83161">
                <a:tc>
                  <a:txBody>
                    <a:bodyPr wrap="square"/>
                    <a:p>
                      <a:pPr algn="l"/>
                      <a:r>
                        <a:rPr lang="en-US" altLang="en-US"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Exp2 </a:t>
                      </a:r>
                      <a:r>
                        <a:rPr lang="zh-CN" altLang="en-US"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校准</a:t>
                      </a:r>
                      <a:r>
                        <a:rPr lang="en-US" altLang="zh-CN"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分层加权</a:t>
                      </a:r>
                      <a:endParaRPr lang="zh-CN" altLang="en-US"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highlight>
                            <a:srgbClr val="C5722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最优</a:t>
                      </a:r>
                      <a:endParaRPr sz="975" b="1">
                        <a:solidFill>
                          <a:srgbClr val="FFFFFF"/>
                        </a:solidFill>
                        <a:highlight>
                          <a:srgbClr val="C5722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solidFill>
                      <a:srgbClr val="FFD740">
                        <a:alpha val="5882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87.37%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solidFill>
                      <a:srgbClr val="FFD740">
                        <a:alpha val="5882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68.76%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solidFill>
                      <a:srgbClr val="FFD740">
                        <a:alpha val="5882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−18.61%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B>
                    <a:solidFill>
                      <a:srgbClr val="FFD740">
                        <a:alpha val="5882"/>
                      </a:srgbClr>
                    </a:solidFill>
                  </a:tcPr>
                </a:tc>
              </a:tr>
              <a:tr h="588615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Exp3 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完整方案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87.59%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69.14%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−18.45%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D740">
                          <a:alpha val="34902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任意多边形 5"/>
          <p:cNvSpPr/>
          <p:nvPr>
            <p:custDataLst>
              <p:tags r:id="rId13"/>
            </p:custDataLst>
          </p:nvPr>
        </p:nvSpPr>
        <p:spPr>
          <a:xfrm>
            <a:off x="461645" y="1090295"/>
            <a:ext cx="2647950" cy="1038225"/>
          </a:xfrm>
          <a:custGeom>
            <a:avLst/>
            <a:gdLst>
              <a:gd name="sw" fmla="*/ 1 w 4170"/>
              <a:gd name="sh" fmla="*/ 1 h 1635"/>
              <a:gd name="mins" fmla="min sw sh"/>
              <a:gd name="dsw" fmla="+- 0 sw mins"/>
              <a:gd name="dsh" fmla="+- 0 sh mins"/>
              <a:gd name="p0x0" fmla="*/ 180 w 4170"/>
              <a:gd name="p0y0" fmla="*/ 0 h 1635"/>
              <a:gd name="p0x1" fmla="*/ 3990 w 4170"/>
              <a:gd name="p0y1" fmla="*/ 0 h 1635"/>
              <a:gd name="p0x2" fmla="*/ 4089 w 4170"/>
              <a:gd name="p0y2" fmla="*/ 0 h 1635"/>
              <a:gd name="p0x3" fmla="*/ 4170 w 4170"/>
              <a:gd name="p0y3" fmla="*/ 80 h 1635"/>
              <a:gd name="p0x4" fmla="*/ 4170 w 4170"/>
              <a:gd name="p0y4" fmla="*/ 180 h 1635"/>
              <a:gd name="p0x5" fmla="*/ 4170 w 4170"/>
              <a:gd name="p0y5" fmla="*/ 1455 h 1635"/>
              <a:gd name="p0x6" fmla="*/ 4170 w 4170"/>
              <a:gd name="p0y6" fmla="*/ 1554 h 1635"/>
              <a:gd name="p0x7" fmla="*/ 4089 w 4170"/>
              <a:gd name="p0y7" fmla="*/ 1635 h 1635"/>
              <a:gd name="p0x8" fmla="*/ 3990 w 4170"/>
              <a:gd name="p0y8" fmla="*/ 1635 h 1635"/>
              <a:gd name="p0x9" fmla="*/ 180 w 4170"/>
              <a:gd name="p0y9" fmla="*/ 1635 h 1635"/>
              <a:gd name="p0x10" fmla="*/ 80 w 4170"/>
              <a:gd name="p0y10" fmla="*/ 1635 h 1635"/>
              <a:gd name="p0x11" fmla="*/ 0 w 4170"/>
              <a:gd name="p0y11" fmla="*/ 1554 h 1635"/>
              <a:gd name="p0x12" fmla="*/ 0 w 4170"/>
              <a:gd name="p0y12" fmla="*/ 1455 h 1635"/>
              <a:gd name="p0x13" fmla="*/ 0 w 4170"/>
              <a:gd name="p0y13" fmla="*/ 180 h 1635"/>
              <a:gd name="p0x14" fmla="*/ 0 w 4170"/>
              <a:gd name="p0y14" fmla="*/ 80 h 1635"/>
              <a:gd name="p0x15" fmla="*/ 80 w 4170"/>
              <a:gd name="p0y15" fmla="*/ 0 h 1635"/>
              <a:gd name="p0x16" fmla="*/ 180 w 4170"/>
              <a:gd name="p0y16" fmla="*/ 0 h 1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57225" y="1200150"/>
            <a:ext cx="225764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最大贡献者</a:t>
            </a:r>
            <a:r>
              <a:rPr lang="en-US" altLang="zh-CN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分层加权</a:t>
            </a:r>
            <a:endParaRPr lang="zh-CN" altLang="en-US"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57225" y="1397318"/>
            <a:ext cx="2257644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+5.13%</a:t>
            </a:r>
            <a:endParaRPr sz="24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6"/>
            </p:custDataLst>
          </p:nvPr>
        </p:nvSpPr>
        <p:spPr>
          <a:xfrm>
            <a:off x="657225" y="1819275"/>
            <a:ext cx="225764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单项改进绝对提升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7"/>
            </p:custDataLst>
          </p:nvPr>
        </p:nvSpPr>
        <p:spPr>
          <a:xfrm>
            <a:off x="466725" y="1134077"/>
            <a:ext cx="28575" cy="951295"/>
          </a:xfrm>
          <a:custGeom>
            <a:avLst/>
            <a:gdLst>
              <a:gd name="sw" fmla="*/ 1 w 45"/>
              <a:gd name="sh" fmla="*/ 1 h 1620"/>
              <a:gd name="mins" fmla="min sw sh"/>
              <a:gd name="dsw" fmla="+- 0 sw mins"/>
              <a:gd name="dsh" fmla="+- 0 sh mins"/>
              <a:gd name="p0x0" fmla="*/ 45 w 45"/>
              <a:gd name="p0y0" fmla="*/ 0 h 1620"/>
              <a:gd name="p0x1" fmla="*/ 45 w 45"/>
              <a:gd name="p0y1" fmla="*/ 1620 h 1620"/>
              <a:gd name="p0x2" fmla="*/ 20 w 45"/>
              <a:gd name="p0y2" fmla="*/ 1620 h 1620"/>
              <a:gd name="p0x3" fmla="*/ 0 w 45"/>
              <a:gd name="p0y3" fmla="*/ 1599 h 1620"/>
              <a:gd name="p0x4" fmla="*/ 0 w 45"/>
              <a:gd name="p0y4" fmla="*/ 1575 h 1620"/>
              <a:gd name="p0x5" fmla="*/ 0 w 45"/>
              <a:gd name="p0y5" fmla="*/ 45 h 1620"/>
              <a:gd name="p0x6" fmla="*/ 0 w 45"/>
              <a:gd name="p0y6" fmla="*/ 20 h 1620"/>
              <a:gd name="p0x7" fmla="*/ 20 w 45"/>
              <a:gd name="p0y7" fmla="*/ 0 h 1620"/>
              <a:gd name="p0x8" fmla="*/ 45 w 45"/>
              <a:gd name="p0y8" fmla="*/ 0 h 1620"/>
            </a:gdLst>
            <a:ahLst/>
            <a:cxnLst/>
            <a:pathLst>
              <a:path w="45" h="1498">
                <a:moveTo>
                  <a:pt x="45" y="0"/>
                </a:moveTo>
                <a:lnTo>
                  <a:pt x="45" y="1498"/>
                </a:lnTo>
                <a:cubicBezTo>
                  <a:pt x="16" y="1469"/>
                  <a:pt x="-1" y="1416"/>
                  <a:pt x="0" y="1379"/>
                </a:cubicBezTo>
                <a:lnTo>
                  <a:pt x="0" y="119"/>
                </a:lnTo>
                <a:cubicBezTo>
                  <a:pt x="-2" y="74"/>
                  <a:pt x="22" y="24"/>
                  <a:pt x="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8"/>
            </p:custDataLst>
          </p:nvPr>
        </p:nvSpPr>
        <p:spPr>
          <a:xfrm>
            <a:off x="3309620" y="1090295"/>
            <a:ext cx="3445510" cy="1038225"/>
          </a:xfrm>
          <a:custGeom>
            <a:avLst/>
            <a:gdLst>
              <a:gd name="sw" fmla="*/ 1 w 5425"/>
              <a:gd name="sh" fmla="*/ 1 h 1635"/>
              <a:gd name="mins" fmla="min sw sh"/>
              <a:gd name="dsw" fmla="+- 0 sw mins"/>
              <a:gd name="dsh" fmla="+- 0 sh mins"/>
              <a:gd name="p0x0" fmla="*/ 180 w 5425"/>
              <a:gd name="p0y0" fmla="*/ 0 h 1635"/>
              <a:gd name="p0x1" fmla="*/ 5245 w 5425"/>
              <a:gd name="p0y1" fmla="*/ 0 h 1635"/>
              <a:gd name="p0x2" fmla="*/ 5345 w 5425"/>
              <a:gd name="p0y2" fmla="*/ 0 h 1635"/>
              <a:gd name="p0x3" fmla="*/ 5425 w 5425"/>
              <a:gd name="p0y3" fmla="*/ 80 h 1635"/>
              <a:gd name="p0x4" fmla="*/ 5425 w 5425"/>
              <a:gd name="p0y4" fmla="*/ 180 h 1635"/>
              <a:gd name="p0x5" fmla="*/ 5425 w 5425"/>
              <a:gd name="p0y5" fmla="*/ 1455 h 1635"/>
              <a:gd name="p0x6" fmla="*/ 5425 w 5425"/>
              <a:gd name="p0y6" fmla="*/ 1554 h 1635"/>
              <a:gd name="p0x7" fmla="*/ 5345 w 5425"/>
              <a:gd name="p0y7" fmla="*/ 1635 h 1635"/>
              <a:gd name="p0x8" fmla="*/ 5245 w 5425"/>
              <a:gd name="p0y8" fmla="*/ 1635 h 1635"/>
              <a:gd name="p0x9" fmla="*/ 180 w 5425"/>
              <a:gd name="p0y9" fmla="*/ 1635 h 1635"/>
              <a:gd name="p0x10" fmla="*/ 80 w 5425"/>
              <a:gd name="p0y10" fmla="*/ 1635 h 1635"/>
              <a:gd name="p0x11" fmla="*/ 0 w 5425"/>
              <a:gd name="p0y11" fmla="*/ 1554 h 1635"/>
              <a:gd name="p0x12" fmla="*/ 0 w 5425"/>
              <a:gd name="p0y12" fmla="*/ 1455 h 1635"/>
              <a:gd name="p0x13" fmla="*/ 0 w 5425"/>
              <a:gd name="p0y13" fmla="*/ 180 h 1635"/>
              <a:gd name="p0x14" fmla="*/ 0 w 5425"/>
              <a:gd name="p0y14" fmla="*/ 80 h 1635"/>
              <a:gd name="p0x15" fmla="*/ 80 w 5425"/>
              <a:gd name="p0y15" fmla="*/ 0 h 1635"/>
              <a:gd name="p0x16" fmla="*/ 180 w 5425"/>
              <a:gd name="p0y16" fmla="*/ 0 h 1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3505419" y="1200150"/>
            <a:ext cx="30549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非对称采样边际收益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3505419" y="1397318"/>
            <a:ext cx="305492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chemeClr val="tx2">
                    <a:lumMod val="2212"/>
                    <a:lumOff val="97788"/>
                    <a:alpha val="7411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+0.38%</a:t>
            </a:r>
            <a:endParaRPr sz="2400" b="1">
              <a:solidFill>
                <a:schemeClr val="tx2">
                  <a:lumMod val="2212"/>
                  <a:lumOff val="97788"/>
                  <a:alpha val="74118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3505419" y="1819275"/>
            <a:ext cx="30549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收益可忽略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6955155" y="1090295"/>
            <a:ext cx="4774565" cy="1038225"/>
          </a:xfrm>
          <a:custGeom>
            <a:avLst/>
            <a:gdLst>
              <a:gd name="sw" fmla="*/ 1 w 7518"/>
              <a:gd name="sh" fmla="*/ 1 h 1635"/>
              <a:gd name="mins" fmla="min sw sh"/>
              <a:gd name="dsw" fmla="+- 0 sw mins"/>
              <a:gd name="dsh" fmla="+- 0 sh mins"/>
              <a:gd name="p0x0" fmla="*/ 180 w 7518"/>
              <a:gd name="p0y0" fmla="*/ 0 h 1635"/>
              <a:gd name="p0x1" fmla="*/ 7338 w 7518"/>
              <a:gd name="p0y1" fmla="*/ 0 h 1635"/>
              <a:gd name="p0x2" fmla="*/ 7438 w 7518"/>
              <a:gd name="p0y2" fmla="*/ 0 h 1635"/>
              <a:gd name="p0x3" fmla="*/ 7518 w 7518"/>
              <a:gd name="p0y3" fmla="*/ 80 h 1635"/>
              <a:gd name="p0x4" fmla="*/ 7518 w 7518"/>
              <a:gd name="p0y4" fmla="*/ 180 h 1635"/>
              <a:gd name="p0x5" fmla="*/ 7518 w 7518"/>
              <a:gd name="p0y5" fmla="*/ 1455 h 1635"/>
              <a:gd name="p0x6" fmla="*/ 7518 w 7518"/>
              <a:gd name="p0y6" fmla="*/ 1554 h 1635"/>
              <a:gd name="p0x7" fmla="*/ 7438 w 7518"/>
              <a:gd name="p0y7" fmla="*/ 1635 h 1635"/>
              <a:gd name="p0x8" fmla="*/ 7338 w 7518"/>
              <a:gd name="p0y8" fmla="*/ 1635 h 1635"/>
              <a:gd name="p0x9" fmla="*/ 180 w 7518"/>
              <a:gd name="p0y9" fmla="*/ 1635 h 1635"/>
              <a:gd name="p0x10" fmla="*/ 80 w 7518"/>
              <a:gd name="p0y10" fmla="*/ 1635 h 1635"/>
              <a:gd name="p0x11" fmla="*/ 0 w 7518"/>
              <a:gd name="p0y11" fmla="*/ 1554 h 1635"/>
              <a:gd name="p0x12" fmla="*/ 0 w 7518"/>
              <a:gd name="p0y12" fmla="*/ 1455 h 1635"/>
              <a:gd name="p0x13" fmla="*/ 0 w 7518"/>
              <a:gd name="p0y13" fmla="*/ 180 h 1635"/>
              <a:gd name="p0x14" fmla="*/ 0 w 7518"/>
              <a:gd name="p0y14" fmla="*/ 80 h 1635"/>
              <a:gd name="p0x15" fmla="*/ 80 w 7518"/>
              <a:gd name="p0y15" fmla="*/ 0 h 1635"/>
              <a:gd name="p0x16" fmla="*/ 180 w 7518"/>
              <a:gd name="p0y16" fmla="*/ 0 h 16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7150894" y="1243984"/>
            <a:ext cx="438380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最优方案</a:t>
            </a:r>
            <a:r>
              <a:rPr lang="en-US" altLang="zh-CN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α=+0.3 </a:t>
            </a:r>
            <a:r>
              <a:rPr lang="zh-CN" altLang="en-US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r>
              <a:rPr lang="en-US" altLang="zh-CN"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55.08% → 68.76%</a:t>
            </a:r>
            <a:endParaRPr lang="en-US" altLang="zh-CN"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4"/>
            </p:custDataLst>
          </p:nvPr>
        </p:nvSpPr>
        <p:spPr>
          <a:xfrm>
            <a:off x="7150894" y="1501159"/>
            <a:ext cx="980923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975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α=+0.3 </a:t>
            </a:r>
            <a:r>
              <a:rPr lang="zh-CN" sz="975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endParaRPr lang="zh-CN" sz="975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5"/>
            </p:custDataLst>
          </p:nvPr>
        </p:nvSpPr>
        <p:spPr>
          <a:xfrm>
            <a:off x="7150894" y="1662131"/>
            <a:ext cx="1247623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100" b="1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</a:rPr>
              <a:t>68.76%</a:t>
            </a:r>
            <a:endParaRPr sz="2100" b="1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26"/>
            </p:custDataLst>
          </p:nvPr>
        </p:nvSpPr>
        <p:spPr>
          <a:xfrm>
            <a:off x="8246110" y="1576070"/>
            <a:ext cx="9525" cy="323850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8369941" y="1501159"/>
            <a:ext cx="1231107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累计提升</a:t>
            </a:r>
            <a:endParaRPr sz="975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8"/>
            </p:custDataLst>
          </p:nvPr>
        </p:nvSpPr>
        <p:spPr>
          <a:xfrm>
            <a:off x="8369941" y="1662131"/>
            <a:ext cx="1497806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1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+13.68pp</a:t>
            </a:r>
            <a:endParaRPr sz="21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>
            <p:custDataLst>
              <p:tags r:id="rId29"/>
            </p:custDataLst>
          </p:nvPr>
        </p:nvSpPr>
        <p:spPr>
          <a:xfrm>
            <a:off x="9714865" y="1576070"/>
            <a:ext cx="9525" cy="323850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9839172" y="1501159"/>
            <a:ext cx="814536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75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相对改善</a:t>
            </a:r>
            <a:endParaRPr sz="975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1"/>
            </p:custDataLst>
          </p:nvPr>
        </p:nvSpPr>
        <p:spPr>
          <a:xfrm>
            <a:off x="9839172" y="1662131"/>
            <a:ext cx="1081240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10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37.6%</a:t>
            </a:r>
            <a:endParaRPr sz="210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1" name="图表 30"/>
          <p:cNvGraphicFramePr/>
          <p:nvPr/>
        </p:nvGraphicFramePr>
        <p:xfrm>
          <a:off x="657225" y="2861945"/>
          <a:ext cx="5143500" cy="334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09600" y="4333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跨架构敏感性差异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457200" y="995363"/>
            <a:ext cx="112776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过参数化优势被结构性误差吞噬，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架构类型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比参数量更关键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461645" y="5591175"/>
            <a:ext cx="2847975" cy="804545"/>
          </a:xfrm>
          <a:custGeom>
            <a:avLst/>
            <a:gdLst>
              <a:gd name="sw" fmla="*/ 1 w 4485"/>
              <a:gd name="sh" fmla="*/ 1 h 1267"/>
              <a:gd name="mins" fmla="min sw sh"/>
              <a:gd name="dsw" fmla="+- 0 sw mins"/>
              <a:gd name="dsh" fmla="+- 0 sh mins"/>
              <a:gd name="p0x0" fmla="*/ 120 w 4485"/>
              <a:gd name="p0y0" fmla="*/ 0 h 1267"/>
              <a:gd name="p0x1" fmla="*/ 4365 w 4485"/>
              <a:gd name="p0y1" fmla="*/ 0 h 1267"/>
              <a:gd name="p0x2" fmla="*/ 4431 w 4485"/>
              <a:gd name="p0y2" fmla="*/ 0 h 1267"/>
              <a:gd name="p0x3" fmla="*/ 4485 w 4485"/>
              <a:gd name="p0y3" fmla="*/ 53 h 1267"/>
              <a:gd name="p0x4" fmla="*/ 4485 w 4485"/>
              <a:gd name="p0y4" fmla="*/ 120 h 1267"/>
              <a:gd name="p0x5" fmla="*/ 4485 w 4485"/>
              <a:gd name="p0y5" fmla="*/ 1147 h 1267"/>
              <a:gd name="p0x6" fmla="*/ 4485 w 4485"/>
              <a:gd name="p0y6" fmla="*/ 1213 h 1267"/>
              <a:gd name="p0x7" fmla="*/ 4431 w 4485"/>
              <a:gd name="p0y7" fmla="*/ 1267 h 1267"/>
              <a:gd name="p0x8" fmla="*/ 4365 w 4485"/>
              <a:gd name="p0y8" fmla="*/ 1267 h 1267"/>
              <a:gd name="p0x9" fmla="*/ 120 w 4485"/>
              <a:gd name="p0y9" fmla="*/ 1267 h 1267"/>
              <a:gd name="p0x10" fmla="*/ 53 w 4485"/>
              <a:gd name="p0y10" fmla="*/ 1267 h 1267"/>
              <a:gd name="p0x11" fmla="*/ 0 w 4485"/>
              <a:gd name="p0y11" fmla="*/ 1213 h 1267"/>
              <a:gd name="p0x12" fmla="*/ 0 w 4485"/>
              <a:gd name="p0y12" fmla="*/ 1147 h 1267"/>
              <a:gd name="p0x13" fmla="*/ 0 w 4485"/>
              <a:gd name="p0y13" fmla="*/ 120 h 1267"/>
              <a:gd name="p0x14" fmla="*/ 0 w 4485"/>
              <a:gd name="p0y14" fmla="*/ 53 h 1267"/>
              <a:gd name="p0x15" fmla="*/ 53 w 4485"/>
              <a:gd name="p0y15" fmla="*/ 0 h 1267"/>
              <a:gd name="p0x16" fmla="*/ 120 w 4485"/>
              <a:gd name="p0y16" fmla="*/ 0 h 12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00BFFF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657892" y="5658326"/>
            <a:ext cx="2456117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3020" algn="ctr">
              <a:lnSpc>
                <a:spcPct val="104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浅层小模型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Scratch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训练可在失真环境下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超越深层大模型干净精度</a:t>
            </a:r>
            <a:endParaRPr sz="1350" b="1">
              <a:solidFill>
                <a:srgbClr val="FFF2B3"/>
              </a:solidFill>
              <a:effectLst>
                <a:outerShdw blurRad="285750" algn="ctr" rotWithShape="0">
                  <a:srgbClr val="00BFFF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461645" y="1480820"/>
            <a:ext cx="2847975" cy="3986530"/>
          </a:xfrm>
          <a:custGeom>
            <a:avLst/>
            <a:gdLst>
              <a:gd name="sw" fmla="*/ 1 w 4485"/>
              <a:gd name="sh" fmla="*/ 1 h 6277"/>
              <a:gd name="mins" fmla="min sw sh"/>
              <a:gd name="dsw" fmla="+- 0 sw mins"/>
              <a:gd name="dsh" fmla="+- 0 sh mins"/>
              <a:gd name="p0x0" fmla="*/ 120 w 4485"/>
              <a:gd name="p0y0" fmla="*/ 0 h 6277"/>
              <a:gd name="p0x1" fmla="*/ 4365 w 4485"/>
              <a:gd name="p0y1" fmla="*/ 0 h 6277"/>
              <a:gd name="p0x2" fmla="*/ 4431 w 4485"/>
              <a:gd name="p0y2" fmla="*/ 0 h 6277"/>
              <a:gd name="p0x3" fmla="*/ 4485 w 4485"/>
              <a:gd name="p0y3" fmla="*/ 53 h 6277"/>
              <a:gd name="p0x4" fmla="*/ 4485 w 4485"/>
              <a:gd name="p0y4" fmla="*/ 120 h 6277"/>
              <a:gd name="p0x5" fmla="*/ 4485 w 4485"/>
              <a:gd name="p0y5" fmla="*/ 6157 h 6277"/>
              <a:gd name="p0x6" fmla="*/ 4485 w 4485"/>
              <a:gd name="p0y6" fmla="*/ 6223 h 6277"/>
              <a:gd name="p0x7" fmla="*/ 4431 w 4485"/>
              <a:gd name="p0y7" fmla="*/ 6277 h 6277"/>
              <a:gd name="p0x8" fmla="*/ 4365 w 4485"/>
              <a:gd name="p0y8" fmla="*/ 6277 h 6277"/>
              <a:gd name="p0x9" fmla="*/ 120 w 4485"/>
              <a:gd name="p0y9" fmla="*/ 6277 h 6277"/>
              <a:gd name="p0x10" fmla="*/ 53 w 4485"/>
              <a:gd name="p0y10" fmla="*/ 6277 h 6277"/>
              <a:gd name="p0x11" fmla="*/ 0 w 4485"/>
              <a:gd name="p0y11" fmla="*/ 6223 h 6277"/>
              <a:gd name="p0x12" fmla="*/ 0 w 4485"/>
              <a:gd name="p0y12" fmla="*/ 6157 h 6277"/>
              <a:gd name="p0x13" fmla="*/ 0 w 4485"/>
              <a:gd name="p0y13" fmla="*/ 120 h 6277"/>
              <a:gd name="p0x14" fmla="*/ 0 w 4485"/>
              <a:gd name="p0y14" fmla="*/ 53 h 6277"/>
              <a:gd name="p0x15" fmla="*/ 53 w 4485"/>
              <a:gd name="p0y15" fmla="*/ 0 h 6277"/>
              <a:gd name="p0x16" fmla="*/ 120 w 4485"/>
              <a:gd name="p0y16" fmla="*/ 0 h 627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657225" y="166116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关键指标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661670" y="2157095"/>
            <a:ext cx="2447925" cy="907415"/>
          </a:xfrm>
          <a:custGeom>
            <a:avLst/>
            <a:gdLst>
              <a:gd name="sw" fmla="*/ 1 w 3855"/>
              <a:gd name="sh" fmla="*/ 1 h 1428"/>
              <a:gd name="mins" fmla="min sw sh"/>
              <a:gd name="dsw" fmla="+- 0 sw mins"/>
              <a:gd name="dsh" fmla="+- 0 sh mins"/>
              <a:gd name="p0x0" fmla="*/ 120 w 3855"/>
              <a:gd name="p0y0" fmla="*/ 0 h 1428"/>
              <a:gd name="p0x1" fmla="*/ 3735 w 3855"/>
              <a:gd name="p0y1" fmla="*/ 0 h 1428"/>
              <a:gd name="p0x2" fmla="*/ 3801 w 3855"/>
              <a:gd name="p0y2" fmla="*/ 0 h 1428"/>
              <a:gd name="p0x3" fmla="*/ 3855 w 3855"/>
              <a:gd name="p0y3" fmla="*/ 53 h 1428"/>
              <a:gd name="p0x4" fmla="*/ 3855 w 3855"/>
              <a:gd name="p0y4" fmla="*/ 120 h 1428"/>
              <a:gd name="p0x5" fmla="*/ 3855 w 3855"/>
              <a:gd name="p0y5" fmla="*/ 1308 h 1428"/>
              <a:gd name="p0x6" fmla="*/ 3855 w 3855"/>
              <a:gd name="p0y6" fmla="*/ 1375 h 1428"/>
              <a:gd name="p0x7" fmla="*/ 3801 w 3855"/>
              <a:gd name="p0y7" fmla="*/ 1428 h 1428"/>
              <a:gd name="p0x8" fmla="*/ 3735 w 3855"/>
              <a:gd name="p0y8" fmla="*/ 1428 h 1428"/>
              <a:gd name="p0x9" fmla="*/ 120 w 3855"/>
              <a:gd name="p0y9" fmla="*/ 1428 h 1428"/>
              <a:gd name="p0x10" fmla="*/ 53 w 3855"/>
              <a:gd name="p0y10" fmla="*/ 1428 h 1428"/>
              <a:gd name="p0x11" fmla="*/ 0 w 3855"/>
              <a:gd name="p0y11" fmla="*/ 1375 h 1428"/>
              <a:gd name="p0x12" fmla="*/ 0 w 3855"/>
              <a:gd name="p0y12" fmla="*/ 1308 h 1428"/>
              <a:gd name="p0x13" fmla="*/ 0 w 3855"/>
              <a:gd name="p0y13" fmla="*/ 120 h 1428"/>
              <a:gd name="p0x14" fmla="*/ 0 w 3855"/>
              <a:gd name="p0y14" fmla="*/ 53 h 1428"/>
              <a:gd name="p0x15" fmla="*/ 53 w 3855"/>
              <a:gd name="p0y15" fmla="*/ 0 h 1428"/>
              <a:gd name="p0x16" fmla="*/ 120 w 3855"/>
              <a:gd name="p0y16" fmla="*/ 0 h 1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781050" y="2311003"/>
            <a:ext cx="2209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参数量增长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781050" y="2508171"/>
            <a:ext cx="242627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r>
              <a:rPr lang="zh-CN"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倍（</a:t>
            </a:r>
            <a:r>
              <a:rPr lang="en-US" altLang="zh-CN"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0.24M → 11.17M</a:t>
            </a:r>
            <a:r>
              <a:rPr lang="zh-CN" altLang="en-US"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661670" y="3188335"/>
            <a:ext cx="2447925" cy="907415"/>
          </a:xfrm>
          <a:custGeom>
            <a:avLst/>
            <a:gdLst>
              <a:gd name="sw" fmla="*/ 1 w 3855"/>
              <a:gd name="sh" fmla="*/ 1 h 1428"/>
              <a:gd name="mins" fmla="min sw sh"/>
              <a:gd name="dsw" fmla="+- 0 sw mins"/>
              <a:gd name="dsh" fmla="+- 0 sh mins"/>
              <a:gd name="p0x0" fmla="*/ 120 w 3855"/>
              <a:gd name="p0y0" fmla="*/ 0 h 1428"/>
              <a:gd name="p0x1" fmla="*/ 3735 w 3855"/>
              <a:gd name="p0y1" fmla="*/ 0 h 1428"/>
              <a:gd name="p0x2" fmla="*/ 3801 w 3855"/>
              <a:gd name="p0y2" fmla="*/ 0 h 1428"/>
              <a:gd name="p0x3" fmla="*/ 3855 w 3855"/>
              <a:gd name="p0y3" fmla="*/ 53 h 1428"/>
              <a:gd name="p0x4" fmla="*/ 3855 w 3855"/>
              <a:gd name="p0y4" fmla="*/ 120 h 1428"/>
              <a:gd name="p0x5" fmla="*/ 3855 w 3855"/>
              <a:gd name="p0y5" fmla="*/ 1308 h 1428"/>
              <a:gd name="p0x6" fmla="*/ 3855 w 3855"/>
              <a:gd name="p0y6" fmla="*/ 1375 h 1428"/>
              <a:gd name="p0x7" fmla="*/ 3801 w 3855"/>
              <a:gd name="p0y7" fmla="*/ 1428 h 1428"/>
              <a:gd name="p0x8" fmla="*/ 3735 w 3855"/>
              <a:gd name="p0y8" fmla="*/ 1428 h 1428"/>
              <a:gd name="p0x9" fmla="*/ 120 w 3855"/>
              <a:gd name="p0y9" fmla="*/ 1428 h 1428"/>
              <a:gd name="p0x10" fmla="*/ 53 w 3855"/>
              <a:gd name="p0y10" fmla="*/ 1428 h 1428"/>
              <a:gd name="p0x11" fmla="*/ 0 w 3855"/>
              <a:gd name="p0y11" fmla="*/ 1375 h 1428"/>
              <a:gd name="p0x12" fmla="*/ 0 w 3855"/>
              <a:gd name="p0y12" fmla="*/ 1308 h 1428"/>
              <a:gd name="p0x13" fmla="*/ 0 w 3855"/>
              <a:gd name="p0y13" fmla="*/ 120 h 1428"/>
              <a:gd name="p0x14" fmla="*/ 0 w 3855"/>
              <a:gd name="p0y14" fmla="*/ 53 h 1428"/>
              <a:gd name="p0x15" fmla="*/ 53 w 3855"/>
              <a:gd name="p0y15" fmla="*/ 0 h 1428"/>
              <a:gd name="p0x16" fmla="*/ 120 w 3855"/>
              <a:gd name="p0y16" fmla="*/ 0 h 142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81050" y="3342084"/>
            <a:ext cx="2209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非线性脆弱性放大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781050" y="3539252"/>
            <a:ext cx="917524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3.4</a:t>
            </a:r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倍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661670" y="4219575"/>
            <a:ext cx="2447925" cy="1047750"/>
          </a:xfrm>
          <a:custGeom>
            <a:avLst/>
            <a:gdLst>
              <a:gd name="sw" fmla="*/ 1 w 3855"/>
              <a:gd name="sh" fmla="*/ 1 h 1650"/>
              <a:gd name="mins" fmla="min sw sh"/>
              <a:gd name="dsw" fmla="+- 0 sw mins"/>
              <a:gd name="dsh" fmla="+- 0 sh mins"/>
              <a:gd name="p0x0" fmla="*/ 120 w 3855"/>
              <a:gd name="p0y0" fmla="*/ 0 h 1650"/>
              <a:gd name="p0x1" fmla="*/ 3735 w 3855"/>
              <a:gd name="p0y1" fmla="*/ 0 h 1650"/>
              <a:gd name="p0x2" fmla="*/ 3801 w 3855"/>
              <a:gd name="p0y2" fmla="*/ 0 h 1650"/>
              <a:gd name="p0x3" fmla="*/ 3855 w 3855"/>
              <a:gd name="p0y3" fmla="*/ 53 h 1650"/>
              <a:gd name="p0x4" fmla="*/ 3855 w 3855"/>
              <a:gd name="p0y4" fmla="*/ 120 h 1650"/>
              <a:gd name="p0x5" fmla="*/ 3855 w 3855"/>
              <a:gd name="p0y5" fmla="*/ 1530 h 1650"/>
              <a:gd name="p0x6" fmla="*/ 3855 w 3855"/>
              <a:gd name="p0y6" fmla="*/ 1596 h 1650"/>
              <a:gd name="p0x7" fmla="*/ 3801 w 3855"/>
              <a:gd name="p0y7" fmla="*/ 1650 h 1650"/>
              <a:gd name="p0x8" fmla="*/ 3735 w 3855"/>
              <a:gd name="p0y8" fmla="*/ 1650 h 1650"/>
              <a:gd name="p0x9" fmla="*/ 120 w 3855"/>
              <a:gd name="p0y9" fmla="*/ 1650 h 1650"/>
              <a:gd name="p0x10" fmla="*/ 53 w 3855"/>
              <a:gd name="p0y10" fmla="*/ 1650 h 1650"/>
              <a:gd name="p0x11" fmla="*/ 0 w 3855"/>
              <a:gd name="p0y11" fmla="*/ 1596 h 1650"/>
              <a:gd name="p0x12" fmla="*/ 0 w 3855"/>
              <a:gd name="p0y12" fmla="*/ 1530 h 1650"/>
              <a:gd name="p0x13" fmla="*/ 0 w 3855"/>
              <a:gd name="p0y13" fmla="*/ 120 h 1650"/>
              <a:gd name="p0x14" fmla="*/ 0 w 3855"/>
              <a:gd name="p0y14" fmla="*/ 53 h 1650"/>
              <a:gd name="p0x15" fmla="*/ 53 w 3855"/>
              <a:gd name="p0y15" fmla="*/ 0 h 1650"/>
              <a:gd name="p0x16" fmla="*/ 120 w 3855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781050" y="4300538"/>
            <a:ext cx="22098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干净精度跌幅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781050" y="4503420"/>
            <a:ext cx="220980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29.82% </a:t>
            </a:r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21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 75.01%</a:t>
            </a:r>
            <a:endParaRPr sz="2100"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3509645" y="1480820"/>
            <a:ext cx="4467225" cy="4914900"/>
          </a:xfrm>
          <a:custGeom>
            <a:avLst/>
            <a:gdLst>
              <a:gd name="sw" fmla="*/ 1 w 7035"/>
              <a:gd name="sh" fmla="*/ 1 h 7740"/>
              <a:gd name="mins" fmla="min sw sh"/>
              <a:gd name="dsw" fmla="+- 0 sw mins"/>
              <a:gd name="dsh" fmla="+- 0 sh mins"/>
              <a:gd name="p0x0" fmla="*/ 120 w 7035"/>
              <a:gd name="p0y0" fmla="*/ 0 h 7740"/>
              <a:gd name="p0x1" fmla="*/ 6915 w 7035"/>
              <a:gd name="p0y1" fmla="*/ 0 h 7740"/>
              <a:gd name="p0x2" fmla="*/ 6981 w 7035"/>
              <a:gd name="p0y2" fmla="*/ 0 h 7740"/>
              <a:gd name="p0x3" fmla="*/ 7035 w 7035"/>
              <a:gd name="p0y3" fmla="*/ 53 h 7740"/>
              <a:gd name="p0x4" fmla="*/ 7035 w 7035"/>
              <a:gd name="p0y4" fmla="*/ 120 h 7740"/>
              <a:gd name="p0x5" fmla="*/ 7035 w 7035"/>
              <a:gd name="p0y5" fmla="*/ 7620 h 7740"/>
              <a:gd name="p0x6" fmla="*/ 7035 w 7035"/>
              <a:gd name="p0y6" fmla="*/ 7686 h 7740"/>
              <a:gd name="p0x7" fmla="*/ 6981 w 7035"/>
              <a:gd name="p0y7" fmla="*/ 7740 h 7740"/>
              <a:gd name="p0x8" fmla="*/ 6915 w 7035"/>
              <a:gd name="p0y8" fmla="*/ 7740 h 7740"/>
              <a:gd name="p0x9" fmla="*/ 120 w 7035"/>
              <a:gd name="p0y9" fmla="*/ 7740 h 7740"/>
              <a:gd name="p0x10" fmla="*/ 53 w 7035"/>
              <a:gd name="p0y10" fmla="*/ 7740 h 7740"/>
              <a:gd name="p0x11" fmla="*/ 0 w 7035"/>
              <a:gd name="p0y11" fmla="*/ 7686 h 7740"/>
              <a:gd name="p0x12" fmla="*/ 0 w 7035"/>
              <a:gd name="p0y12" fmla="*/ 7620 h 7740"/>
              <a:gd name="p0x13" fmla="*/ 0 w 7035"/>
              <a:gd name="p0y13" fmla="*/ 120 h 7740"/>
              <a:gd name="p0x14" fmla="*/ 0 w 7035"/>
              <a:gd name="p0y14" fmla="*/ 53 h 7740"/>
              <a:gd name="p0x15" fmla="*/ 53 w 7035"/>
              <a:gd name="p0y15" fmla="*/ 0 h 7740"/>
              <a:gd name="p0x16" fmla="*/ 120 w 7035"/>
              <a:gd name="p0y16" fmla="*/ 0 h 77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3705225" y="1661160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综合表现排名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5180486" y="1743075"/>
            <a:ext cx="10273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α=+0.3 </a:t>
            </a:r>
            <a:r>
              <a:rPr lang="zh-CN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endParaRPr lang="zh-CN"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3819525" y="2228850"/>
            <a:ext cx="2667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排名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4200525" y="2328863"/>
            <a:ext cx="302969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7344518" y="2328863"/>
            <a:ext cx="47550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72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精度</a:t>
            </a:r>
            <a:endParaRPr sz="1200" spc="72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3709670" y="2747645"/>
            <a:ext cx="4067175" cy="451485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4118"/>
                </a:schemeClr>
              </a:gs>
              <a:gs pos="100000">
                <a:srgbClr val="FFFFFF">
                  <a:alpha val="12157"/>
                </a:srgbClr>
              </a:gs>
            </a:gsLst>
            <a:lin ang="0"/>
          </a:gra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7"/>
            </p:custDataLst>
          </p:nvPr>
        </p:nvSpPr>
        <p:spPr>
          <a:xfrm>
            <a:off x="3829050" y="28403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3914851" y="2873797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9"/>
            </p:custDataLst>
          </p:nvPr>
        </p:nvSpPr>
        <p:spPr>
          <a:xfrm>
            <a:off x="4210050" y="2847604"/>
            <a:ext cx="267102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SimpleCNN NAT-Scratch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6957422" y="2847604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64.23%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1"/>
            </p:custDataLst>
          </p:nvPr>
        </p:nvSpPr>
        <p:spPr>
          <a:xfrm>
            <a:off x="3709670" y="3246755"/>
            <a:ext cx="4067175" cy="452120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3829050" y="333946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3914851" y="3373193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4210050" y="3346999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</a:t>
            </a:r>
            <a:endParaRPr lang="zh-CN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6957422" y="3346999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55.08%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3709670" y="3746500"/>
            <a:ext cx="4067175" cy="451485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7"/>
            </p:custDataLst>
          </p:nvPr>
        </p:nvSpPr>
        <p:spPr>
          <a:xfrm>
            <a:off x="3829050" y="38392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3914851" y="3872579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4210050" y="3846385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SimpleCNN Finetune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0"/>
            </p:custDataLst>
          </p:nvPr>
        </p:nvSpPr>
        <p:spPr>
          <a:xfrm>
            <a:off x="6957422" y="3846385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56.08%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1"/>
            </p:custDataLst>
          </p:nvPr>
        </p:nvSpPr>
        <p:spPr>
          <a:xfrm>
            <a:off x="3709670" y="4245610"/>
            <a:ext cx="4067175" cy="452120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42"/>
            </p:custDataLst>
          </p:nvPr>
        </p:nvSpPr>
        <p:spPr>
          <a:xfrm>
            <a:off x="3829050" y="4338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3914851" y="4371975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4"/>
            </p:custDataLst>
          </p:nvPr>
        </p:nvSpPr>
        <p:spPr>
          <a:xfrm>
            <a:off x="4210050" y="4345781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VGG-11 NAT-Scratch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5"/>
            </p:custDataLst>
          </p:nvPr>
        </p:nvSpPr>
        <p:spPr>
          <a:xfrm>
            <a:off x="6957422" y="4345781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44.74%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46"/>
            </p:custDataLst>
          </p:nvPr>
        </p:nvSpPr>
        <p:spPr>
          <a:xfrm>
            <a:off x="3709670" y="4745355"/>
            <a:ext cx="4067175" cy="451485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47"/>
            </p:custDataLst>
          </p:nvPr>
        </p:nvSpPr>
        <p:spPr>
          <a:xfrm>
            <a:off x="3829050" y="4837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3914851" y="4871371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4210050" y="4845177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</a:t>
            </a:r>
            <a:endParaRPr lang="zh-CN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50"/>
            </p:custDataLst>
          </p:nvPr>
        </p:nvSpPr>
        <p:spPr>
          <a:xfrm>
            <a:off x="6957422" y="4845177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36.70%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51"/>
            </p:custDataLst>
          </p:nvPr>
        </p:nvSpPr>
        <p:spPr>
          <a:xfrm>
            <a:off x="3709670" y="5244465"/>
            <a:ext cx="4067175" cy="452120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任意多边形 56"/>
          <p:cNvSpPr/>
          <p:nvPr>
            <p:custDataLst>
              <p:tags r:id="rId52"/>
            </p:custDataLst>
          </p:nvPr>
        </p:nvSpPr>
        <p:spPr>
          <a:xfrm>
            <a:off x="3829050" y="5337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53"/>
            </p:custDataLst>
          </p:nvPr>
        </p:nvSpPr>
        <p:spPr>
          <a:xfrm>
            <a:off x="3914851" y="5370757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54"/>
            </p:custDataLst>
          </p:nvPr>
        </p:nvSpPr>
        <p:spPr>
          <a:xfrm>
            <a:off x="4210050" y="5344563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VGG-11 Finetune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55"/>
            </p:custDataLst>
          </p:nvPr>
        </p:nvSpPr>
        <p:spPr>
          <a:xfrm>
            <a:off x="6957422" y="5344563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39.96%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56"/>
            </p:custDataLst>
          </p:nvPr>
        </p:nvSpPr>
        <p:spPr>
          <a:xfrm>
            <a:off x="3709670" y="5744210"/>
            <a:ext cx="4067175" cy="451485"/>
          </a:xfrm>
          <a:custGeom>
            <a:avLst/>
            <a:gdLst>
              <a:gd name="sw" fmla="*/ 1 w 6405"/>
              <a:gd name="sh" fmla="*/ 1 h 711"/>
              <a:gd name="mins" fmla="min sw sh"/>
              <a:gd name="dsw" fmla="+- 0 sw mins"/>
              <a:gd name="dsh" fmla="+- 0 sh mins"/>
              <a:gd name="p0x0" fmla="*/ 60 w 6405"/>
              <a:gd name="p0y0" fmla="*/ 0 h 711"/>
              <a:gd name="p0x1" fmla="*/ 6345 w 6405"/>
              <a:gd name="p0y1" fmla="*/ 0 h 711"/>
              <a:gd name="p0x2" fmla="*/ 6378 w 6405"/>
              <a:gd name="p0y2" fmla="*/ 0 h 711"/>
              <a:gd name="p0x3" fmla="*/ 6405 w 6405"/>
              <a:gd name="p0y3" fmla="*/ 26 h 711"/>
              <a:gd name="p0x4" fmla="*/ 6405 w 6405"/>
              <a:gd name="p0y4" fmla="*/ 60 h 711"/>
              <a:gd name="p0x5" fmla="*/ 6405 w 6405"/>
              <a:gd name="p0y5" fmla="*/ 651 h 711"/>
              <a:gd name="p0x6" fmla="*/ 6405 w 6405"/>
              <a:gd name="p0y6" fmla="*/ 684 h 711"/>
              <a:gd name="p0x7" fmla="*/ 6378 w 6405"/>
              <a:gd name="p0y7" fmla="*/ 711 h 711"/>
              <a:gd name="p0x8" fmla="*/ 6345 w 6405"/>
              <a:gd name="p0y8" fmla="*/ 711 h 711"/>
              <a:gd name="p0x9" fmla="*/ 60 w 6405"/>
              <a:gd name="p0y9" fmla="*/ 711 h 711"/>
              <a:gd name="p0x10" fmla="*/ 26 w 6405"/>
              <a:gd name="p0y10" fmla="*/ 711 h 711"/>
              <a:gd name="p0x11" fmla="*/ 0 w 6405"/>
              <a:gd name="p0y11" fmla="*/ 684 h 711"/>
              <a:gd name="p0x12" fmla="*/ 0 w 6405"/>
              <a:gd name="p0y12" fmla="*/ 651 h 711"/>
              <a:gd name="p0x13" fmla="*/ 0 w 6405"/>
              <a:gd name="p0y13" fmla="*/ 60 h 711"/>
              <a:gd name="p0x14" fmla="*/ 0 w 6405"/>
              <a:gd name="p0y14" fmla="*/ 26 h 711"/>
              <a:gd name="p0x15" fmla="*/ 26 w 6405"/>
              <a:gd name="p0y15" fmla="*/ 0 h 711"/>
              <a:gd name="p0x16" fmla="*/ 60 w 6405"/>
              <a:gd name="p0y16" fmla="*/ 0 h 7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57"/>
            </p:custDataLst>
          </p:nvPr>
        </p:nvSpPr>
        <p:spPr>
          <a:xfrm>
            <a:off x="3829050" y="58362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60 w 420"/>
              <a:gd name="p0y0" fmla="*/ 0 h 420"/>
              <a:gd name="p0x1" fmla="*/ 360 w 420"/>
              <a:gd name="p0y1" fmla="*/ 0 h 420"/>
              <a:gd name="p0x2" fmla="*/ 393 w 420"/>
              <a:gd name="p0y2" fmla="*/ 0 h 420"/>
              <a:gd name="p0x3" fmla="*/ 420 w 420"/>
              <a:gd name="p0y3" fmla="*/ 26 h 420"/>
              <a:gd name="p0x4" fmla="*/ 420 w 420"/>
              <a:gd name="p0y4" fmla="*/ 60 h 420"/>
              <a:gd name="p0x5" fmla="*/ 420 w 420"/>
              <a:gd name="p0y5" fmla="*/ 360 h 420"/>
              <a:gd name="p0x6" fmla="*/ 420 w 420"/>
              <a:gd name="p0y6" fmla="*/ 393 h 420"/>
              <a:gd name="p0x7" fmla="*/ 393 w 420"/>
              <a:gd name="p0y7" fmla="*/ 420 h 420"/>
              <a:gd name="p0x8" fmla="*/ 360 w 420"/>
              <a:gd name="p0y8" fmla="*/ 420 h 420"/>
              <a:gd name="p0x9" fmla="*/ 60 w 420"/>
              <a:gd name="p0y9" fmla="*/ 420 h 420"/>
              <a:gd name="p0x10" fmla="*/ 26 w 420"/>
              <a:gd name="p0y10" fmla="*/ 420 h 420"/>
              <a:gd name="p0x11" fmla="*/ 0 w 420"/>
              <a:gd name="p0y11" fmla="*/ 393 h 420"/>
              <a:gd name="p0x12" fmla="*/ 0 w 420"/>
              <a:gd name="p0y12" fmla="*/ 360 h 420"/>
              <a:gd name="p0x13" fmla="*/ 0 w 420"/>
              <a:gd name="p0y13" fmla="*/ 60 h 420"/>
              <a:gd name="p0x14" fmla="*/ 0 w 420"/>
              <a:gd name="p0y14" fmla="*/ 26 h 420"/>
              <a:gd name="p0x15" fmla="*/ 26 w 420"/>
              <a:gd name="p0y15" fmla="*/ 0 h 420"/>
              <a:gd name="p0x16" fmla="*/ 6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lumMod val="145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58"/>
            </p:custDataLst>
          </p:nvPr>
        </p:nvSpPr>
        <p:spPr>
          <a:xfrm>
            <a:off x="3914851" y="5870153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200" b="1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59"/>
            </p:custDataLst>
          </p:nvPr>
        </p:nvSpPr>
        <p:spPr>
          <a:xfrm>
            <a:off x="4210050" y="5843959"/>
            <a:ext cx="263307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</a:t>
            </a:r>
            <a:endParaRPr lang="zh-CN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0"/>
            </p:custDataLst>
          </p:nvPr>
        </p:nvSpPr>
        <p:spPr>
          <a:xfrm>
            <a:off x="6957422" y="5843959"/>
            <a:ext cx="8911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17.08%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61"/>
            </p:custDataLst>
          </p:nvPr>
        </p:nvSpPr>
        <p:spPr>
          <a:xfrm>
            <a:off x="8176895" y="1480820"/>
            <a:ext cx="3552825" cy="4914900"/>
          </a:xfrm>
          <a:custGeom>
            <a:avLst/>
            <a:gdLst>
              <a:gd name="sw" fmla="*/ 1 w 5595"/>
              <a:gd name="sh" fmla="*/ 1 h 7740"/>
              <a:gd name="mins" fmla="min sw sh"/>
              <a:gd name="dsw" fmla="+- 0 sw mins"/>
              <a:gd name="dsh" fmla="+- 0 sh mins"/>
              <a:gd name="p0x0" fmla="*/ 120 w 5595"/>
              <a:gd name="p0y0" fmla="*/ 0 h 7740"/>
              <a:gd name="p0x1" fmla="*/ 5475 w 5595"/>
              <a:gd name="p0y1" fmla="*/ 0 h 7740"/>
              <a:gd name="p0x2" fmla="*/ 5541 w 5595"/>
              <a:gd name="p0y2" fmla="*/ 0 h 7740"/>
              <a:gd name="p0x3" fmla="*/ 5595 w 5595"/>
              <a:gd name="p0y3" fmla="*/ 53 h 7740"/>
              <a:gd name="p0x4" fmla="*/ 5595 w 5595"/>
              <a:gd name="p0y4" fmla="*/ 120 h 7740"/>
              <a:gd name="p0x5" fmla="*/ 5595 w 5595"/>
              <a:gd name="p0y5" fmla="*/ 7620 h 7740"/>
              <a:gd name="p0x6" fmla="*/ 5595 w 5595"/>
              <a:gd name="p0y6" fmla="*/ 7686 h 7740"/>
              <a:gd name="p0x7" fmla="*/ 5541 w 5595"/>
              <a:gd name="p0y7" fmla="*/ 7740 h 7740"/>
              <a:gd name="p0x8" fmla="*/ 5475 w 5595"/>
              <a:gd name="p0y8" fmla="*/ 7740 h 7740"/>
              <a:gd name="p0x9" fmla="*/ 120 w 5595"/>
              <a:gd name="p0y9" fmla="*/ 7740 h 7740"/>
              <a:gd name="p0x10" fmla="*/ 53 w 5595"/>
              <a:gd name="p0y10" fmla="*/ 7740 h 7740"/>
              <a:gd name="p0x11" fmla="*/ 0 w 5595"/>
              <a:gd name="p0y11" fmla="*/ 7686 h 7740"/>
              <a:gd name="p0x12" fmla="*/ 0 w 5595"/>
              <a:gd name="p0y12" fmla="*/ 7620 h 7740"/>
              <a:gd name="p0x13" fmla="*/ 0 w 5595"/>
              <a:gd name="p0y13" fmla="*/ 120 h 7740"/>
              <a:gd name="p0x14" fmla="*/ 0 w 5595"/>
              <a:gd name="p0y14" fmla="*/ 53 h 7740"/>
              <a:gd name="p0x15" fmla="*/ 53 w 5595"/>
              <a:gd name="p0y15" fmla="*/ 0 h 7740"/>
              <a:gd name="p0x16" fmla="*/ 120 w 5595"/>
              <a:gd name="p0y16" fmla="*/ 0 h 77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62"/>
            </p:custDataLst>
          </p:nvPr>
        </p:nvSpPr>
        <p:spPr>
          <a:xfrm>
            <a:off x="8372475" y="166116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精度对比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0" name="图表 69"/>
          <p:cNvGraphicFramePr/>
          <p:nvPr/>
        </p:nvGraphicFramePr>
        <p:xfrm>
          <a:off x="8334375" y="2152650"/>
          <a:ext cx="323850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  <a:effectLst>
            <a:outerShdw blurRad="285750" algn="ctr" rotWithShape="0">
              <a:schemeClr val="accent1">
                <a:alpha val="1411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4460005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高斯噪声对比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1552339" y="607219"/>
            <a:ext cx="31581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63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050" spc="63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6"/>
            </p:custDataLst>
          </p:nvPr>
        </p:nvSpPr>
        <p:spPr>
          <a:xfrm>
            <a:off x="6090920" y="1085850"/>
            <a:ext cx="9525" cy="14039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7"/>
            </p:custDataLst>
          </p:nvPr>
        </p:nvSpPr>
        <p:spPr>
          <a:xfrm>
            <a:off x="5829300" y="2566035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2700000"/>
          </a:gradFill>
          <a:ln>
            <a:noFill/>
          </a:ln>
          <a:effectLst>
            <a:outerShdw blurRad="285750" algn="ctr" rotWithShape="0">
              <a:schemeClr val="accent1">
                <a:alpha val="1411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5945762" y="2682850"/>
            <a:ext cx="529009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VS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9"/>
            </p:custDataLst>
          </p:nvPr>
        </p:nvSpPr>
        <p:spPr>
          <a:xfrm>
            <a:off x="6090920" y="3175635"/>
            <a:ext cx="9525" cy="14039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0"/>
            </p:custDataLst>
          </p:nvPr>
        </p:nvSpPr>
        <p:spPr>
          <a:xfrm>
            <a:off x="1029967" y="5352174"/>
            <a:ext cx="10132066" cy="459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针对非线性训练的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NAT</a:t>
            </a:r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对高斯噪声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无交叉保护</a:t>
            </a:r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两类误差需要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独立防御策略</a:t>
            </a:r>
            <a:endParaRPr sz="21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1"/>
            </p:custDataLst>
          </p:nvPr>
        </p:nvSpPr>
        <p:spPr>
          <a:xfrm>
            <a:off x="461645" y="1090295"/>
            <a:ext cx="5095875" cy="3484245"/>
          </a:xfrm>
          <a:custGeom>
            <a:avLst/>
            <a:gdLst>
              <a:gd name="sw" fmla="*/ 1 w 8025"/>
              <a:gd name="sh" fmla="*/ 1 h 5487"/>
              <a:gd name="mins" fmla="min sw sh"/>
              <a:gd name="dsw" fmla="+- 0 sw mins"/>
              <a:gd name="dsh" fmla="+- 0 sh mins"/>
              <a:gd name="p0x0" fmla="*/ 120 w 8025"/>
              <a:gd name="p0y0" fmla="*/ 0 h 5487"/>
              <a:gd name="p0x1" fmla="*/ 7905 w 8025"/>
              <a:gd name="p0y1" fmla="*/ 0 h 5487"/>
              <a:gd name="p0x2" fmla="*/ 7971 w 8025"/>
              <a:gd name="p0y2" fmla="*/ 0 h 5487"/>
              <a:gd name="p0x3" fmla="*/ 8025 w 8025"/>
              <a:gd name="p0y3" fmla="*/ 53 h 5487"/>
              <a:gd name="p0x4" fmla="*/ 8025 w 8025"/>
              <a:gd name="p0y4" fmla="*/ 120 h 5487"/>
              <a:gd name="p0x5" fmla="*/ 8025 w 8025"/>
              <a:gd name="p0y5" fmla="*/ 5367 h 5487"/>
              <a:gd name="p0x6" fmla="*/ 8025 w 8025"/>
              <a:gd name="p0y6" fmla="*/ 5433 h 5487"/>
              <a:gd name="p0x7" fmla="*/ 7971 w 8025"/>
              <a:gd name="p0y7" fmla="*/ 5487 h 5487"/>
              <a:gd name="p0x8" fmla="*/ 7905 w 8025"/>
              <a:gd name="p0y8" fmla="*/ 5487 h 5487"/>
              <a:gd name="p0x9" fmla="*/ 120 w 8025"/>
              <a:gd name="p0y9" fmla="*/ 5487 h 5487"/>
              <a:gd name="p0x10" fmla="*/ 53 w 8025"/>
              <a:gd name="p0y10" fmla="*/ 5487 h 5487"/>
              <a:gd name="p0x11" fmla="*/ 0 w 8025"/>
              <a:gd name="p0y11" fmla="*/ 5433 h 5487"/>
              <a:gd name="p0x12" fmla="*/ 0 w 8025"/>
              <a:gd name="p0y12" fmla="*/ 5367 h 5487"/>
              <a:gd name="p0x13" fmla="*/ 0 w 8025"/>
              <a:gd name="p0y13" fmla="*/ 120 h 5487"/>
              <a:gd name="p0x14" fmla="*/ 0 w 8025"/>
              <a:gd name="p0y14" fmla="*/ 53 h 5487"/>
              <a:gd name="p0x15" fmla="*/ 53 w 8025"/>
              <a:gd name="p0y15" fmla="*/ 0 h 5487"/>
              <a:gd name="p0x16" fmla="*/ 120 w 8025"/>
              <a:gd name="p0y16" fmla="*/ 0 h 54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2"/>
            </p:custDataLst>
          </p:nvPr>
        </p:nvSpPr>
        <p:spPr>
          <a:xfrm>
            <a:off x="661670" y="12954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D9484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752399" y="1362075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非</a:t>
            </a:r>
            <a:endParaRPr sz="1200" b="1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1114425" y="1285875"/>
            <a:ext cx="16002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非线性失真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2571750" y="1335881"/>
            <a:ext cx="29813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破坏模式：浅层免疫</a:t>
            </a:r>
            <a:r>
              <a:rPr lang="en-US" altLang="zh-CN" sz="1500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500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深层爆发</a:t>
            </a:r>
            <a:endParaRPr lang="zh-CN" altLang="en-US" sz="1500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57225" y="1752600"/>
            <a:ext cx="4705350" cy="8890"/>
            <a:chOff x="1035" y="2760"/>
            <a:chExt cx="7410" cy="14"/>
          </a:xfrm>
        </p:grpSpPr>
        <p:sp>
          <p:nvSpPr>
            <p:cNvPr id="12" name="任意多边形 11"/>
            <p:cNvSpPr/>
            <p:nvPr>
              <p:custDataLst>
                <p:tags r:id="rId16"/>
              </p:custDataLst>
            </p:nvPr>
          </p:nvSpPr>
          <p:spPr>
            <a:xfrm>
              <a:off x="1035" y="2760"/>
              <a:ext cx="7410" cy="15"/>
            </a:xfrm>
            <a:custGeom>
              <a:avLst/>
              <a:gdLst>
                <a:gd name="sw" fmla="*/ 1 w 7410"/>
                <a:gd name="sh" fmla="*/ 1 h 15"/>
                <a:gd name="mins" fmla="min sw sh"/>
                <a:gd name="dsw" fmla="+- 0 sw mins"/>
                <a:gd name="dsh" fmla="+- 0 sh mins"/>
                <a:gd name="p0x0" fmla="*/ 0 w 7410"/>
                <a:gd name="p0y0" fmla="*/ 0 h 15"/>
                <a:gd name="p0x1" fmla="*/ 7410 w 7410"/>
                <a:gd name="p0y1" fmla="*/ 0 h 15"/>
                <a:gd name="p0x2" fmla="*/ 7410 w 7410"/>
                <a:gd name="p0y2" fmla="*/ 15 h 15"/>
                <a:gd name="p0x3" fmla="*/ 0 w 7410"/>
                <a:gd name="p0y3" fmla="*/ 15 h 15"/>
                <a:gd name="p0x4" fmla="*/ 0 w 74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7"/>
              </p:custDataLst>
            </p:nvPr>
          </p:nvSpPr>
          <p:spPr>
            <a:xfrm>
              <a:off x="1035" y="2760"/>
              <a:ext cx="7410" cy="15"/>
            </a:xfrm>
            <a:custGeom>
              <a:avLst/>
              <a:gdLst>
                <a:gd name="sw" fmla="*/ 1 w 7410"/>
                <a:gd name="sh" fmla="*/ 1 h 15"/>
                <a:gd name="mins" fmla="min sw sh"/>
                <a:gd name="dsw" fmla="+- 0 sw mins"/>
                <a:gd name="dsh" fmla="+- 0 sh mins"/>
                <a:gd name="p0x0" fmla="*/ 0 w 7410"/>
                <a:gd name="p0y0" fmla="*/ 0 h 15"/>
                <a:gd name="p0x1" fmla="*/ 7410 w 7410"/>
                <a:gd name="p0y1" fmla="*/ 0 h 15"/>
                <a:gd name="p0x2" fmla="*/ 7410 w 7410"/>
                <a:gd name="p0y2" fmla="*/ 15 h 15"/>
                <a:gd name="p0x3" fmla="*/ 0 w 7410"/>
                <a:gd name="p0y3" fmla="*/ 15 h 15"/>
                <a:gd name="p0x4" fmla="*/ 0 w 74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657225" y="21951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79798"/>
          </a:solidFill>
          <a:ln>
            <a:noFill/>
          </a:ln>
          <a:effectLst>
            <a:outerShdw blurRad="114300" algn="ctr" rotWithShape="0">
              <a:srgbClr val="979798">
                <a:alpha val="10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809625" y="2085975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输入相关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确定性系统误差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657225" y="28384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79798"/>
          </a:solidFill>
          <a:ln>
            <a:noFill/>
          </a:ln>
          <a:effectLst>
            <a:outerShdw blurRad="114300" algn="ctr" rotWithShape="0">
              <a:srgbClr val="979798">
                <a:alpha val="10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809625" y="2726055"/>
            <a:ext cx="4518793" cy="75721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浅层卷积层余弦相似度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&gt;0.99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，深层骤降至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0.13–0.68</a:t>
            </a:r>
            <a:endParaRPr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657225" y="390779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979798"/>
          </a:solidFill>
          <a:ln>
            <a:noFill/>
          </a:ln>
          <a:effectLst>
            <a:outerShdw blurRad="114300" algn="ctr" rotWithShape="0">
              <a:srgbClr val="979798">
                <a:alpha val="10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809625" y="3798541"/>
            <a:ext cx="424688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层选择性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：攻击集中于信息汇聚的深层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fc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6633845" y="1090295"/>
            <a:ext cx="5095875" cy="3484245"/>
          </a:xfrm>
          <a:custGeom>
            <a:avLst/>
            <a:gdLst>
              <a:gd name="sw" fmla="*/ 1 w 8025"/>
              <a:gd name="sh" fmla="*/ 1 h 5487"/>
              <a:gd name="mins" fmla="min sw sh"/>
              <a:gd name="dsw" fmla="+- 0 sw mins"/>
              <a:gd name="dsh" fmla="+- 0 sh mins"/>
              <a:gd name="p0x0" fmla="*/ 120 w 8025"/>
              <a:gd name="p0y0" fmla="*/ 0 h 5487"/>
              <a:gd name="p0x1" fmla="*/ 7905 w 8025"/>
              <a:gd name="p0y1" fmla="*/ 0 h 5487"/>
              <a:gd name="p0x2" fmla="*/ 7971 w 8025"/>
              <a:gd name="p0y2" fmla="*/ 0 h 5487"/>
              <a:gd name="p0x3" fmla="*/ 8025 w 8025"/>
              <a:gd name="p0y3" fmla="*/ 53 h 5487"/>
              <a:gd name="p0x4" fmla="*/ 8025 w 8025"/>
              <a:gd name="p0y4" fmla="*/ 120 h 5487"/>
              <a:gd name="p0x5" fmla="*/ 8025 w 8025"/>
              <a:gd name="p0y5" fmla="*/ 5367 h 5487"/>
              <a:gd name="p0x6" fmla="*/ 8025 w 8025"/>
              <a:gd name="p0y6" fmla="*/ 5433 h 5487"/>
              <a:gd name="p0x7" fmla="*/ 7971 w 8025"/>
              <a:gd name="p0y7" fmla="*/ 5487 h 5487"/>
              <a:gd name="p0x8" fmla="*/ 7905 w 8025"/>
              <a:gd name="p0y8" fmla="*/ 5487 h 5487"/>
              <a:gd name="p0x9" fmla="*/ 120 w 8025"/>
              <a:gd name="p0y9" fmla="*/ 5487 h 5487"/>
              <a:gd name="p0x10" fmla="*/ 53 w 8025"/>
              <a:gd name="p0y10" fmla="*/ 5487 h 5487"/>
              <a:gd name="p0x11" fmla="*/ 0 w 8025"/>
              <a:gd name="p0y11" fmla="*/ 5433 h 5487"/>
              <a:gd name="p0x12" fmla="*/ 0 w 8025"/>
              <a:gd name="p0y12" fmla="*/ 5367 h 5487"/>
              <a:gd name="p0x13" fmla="*/ 0 w 8025"/>
              <a:gd name="p0y13" fmla="*/ 120 h 5487"/>
              <a:gd name="p0x14" fmla="*/ 0 w 8025"/>
              <a:gd name="p0y14" fmla="*/ 53 h 5487"/>
              <a:gd name="p0x15" fmla="*/ 53 w 8025"/>
              <a:gd name="p0y15" fmla="*/ 0 h 5487"/>
              <a:gd name="p0x16" fmla="*/ 120 w 8025"/>
              <a:gd name="p0y16" fmla="*/ 0 h 54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5"/>
            </p:custDataLst>
          </p:nvPr>
        </p:nvSpPr>
        <p:spPr>
          <a:xfrm>
            <a:off x="6833870" y="12954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4118"/>
            </a:schemeClr>
          </a:solidFill>
          <a:ln w="9525" cmpd="sng">
            <a:solidFill>
              <a:schemeClr val="accent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6924599" y="1362075"/>
            <a:ext cx="304876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0A6"/>
                </a:solidFill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sz="1200" b="1">
              <a:solidFill>
                <a:srgbClr val="FFD0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7286625" y="12858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高斯噪声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8867775" y="1335881"/>
            <a:ext cx="2857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CE5A00"/>
                </a:solidFill>
                <a:latin typeface="微软雅黑" panose="020B0503020204020204" charset="-122"/>
                <a:ea typeface="微软雅黑" panose="020B0503020204020204" charset="-122"/>
              </a:rPr>
              <a:t>破坏模式：从浅层开始全面侵蚀</a:t>
            </a:r>
            <a:endParaRPr sz="1500">
              <a:solidFill>
                <a:srgbClr val="CE5A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829425" y="1752600"/>
            <a:ext cx="4705350" cy="8890"/>
            <a:chOff x="10755" y="2760"/>
            <a:chExt cx="7410" cy="14"/>
          </a:xfrm>
        </p:grpSpPr>
        <p:sp>
          <p:nvSpPr>
            <p:cNvPr id="32" name="任意多边形 31"/>
            <p:cNvSpPr/>
            <p:nvPr>
              <p:custDataLst>
                <p:tags r:id="rId29"/>
              </p:custDataLst>
            </p:nvPr>
          </p:nvSpPr>
          <p:spPr>
            <a:xfrm>
              <a:off x="10755" y="2760"/>
              <a:ext cx="7410" cy="15"/>
            </a:xfrm>
            <a:custGeom>
              <a:avLst/>
              <a:gdLst>
                <a:gd name="sw" fmla="*/ 1 w 7410"/>
                <a:gd name="sh" fmla="*/ 1 h 15"/>
                <a:gd name="mins" fmla="min sw sh"/>
                <a:gd name="dsw" fmla="+- 0 sw mins"/>
                <a:gd name="dsh" fmla="+- 0 sh mins"/>
                <a:gd name="p0x0" fmla="*/ 0 w 7410"/>
                <a:gd name="p0y0" fmla="*/ 0 h 15"/>
                <a:gd name="p0x1" fmla="*/ 7410 w 7410"/>
                <a:gd name="p0y1" fmla="*/ 0 h 15"/>
                <a:gd name="p0x2" fmla="*/ 7410 w 7410"/>
                <a:gd name="p0y2" fmla="*/ 15 h 15"/>
                <a:gd name="p0x3" fmla="*/ 0 w 7410"/>
                <a:gd name="p0y3" fmla="*/ 15 h 15"/>
                <a:gd name="p0x4" fmla="*/ 0 w 74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30"/>
              </p:custDataLst>
            </p:nvPr>
          </p:nvSpPr>
          <p:spPr>
            <a:xfrm>
              <a:off x="10755" y="2760"/>
              <a:ext cx="7410" cy="15"/>
            </a:xfrm>
            <a:custGeom>
              <a:avLst/>
              <a:gdLst>
                <a:gd name="sw" fmla="*/ 1 w 7410"/>
                <a:gd name="sh" fmla="*/ 1 h 15"/>
                <a:gd name="mins" fmla="min sw sh"/>
                <a:gd name="dsw" fmla="+- 0 sw mins"/>
                <a:gd name="dsh" fmla="+- 0 sh mins"/>
                <a:gd name="p0x0" fmla="*/ 0 w 7410"/>
                <a:gd name="p0y0" fmla="*/ 0 h 15"/>
                <a:gd name="p0x1" fmla="*/ 7410 w 7410"/>
                <a:gd name="p0y1" fmla="*/ 0 h 15"/>
                <a:gd name="p0x2" fmla="*/ 7410 w 7410"/>
                <a:gd name="p0y2" fmla="*/ 15 h 15"/>
                <a:gd name="p0x3" fmla="*/ 0 w 7410"/>
                <a:gd name="p0y3" fmla="*/ 15 h 15"/>
                <a:gd name="p0x4" fmla="*/ 0 w 741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任意多边形 35"/>
          <p:cNvSpPr/>
          <p:nvPr>
            <p:custDataLst>
              <p:tags r:id="rId31"/>
            </p:custDataLst>
          </p:nvPr>
        </p:nvSpPr>
        <p:spPr>
          <a:xfrm>
            <a:off x="6829425" y="230187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ctr" rotWithShape="0">
              <a:schemeClr val="accent3"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6981825" y="2192684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输入无关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随机加性扰动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6829425" y="30518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ctr" rotWithShape="0">
              <a:schemeClr val="accent3"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6981825" y="2942330"/>
            <a:ext cx="2919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无差别攻击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所有层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，无层选择性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6829425" y="38011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114300" algn="ctr" rotWithShape="0">
              <a:schemeClr val="accent3"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6981825" y="3691976"/>
            <a:ext cx="37797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模拟方式：零均值加性噪声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x + N(0, σ²)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57200"/>
            <a:ext cx="11277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JOINT ERROR · DITHERING GAIN</a:t>
            </a:r>
            <a:endParaRPr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7200" y="709613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联合误差与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1271588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nonlinearity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，后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quantize_error ——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联合误差的严格物理路径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785620"/>
            <a:ext cx="3622675" cy="4610100"/>
          </a:xfrm>
          <a:custGeom>
            <a:avLst/>
            <a:gdLst>
              <a:gd name="sw" fmla="*/ 1 w 5705"/>
              <a:gd name="sh" fmla="*/ 1 h 7260"/>
              <a:gd name="mins" fmla="min sw sh"/>
              <a:gd name="dsw" fmla="+- 0 sw mins"/>
              <a:gd name="dsh" fmla="+- 0 sh mins"/>
              <a:gd name="p0x0" fmla="*/ 120 w 5705"/>
              <a:gd name="p0y0" fmla="*/ 0 h 7260"/>
              <a:gd name="p0x1" fmla="*/ 5585 w 5705"/>
              <a:gd name="p0y1" fmla="*/ 0 h 7260"/>
              <a:gd name="p0x2" fmla="*/ 5651 w 5705"/>
              <a:gd name="p0y2" fmla="*/ 0 h 7260"/>
              <a:gd name="p0x3" fmla="*/ 5705 w 5705"/>
              <a:gd name="p0y3" fmla="*/ 53 h 7260"/>
              <a:gd name="p0x4" fmla="*/ 5705 w 5705"/>
              <a:gd name="p0y4" fmla="*/ 120 h 7260"/>
              <a:gd name="p0x5" fmla="*/ 5705 w 5705"/>
              <a:gd name="p0y5" fmla="*/ 7140 h 7260"/>
              <a:gd name="p0x6" fmla="*/ 5705 w 5705"/>
              <a:gd name="p0y6" fmla="*/ 7206 h 7260"/>
              <a:gd name="p0x7" fmla="*/ 5651 w 5705"/>
              <a:gd name="p0y7" fmla="*/ 7260 h 7260"/>
              <a:gd name="p0x8" fmla="*/ 5585 w 5705"/>
              <a:gd name="p0y8" fmla="*/ 7260 h 7260"/>
              <a:gd name="p0x9" fmla="*/ 120 w 5705"/>
              <a:gd name="p0y9" fmla="*/ 7260 h 7260"/>
              <a:gd name="p0x10" fmla="*/ 53 w 5705"/>
              <a:gd name="p0y10" fmla="*/ 7260 h 7260"/>
              <a:gd name="p0x11" fmla="*/ 0 w 5705"/>
              <a:gd name="p0y11" fmla="*/ 7206 h 7260"/>
              <a:gd name="p0x12" fmla="*/ 0 w 5705"/>
              <a:gd name="p0y12" fmla="*/ 7140 h 7260"/>
              <a:gd name="p0x13" fmla="*/ 0 w 5705"/>
              <a:gd name="p0y13" fmla="*/ 120 h 7260"/>
              <a:gd name="p0x14" fmla="*/ 0 w 5705"/>
              <a:gd name="p0y14" fmla="*/ 53 h 7260"/>
              <a:gd name="p0x15" fmla="*/ 53 w 5705"/>
              <a:gd name="p0y15" fmla="*/ 0 h 7260"/>
              <a:gd name="p0x16" fmla="*/ 120 w 5705"/>
              <a:gd name="p0y16" fmla="*/ 0 h 7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661670" y="20193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28215" y="2082165"/>
            <a:ext cx="353320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20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000125" y="19650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误差机制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661670" y="2997835"/>
            <a:ext cx="3222625" cy="542925"/>
          </a:xfrm>
          <a:custGeom>
            <a:avLst/>
            <a:gdLst>
              <a:gd name="sw" fmla="*/ 1 w 5075"/>
              <a:gd name="sh" fmla="*/ 1 h 855"/>
              <a:gd name="mins" fmla="min sw sh"/>
              <a:gd name="dsw" fmla="+- 0 sw mins"/>
              <a:gd name="dsh" fmla="+- 0 sh mins"/>
              <a:gd name="p0x0" fmla="*/ 120 w 5075"/>
              <a:gd name="p0y0" fmla="*/ 0 h 855"/>
              <a:gd name="p0x1" fmla="*/ 4955 w 5075"/>
              <a:gd name="p0y1" fmla="*/ 0 h 855"/>
              <a:gd name="p0x2" fmla="*/ 5021 w 5075"/>
              <a:gd name="p0y2" fmla="*/ 0 h 855"/>
              <a:gd name="p0x3" fmla="*/ 5075 w 5075"/>
              <a:gd name="p0y3" fmla="*/ 53 h 855"/>
              <a:gd name="p0x4" fmla="*/ 5075 w 5075"/>
              <a:gd name="p0y4" fmla="*/ 120 h 855"/>
              <a:gd name="p0x5" fmla="*/ 5075 w 5075"/>
              <a:gd name="p0y5" fmla="*/ 735 h 855"/>
              <a:gd name="p0x6" fmla="*/ 5075 w 5075"/>
              <a:gd name="p0y6" fmla="*/ 801 h 855"/>
              <a:gd name="p0x7" fmla="*/ 5021 w 5075"/>
              <a:gd name="p0y7" fmla="*/ 855 h 855"/>
              <a:gd name="p0x8" fmla="*/ 4955 w 5075"/>
              <a:gd name="p0y8" fmla="*/ 855 h 855"/>
              <a:gd name="p0x9" fmla="*/ 120 w 5075"/>
              <a:gd name="p0y9" fmla="*/ 855 h 855"/>
              <a:gd name="p0x10" fmla="*/ 53 w 5075"/>
              <a:gd name="p0y10" fmla="*/ 855 h 855"/>
              <a:gd name="p0x11" fmla="*/ 0 w 5075"/>
              <a:gd name="p0y11" fmla="*/ 801 h 855"/>
              <a:gd name="p0x12" fmla="*/ 0 w 5075"/>
              <a:gd name="p0y12" fmla="*/ 735 h 855"/>
              <a:gd name="p0x13" fmla="*/ 0 w 5075"/>
              <a:gd name="p0y13" fmla="*/ 120 h 855"/>
              <a:gd name="p0x14" fmla="*/ 0 w 5075"/>
              <a:gd name="p0y14" fmla="*/ 53 h 855"/>
              <a:gd name="p0x15" fmla="*/ 53 w 5075"/>
              <a:gd name="p0y15" fmla="*/ 0 h 855"/>
              <a:gd name="p0x16" fmla="*/ 120 w 507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19150" y="3102769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顺序严格遵循物理路径：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569595" y="4033520"/>
            <a:ext cx="1350010" cy="414655"/>
          </a:xfrm>
          <a:custGeom>
            <a:avLst/>
            <a:gdLst>
              <a:gd name="sw" fmla="*/ 1 w 2126"/>
              <a:gd name="sh" fmla="*/ 1 h 652"/>
              <a:gd name="mins" fmla="min sw sh"/>
              <a:gd name="dsw" fmla="+- 0 sw mins"/>
              <a:gd name="dsh" fmla="+- 0 sh mins"/>
              <a:gd name="p0x0" fmla="*/ 120 w 2126"/>
              <a:gd name="p0y0" fmla="*/ 0 h 652"/>
              <a:gd name="p0x1" fmla="*/ 2006 w 2126"/>
              <a:gd name="p0y1" fmla="*/ 0 h 652"/>
              <a:gd name="p0x2" fmla="*/ 2072 w 2126"/>
              <a:gd name="p0y2" fmla="*/ 0 h 652"/>
              <a:gd name="p0x3" fmla="*/ 2126 w 2126"/>
              <a:gd name="p0y3" fmla="*/ 53 h 652"/>
              <a:gd name="p0x4" fmla="*/ 2126 w 2126"/>
              <a:gd name="p0y4" fmla="*/ 120 h 652"/>
              <a:gd name="p0x5" fmla="*/ 2126 w 2126"/>
              <a:gd name="p0y5" fmla="*/ 532 h 652"/>
              <a:gd name="p0x6" fmla="*/ 2126 w 2126"/>
              <a:gd name="p0y6" fmla="*/ 598 h 652"/>
              <a:gd name="p0x7" fmla="*/ 2072 w 2126"/>
              <a:gd name="p0y7" fmla="*/ 652 h 652"/>
              <a:gd name="p0x8" fmla="*/ 2006 w 2126"/>
              <a:gd name="p0y8" fmla="*/ 652 h 652"/>
              <a:gd name="p0x9" fmla="*/ 120 w 2126"/>
              <a:gd name="p0y9" fmla="*/ 652 h 652"/>
              <a:gd name="p0x10" fmla="*/ 53 w 2126"/>
              <a:gd name="p0y10" fmla="*/ 652 h 652"/>
              <a:gd name="p0x11" fmla="*/ 0 w 2126"/>
              <a:gd name="p0y11" fmla="*/ 598 h 652"/>
              <a:gd name="p0x12" fmla="*/ 0 w 2126"/>
              <a:gd name="p0y12" fmla="*/ 532 h 652"/>
              <a:gd name="p0x13" fmla="*/ 0 w 2126"/>
              <a:gd name="p0y13" fmla="*/ 120 h 652"/>
              <a:gd name="p0x14" fmla="*/ 0 w 2126"/>
              <a:gd name="p0y14" fmla="*/ 53 h 652"/>
              <a:gd name="p0x15" fmla="*/ 53 w 2126"/>
              <a:gd name="p0y15" fmla="*/ 0 h 652"/>
              <a:gd name="p0x16" fmla="*/ 120 w 2126"/>
              <a:gd name="p0y16" fmla="*/ 0 h 6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727100" y="4114800"/>
            <a:ext cx="122626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nonlinearity</a:t>
            </a:r>
            <a:endParaRPr sz="15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000993" y="4064794"/>
            <a:ext cx="5334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1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2348230" y="4033520"/>
            <a:ext cx="1628140" cy="414655"/>
          </a:xfrm>
          <a:custGeom>
            <a:avLst/>
            <a:gdLst>
              <a:gd name="sw" fmla="*/ 1 w 2563"/>
              <a:gd name="sh" fmla="*/ 1 h 652"/>
              <a:gd name="mins" fmla="min sw sh"/>
              <a:gd name="dsw" fmla="+- 0 sw mins"/>
              <a:gd name="dsh" fmla="+- 0 sh mins"/>
              <a:gd name="p0x0" fmla="*/ 120 w 2563"/>
              <a:gd name="p0y0" fmla="*/ 0 h 652"/>
              <a:gd name="p0x1" fmla="*/ 2443 w 2563"/>
              <a:gd name="p0y1" fmla="*/ 0 h 652"/>
              <a:gd name="p0x2" fmla="*/ 2510 w 2563"/>
              <a:gd name="p0y2" fmla="*/ 0 h 652"/>
              <a:gd name="p0x3" fmla="*/ 2563 w 2563"/>
              <a:gd name="p0y3" fmla="*/ 53 h 652"/>
              <a:gd name="p0x4" fmla="*/ 2563 w 2563"/>
              <a:gd name="p0y4" fmla="*/ 120 h 652"/>
              <a:gd name="p0x5" fmla="*/ 2563 w 2563"/>
              <a:gd name="p0y5" fmla="*/ 532 h 652"/>
              <a:gd name="p0x6" fmla="*/ 2563 w 2563"/>
              <a:gd name="p0y6" fmla="*/ 598 h 652"/>
              <a:gd name="p0x7" fmla="*/ 2510 w 2563"/>
              <a:gd name="p0y7" fmla="*/ 652 h 652"/>
              <a:gd name="p0x8" fmla="*/ 2443 w 2563"/>
              <a:gd name="p0y8" fmla="*/ 652 h 652"/>
              <a:gd name="p0x9" fmla="*/ 120 w 2563"/>
              <a:gd name="p0y9" fmla="*/ 652 h 652"/>
              <a:gd name="p0x10" fmla="*/ 53 w 2563"/>
              <a:gd name="p0y10" fmla="*/ 652 h 652"/>
              <a:gd name="p0x11" fmla="*/ 0 w 2563"/>
              <a:gd name="p0y11" fmla="*/ 598 h 652"/>
              <a:gd name="p0x12" fmla="*/ 0 w 2563"/>
              <a:gd name="p0y12" fmla="*/ 532 h 652"/>
              <a:gd name="p0x13" fmla="*/ 0 w 2563"/>
              <a:gd name="p0y13" fmla="*/ 120 h 652"/>
              <a:gd name="p0x14" fmla="*/ 0 w 2563"/>
              <a:gd name="p0y14" fmla="*/ 53 h 652"/>
              <a:gd name="p0x15" fmla="*/ 53 w 2563"/>
              <a:gd name="p0y15" fmla="*/ 0 h 652"/>
              <a:gd name="p0x16" fmla="*/ 120 w 2563"/>
              <a:gd name="p0y16" fmla="*/ 0 h 6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2505818" y="4114800"/>
            <a:ext cx="15042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quantize_error</a:t>
            </a:r>
            <a:endParaRPr sz="15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661670" y="4940935"/>
            <a:ext cx="3222625" cy="847725"/>
          </a:xfrm>
          <a:custGeom>
            <a:avLst/>
            <a:gdLst>
              <a:gd name="sw" fmla="*/ 1 w 5075"/>
              <a:gd name="sh" fmla="*/ 1 h 1335"/>
              <a:gd name="mins" fmla="min sw sh"/>
              <a:gd name="dsw" fmla="+- 0 sw mins"/>
              <a:gd name="dsh" fmla="+- 0 sh mins"/>
              <a:gd name="p0x0" fmla="*/ 120 w 5075"/>
              <a:gd name="p0y0" fmla="*/ 0 h 1335"/>
              <a:gd name="p0x1" fmla="*/ 4955 w 5075"/>
              <a:gd name="p0y1" fmla="*/ 0 h 1335"/>
              <a:gd name="p0x2" fmla="*/ 5021 w 5075"/>
              <a:gd name="p0y2" fmla="*/ 0 h 1335"/>
              <a:gd name="p0x3" fmla="*/ 5075 w 5075"/>
              <a:gd name="p0y3" fmla="*/ 53 h 1335"/>
              <a:gd name="p0x4" fmla="*/ 5075 w 5075"/>
              <a:gd name="p0y4" fmla="*/ 120 h 1335"/>
              <a:gd name="p0x5" fmla="*/ 5075 w 5075"/>
              <a:gd name="p0y5" fmla="*/ 1215 h 1335"/>
              <a:gd name="p0x6" fmla="*/ 5075 w 5075"/>
              <a:gd name="p0y6" fmla="*/ 1281 h 1335"/>
              <a:gd name="p0x7" fmla="*/ 5021 w 5075"/>
              <a:gd name="p0y7" fmla="*/ 1335 h 1335"/>
              <a:gd name="p0x8" fmla="*/ 4955 w 5075"/>
              <a:gd name="p0y8" fmla="*/ 1335 h 1335"/>
              <a:gd name="p0x9" fmla="*/ 120 w 5075"/>
              <a:gd name="p0y9" fmla="*/ 1335 h 1335"/>
              <a:gd name="p0x10" fmla="*/ 53 w 5075"/>
              <a:gd name="p0y10" fmla="*/ 1335 h 1335"/>
              <a:gd name="p0x11" fmla="*/ 0 w 5075"/>
              <a:gd name="p0y11" fmla="*/ 1281 h 1335"/>
              <a:gd name="p0x12" fmla="*/ 0 w 5075"/>
              <a:gd name="p0y12" fmla="*/ 1215 h 1335"/>
              <a:gd name="p0x13" fmla="*/ 0 w 5075"/>
              <a:gd name="p0y13" fmla="*/ 120 h 1335"/>
              <a:gd name="p0x14" fmla="*/ 0 w 5075"/>
              <a:gd name="p0y14" fmla="*/ 53 h 1335"/>
              <a:gd name="p0x15" fmla="*/ 53 w 5075"/>
              <a:gd name="p0y15" fmla="*/ 0 h 1335"/>
              <a:gd name="p0x16" fmla="*/ 120 w 507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819150" y="5045869"/>
            <a:ext cx="2857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逐样本动态缩放的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对称饱和整型量化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反量化（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QDQ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4284345" y="1785620"/>
            <a:ext cx="3622675" cy="4610100"/>
          </a:xfrm>
          <a:custGeom>
            <a:avLst/>
            <a:gdLst>
              <a:gd name="sw" fmla="*/ 1 w 5705"/>
              <a:gd name="sh" fmla="*/ 1 h 7260"/>
              <a:gd name="mins" fmla="min sw sh"/>
              <a:gd name="dsw" fmla="+- 0 sw mins"/>
              <a:gd name="dsh" fmla="+- 0 sh mins"/>
              <a:gd name="p0x0" fmla="*/ 120 w 5705"/>
              <a:gd name="p0y0" fmla="*/ 0 h 7260"/>
              <a:gd name="p0x1" fmla="*/ 5585 w 5705"/>
              <a:gd name="p0y1" fmla="*/ 0 h 7260"/>
              <a:gd name="p0x2" fmla="*/ 5651 w 5705"/>
              <a:gd name="p0y2" fmla="*/ 0 h 7260"/>
              <a:gd name="p0x3" fmla="*/ 5705 w 5705"/>
              <a:gd name="p0y3" fmla="*/ 53 h 7260"/>
              <a:gd name="p0x4" fmla="*/ 5705 w 5705"/>
              <a:gd name="p0y4" fmla="*/ 120 h 7260"/>
              <a:gd name="p0x5" fmla="*/ 5705 w 5705"/>
              <a:gd name="p0y5" fmla="*/ 7140 h 7260"/>
              <a:gd name="p0x6" fmla="*/ 5705 w 5705"/>
              <a:gd name="p0y6" fmla="*/ 7206 h 7260"/>
              <a:gd name="p0x7" fmla="*/ 5651 w 5705"/>
              <a:gd name="p0y7" fmla="*/ 7260 h 7260"/>
              <a:gd name="p0x8" fmla="*/ 5585 w 5705"/>
              <a:gd name="p0y8" fmla="*/ 7260 h 7260"/>
              <a:gd name="p0x9" fmla="*/ 120 w 5705"/>
              <a:gd name="p0y9" fmla="*/ 7260 h 7260"/>
              <a:gd name="p0x10" fmla="*/ 53 w 5705"/>
              <a:gd name="p0y10" fmla="*/ 7260 h 7260"/>
              <a:gd name="p0x11" fmla="*/ 0 w 5705"/>
              <a:gd name="p0y11" fmla="*/ 7206 h 7260"/>
              <a:gd name="p0x12" fmla="*/ 0 w 5705"/>
              <a:gd name="p0y12" fmla="*/ 7140 h 7260"/>
              <a:gd name="p0x13" fmla="*/ 0 w 5705"/>
              <a:gd name="p0y13" fmla="*/ 120 h 7260"/>
              <a:gd name="p0x14" fmla="*/ 0 w 5705"/>
              <a:gd name="p0y14" fmla="*/ 53 h 7260"/>
              <a:gd name="p0x15" fmla="*/ 53 w 5705"/>
              <a:gd name="p0y15" fmla="*/ 0 h 7260"/>
              <a:gd name="p0x16" fmla="*/ 120 w 5705"/>
              <a:gd name="p0y16" fmla="*/ 0 h 7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484370" y="20193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4550940" y="2082165"/>
            <a:ext cx="353321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20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4822851" y="19650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增益现象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4484370" y="3077845"/>
            <a:ext cx="3222625" cy="1152525"/>
          </a:xfrm>
          <a:custGeom>
            <a:avLst/>
            <a:gdLst>
              <a:gd name="sw" fmla="*/ 1 w 5075"/>
              <a:gd name="sh" fmla="*/ 1 h 1815"/>
              <a:gd name="mins" fmla="min sw sh"/>
              <a:gd name="dsw" fmla="+- 0 sw mins"/>
              <a:gd name="dsh" fmla="+- 0 sh mins"/>
              <a:gd name="p0x0" fmla="*/ 120 w 5075"/>
              <a:gd name="p0y0" fmla="*/ 0 h 1815"/>
              <a:gd name="p0x1" fmla="*/ 4955 w 5075"/>
              <a:gd name="p0y1" fmla="*/ 0 h 1815"/>
              <a:gd name="p0x2" fmla="*/ 5021 w 5075"/>
              <a:gd name="p0y2" fmla="*/ 0 h 1815"/>
              <a:gd name="p0x3" fmla="*/ 5075 w 5075"/>
              <a:gd name="p0y3" fmla="*/ 53 h 1815"/>
              <a:gd name="p0x4" fmla="*/ 5075 w 5075"/>
              <a:gd name="p0y4" fmla="*/ 120 h 1815"/>
              <a:gd name="p0x5" fmla="*/ 5075 w 5075"/>
              <a:gd name="p0y5" fmla="*/ 1695 h 1815"/>
              <a:gd name="p0x6" fmla="*/ 5075 w 5075"/>
              <a:gd name="p0y6" fmla="*/ 1761 h 1815"/>
              <a:gd name="p0x7" fmla="*/ 5021 w 5075"/>
              <a:gd name="p0y7" fmla="*/ 1815 h 1815"/>
              <a:gd name="p0x8" fmla="*/ 4955 w 5075"/>
              <a:gd name="p0y8" fmla="*/ 1815 h 1815"/>
              <a:gd name="p0x9" fmla="*/ 120 w 5075"/>
              <a:gd name="p0y9" fmla="*/ 1815 h 1815"/>
              <a:gd name="p0x10" fmla="*/ 53 w 5075"/>
              <a:gd name="p0y10" fmla="*/ 1815 h 1815"/>
              <a:gd name="p0x11" fmla="*/ 0 w 5075"/>
              <a:gd name="p0y11" fmla="*/ 1761 h 1815"/>
              <a:gd name="p0x12" fmla="*/ 0 w 5075"/>
              <a:gd name="p0y12" fmla="*/ 1695 h 1815"/>
              <a:gd name="p0x13" fmla="*/ 0 w 5075"/>
              <a:gd name="p0y13" fmla="*/ 120 h 1815"/>
              <a:gd name="p0x14" fmla="*/ 0 w 5075"/>
              <a:gd name="p0y14" fmla="*/ 53 h 1815"/>
              <a:gd name="p0x15" fmla="*/ 53 w 5075"/>
              <a:gd name="p0y15" fmla="*/ 0 h 1815"/>
              <a:gd name="p0x16" fmla="*/ 120 w 507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4641876" y="3182912"/>
            <a:ext cx="290832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VGG-11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粗离散化重塑被失真压平的分类器输入分布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4484370" y="4803140"/>
            <a:ext cx="3222625" cy="904875"/>
          </a:xfrm>
          <a:custGeom>
            <a:avLst/>
            <a:gdLst>
              <a:gd name="sw" fmla="*/ 1 w 5075"/>
              <a:gd name="sh" fmla="*/ 1 h 1425"/>
              <a:gd name="mins" fmla="min sw sh"/>
              <a:gd name="dsw" fmla="+- 0 sw mins"/>
              <a:gd name="dsh" fmla="+- 0 sh mins"/>
              <a:gd name="p0x0" fmla="*/ 120 w 5075"/>
              <a:gd name="p0y0" fmla="*/ 0 h 1425"/>
              <a:gd name="p0x1" fmla="*/ 4955 w 5075"/>
              <a:gd name="p0y1" fmla="*/ 0 h 1425"/>
              <a:gd name="p0x2" fmla="*/ 5021 w 5075"/>
              <a:gd name="p0y2" fmla="*/ 0 h 1425"/>
              <a:gd name="p0x3" fmla="*/ 5075 w 5075"/>
              <a:gd name="p0y3" fmla="*/ 53 h 1425"/>
              <a:gd name="p0x4" fmla="*/ 5075 w 5075"/>
              <a:gd name="p0y4" fmla="*/ 120 h 1425"/>
              <a:gd name="p0x5" fmla="*/ 5075 w 5075"/>
              <a:gd name="p0y5" fmla="*/ 1305 h 1425"/>
              <a:gd name="p0x6" fmla="*/ 5075 w 5075"/>
              <a:gd name="p0y6" fmla="*/ 1371 h 1425"/>
              <a:gd name="p0x7" fmla="*/ 5021 w 5075"/>
              <a:gd name="p0y7" fmla="*/ 1425 h 1425"/>
              <a:gd name="p0x8" fmla="*/ 4955 w 5075"/>
              <a:gd name="p0y8" fmla="*/ 1425 h 1425"/>
              <a:gd name="p0x9" fmla="*/ 120 w 5075"/>
              <a:gd name="p0y9" fmla="*/ 1425 h 1425"/>
              <a:gd name="p0x10" fmla="*/ 53 w 5075"/>
              <a:gd name="p0y10" fmla="*/ 1425 h 1425"/>
              <a:gd name="p0x11" fmla="*/ 0 w 5075"/>
              <a:gd name="p0y11" fmla="*/ 1371 h 1425"/>
              <a:gd name="p0x12" fmla="*/ 0 w 5075"/>
              <a:gd name="p0y12" fmla="*/ 1305 h 1425"/>
              <a:gd name="p0x13" fmla="*/ 0 w 5075"/>
              <a:gd name="p0y13" fmla="*/ 120 h 1425"/>
              <a:gd name="p0x14" fmla="*/ 0 w 5075"/>
              <a:gd name="p0y14" fmla="*/ 53 h 1425"/>
              <a:gd name="p0x15" fmla="*/ 53 w 5075"/>
              <a:gd name="p0y15" fmla="*/ 0 h 1425"/>
              <a:gd name="p0x16" fmla="*/ 120 w 5075"/>
              <a:gd name="p0y16" fmla="*/ 0 h 14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5293966" y="4899927"/>
            <a:ext cx="1604143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endParaRPr sz="27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4905451" y="5389512"/>
            <a:ext cx="238117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精度反升（机理判决详见拓展</a:t>
            </a:r>
            <a:r>
              <a:rPr lang="en-US" altLang="zh-CN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8107045" y="1785620"/>
            <a:ext cx="3622675" cy="4610100"/>
          </a:xfrm>
          <a:custGeom>
            <a:avLst/>
            <a:gdLst>
              <a:gd name="sw" fmla="*/ 1 w 5705"/>
              <a:gd name="sh" fmla="*/ 1 h 7260"/>
              <a:gd name="mins" fmla="min sw sh"/>
              <a:gd name="dsw" fmla="+- 0 sw mins"/>
              <a:gd name="dsh" fmla="+- 0 sh mins"/>
              <a:gd name="p0x0" fmla="*/ 120 w 5705"/>
              <a:gd name="p0y0" fmla="*/ 0 h 7260"/>
              <a:gd name="p0x1" fmla="*/ 5585 w 5705"/>
              <a:gd name="p0y1" fmla="*/ 0 h 7260"/>
              <a:gd name="p0x2" fmla="*/ 5651 w 5705"/>
              <a:gd name="p0y2" fmla="*/ 0 h 7260"/>
              <a:gd name="p0x3" fmla="*/ 5705 w 5705"/>
              <a:gd name="p0y3" fmla="*/ 53 h 7260"/>
              <a:gd name="p0x4" fmla="*/ 5705 w 5705"/>
              <a:gd name="p0y4" fmla="*/ 120 h 7260"/>
              <a:gd name="p0x5" fmla="*/ 5705 w 5705"/>
              <a:gd name="p0y5" fmla="*/ 7140 h 7260"/>
              <a:gd name="p0x6" fmla="*/ 5705 w 5705"/>
              <a:gd name="p0y6" fmla="*/ 7206 h 7260"/>
              <a:gd name="p0x7" fmla="*/ 5651 w 5705"/>
              <a:gd name="p0y7" fmla="*/ 7260 h 7260"/>
              <a:gd name="p0x8" fmla="*/ 5585 w 5705"/>
              <a:gd name="p0y8" fmla="*/ 7260 h 7260"/>
              <a:gd name="p0x9" fmla="*/ 120 w 5705"/>
              <a:gd name="p0y9" fmla="*/ 7260 h 7260"/>
              <a:gd name="p0x10" fmla="*/ 53 w 5705"/>
              <a:gd name="p0y10" fmla="*/ 7260 h 7260"/>
              <a:gd name="p0x11" fmla="*/ 0 w 5705"/>
              <a:gd name="p0y11" fmla="*/ 7206 h 7260"/>
              <a:gd name="p0x12" fmla="*/ 0 w 5705"/>
              <a:gd name="p0y12" fmla="*/ 7140 h 7260"/>
              <a:gd name="p0x13" fmla="*/ 0 w 5705"/>
              <a:gd name="p0y13" fmla="*/ 120 h 7260"/>
              <a:gd name="p0x14" fmla="*/ 0 w 5705"/>
              <a:gd name="p0y14" fmla="*/ 53 h 7260"/>
              <a:gd name="p0x15" fmla="*/ 53 w 5705"/>
              <a:gd name="p0y15" fmla="*/ 0 h 7260"/>
              <a:gd name="p0x16" fmla="*/ 120 w 5705"/>
              <a:gd name="p0y16" fmla="*/ 0 h 7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9"/>
            </p:custDataLst>
          </p:nvPr>
        </p:nvSpPr>
        <p:spPr>
          <a:xfrm>
            <a:off x="8307070" y="20193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8373666" y="2082165"/>
            <a:ext cx="353320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04000"/>
              </a:lnSpc>
            </a:pPr>
            <a:r>
              <a:rPr sz="1200" b="1" spc="4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200" b="1" spc="4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8645576" y="19650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边界条件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2"/>
            </p:custDataLst>
          </p:nvPr>
        </p:nvSpPr>
        <p:spPr>
          <a:xfrm>
            <a:off x="8307070" y="3096895"/>
            <a:ext cx="3222625" cy="1152525"/>
          </a:xfrm>
          <a:custGeom>
            <a:avLst/>
            <a:gdLst>
              <a:gd name="sw" fmla="*/ 1 w 5075"/>
              <a:gd name="sh" fmla="*/ 1 h 1815"/>
              <a:gd name="mins" fmla="min sw sh"/>
              <a:gd name="dsw" fmla="+- 0 sw mins"/>
              <a:gd name="dsh" fmla="+- 0 sh mins"/>
              <a:gd name="p0x0" fmla="*/ 120 w 5075"/>
              <a:gd name="p0y0" fmla="*/ 0 h 1815"/>
              <a:gd name="p0x1" fmla="*/ 4955 w 5075"/>
              <a:gd name="p0y1" fmla="*/ 0 h 1815"/>
              <a:gd name="p0x2" fmla="*/ 5021 w 5075"/>
              <a:gd name="p0y2" fmla="*/ 0 h 1815"/>
              <a:gd name="p0x3" fmla="*/ 5075 w 5075"/>
              <a:gd name="p0y3" fmla="*/ 53 h 1815"/>
              <a:gd name="p0x4" fmla="*/ 5075 w 5075"/>
              <a:gd name="p0y4" fmla="*/ 120 h 1815"/>
              <a:gd name="p0x5" fmla="*/ 5075 w 5075"/>
              <a:gd name="p0y5" fmla="*/ 1695 h 1815"/>
              <a:gd name="p0x6" fmla="*/ 5075 w 5075"/>
              <a:gd name="p0y6" fmla="*/ 1761 h 1815"/>
              <a:gd name="p0x7" fmla="*/ 5021 w 5075"/>
              <a:gd name="p0y7" fmla="*/ 1815 h 1815"/>
              <a:gd name="p0x8" fmla="*/ 4955 w 5075"/>
              <a:gd name="p0y8" fmla="*/ 1815 h 1815"/>
              <a:gd name="p0x9" fmla="*/ 120 w 5075"/>
              <a:gd name="p0y9" fmla="*/ 1815 h 1815"/>
              <a:gd name="p0x10" fmla="*/ 53 w 5075"/>
              <a:gd name="p0y10" fmla="*/ 1815 h 1815"/>
              <a:gd name="p0x11" fmla="*/ 0 w 5075"/>
              <a:gd name="p0y11" fmla="*/ 1761 h 1815"/>
              <a:gd name="p0x12" fmla="*/ 0 w 5075"/>
              <a:gd name="p0y12" fmla="*/ 1695 h 1815"/>
              <a:gd name="p0x13" fmla="*/ 0 w 5075"/>
              <a:gd name="p0y13" fmla="*/ 120 h 1815"/>
              <a:gd name="p0x14" fmla="*/ 0 w 5075"/>
              <a:gd name="p0y14" fmla="*/ 53 h 1815"/>
              <a:gd name="p0x15" fmla="*/ 53 w 5075"/>
              <a:gd name="p0y15" fmla="*/ 0 h 1815"/>
              <a:gd name="p0x16" fmla="*/ 120 w 5075"/>
              <a:gd name="p0y16" fmla="*/ 0 h 18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8464601" y="3201962"/>
            <a:ext cx="290832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该增益</a:t>
            </a:r>
            <a:r>
              <a:rPr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</a:rPr>
              <a:t>并非普遍存在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ResNet-18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未观察到类似现象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4"/>
            </p:custDataLst>
          </p:nvPr>
        </p:nvSpPr>
        <p:spPr>
          <a:xfrm>
            <a:off x="8307070" y="4841240"/>
            <a:ext cx="3222625" cy="847725"/>
          </a:xfrm>
          <a:custGeom>
            <a:avLst/>
            <a:gdLst>
              <a:gd name="sw" fmla="*/ 1 w 5075"/>
              <a:gd name="sh" fmla="*/ 1 h 1335"/>
              <a:gd name="mins" fmla="min sw sh"/>
              <a:gd name="dsw" fmla="+- 0 sw mins"/>
              <a:gd name="dsh" fmla="+- 0 sh mins"/>
              <a:gd name="p0x0" fmla="*/ 120 w 5075"/>
              <a:gd name="p0y0" fmla="*/ 0 h 1335"/>
              <a:gd name="p0x1" fmla="*/ 4955 w 5075"/>
              <a:gd name="p0y1" fmla="*/ 0 h 1335"/>
              <a:gd name="p0x2" fmla="*/ 5021 w 5075"/>
              <a:gd name="p0y2" fmla="*/ 0 h 1335"/>
              <a:gd name="p0x3" fmla="*/ 5075 w 5075"/>
              <a:gd name="p0y3" fmla="*/ 53 h 1335"/>
              <a:gd name="p0x4" fmla="*/ 5075 w 5075"/>
              <a:gd name="p0y4" fmla="*/ 120 h 1335"/>
              <a:gd name="p0x5" fmla="*/ 5075 w 5075"/>
              <a:gd name="p0y5" fmla="*/ 1215 h 1335"/>
              <a:gd name="p0x6" fmla="*/ 5075 w 5075"/>
              <a:gd name="p0y6" fmla="*/ 1281 h 1335"/>
              <a:gd name="p0x7" fmla="*/ 5021 w 5075"/>
              <a:gd name="p0y7" fmla="*/ 1335 h 1335"/>
              <a:gd name="p0x8" fmla="*/ 4955 w 5075"/>
              <a:gd name="p0y8" fmla="*/ 1335 h 1335"/>
              <a:gd name="p0x9" fmla="*/ 120 w 5075"/>
              <a:gd name="p0y9" fmla="*/ 1335 h 1335"/>
              <a:gd name="p0x10" fmla="*/ 53 w 5075"/>
              <a:gd name="p0y10" fmla="*/ 1335 h 1335"/>
              <a:gd name="p0x11" fmla="*/ 0 w 5075"/>
              <a:gd name="p0y11" fmla="*/ 1281 h 1335"/>
              <a:gd name="p0x12" fmla="*/ 0 w 5075"/>
              <a:gd name="p0y12" fmla="*/ 1215 h 1335"/>
              <a:gd name="p0x13" fmla="*/ 0 w 5075"/>
              <a:gd name="p0y13" fmla="*/ 120 h 1335"/>
              <a:gd name="p0x14" fmla="*/ 0 w 5075"/>
              <a:gd name="p0y14" fmla="*/ 53 h 1335"/>
              <a:gd name="p0x15" fmla="*/ 53 w 5075"/>
              <a:gd name="p0y15" fmla="*/ 0 h 1335"/>
              <a:gd name="p0x16" fmla="*/ 120 w 507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5"/>
            </p:custDataLst>
          </p:nvPr>
        </p:nvSpPr>
        <p:spPr>
          <a:xfrm>
            <a:off x="8464601" y="4946599"/>
            <a:ext cx="2952750" cy="6334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超加性叠加恶化取决于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架构类型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量化位宽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组合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4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第二阶段深化研究</a:t>
            </a:r>
            <a:endParaRPr lang="zh-CN" altLang="en-US"/>
          </a:p>
        </p:txBody>
      </p:sp>
      <p:sp>
        <p:nvSpPr>
          <p:cNvPr id="3" name="文本占位符 2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7700" y="433388"/>
            <a:ext cx="4679452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30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sz="30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宽范围外推设计</a:t>
            </a:r>
            <a:endParaRPr lang="zh-CN" sz="30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5"/>
            </p:custDataLst>
          </p:nvPr>
        </p:nvSpPr>
        <p:spPr>
          <a:xfrm>
            <a:off x="461645" y="5738495"/>
            <a:ext cx="1304925" cy="657225"/>
          </a:xfrm>
          <a:custGeom>
            <a:avLst/>
            <a:gdLst>
              <a:gd name="sw" fmla="*/ 1 w 2055"/>
              <a:gd name="sh" fmla="*/ 1 h 1035"/>
              <a:gd name="mins" fmla="min sw sh"/>
              <a:gd name="dsw" fmla="+- 0 sw mins"/>
              <a:gd name="dsh" fmla="+- 0 sh mins"/>
              <a:gd name="p0x0" fmla="*/ 180 w 2055"/>
              <a:gd name="p0y0" fmla="*/ 0 h 1035"/>
              <a:gd name="p0x1" fmla="*/ 1875 w 2055"/>
              <a:gd name="p0y1" fmla="*/ 0 h 1035"/>
              <a:gd name="p0x2" fmla="*/ 1974 w 2055"/>
              <a:gd name="p0y2" fmla="*/ 0 h 1035"/>
              <a:gd name="p0x3" fmla="*/ 2055 w 2055"/>
              <a:gd name="p0y3" fmla="*/ 80 h 1035"/>
              <a:gd name="p0x4" fmla="*/ 2055 w 2055"/>
              <a:gd name="p0y4" fmla="*/ 180 h 1035"/>
              <a:gd name="p0x5" fmla="*/ 2055 w 2055"/>
              <a:gd name="p0y5" fmla="*/ 855 h 1035"/>
              <a:gd name="p0x6" fmla="*/ 2055 w 2055"/>
              <a:gd name="p0y6" fmla="*/ 954 h 1035"/>
              <a:gd name="p0x7" fmla="*/ 1974 w 2055"/>
              <a:gd name="p0y7" fmla="*/ 1035 h 1035"/>
              <a:gd name="p0x8" fmla="*/ 1875 w 2055"/>
              <a:gd name="p0y8" fmla="*/ 1035 h 1035"/>
              <a:gd name="p0x9" fmla="*/ 180 w 2055"/>
              <a:gd name="p0y9" fmla="*/ 1035 h 1035"/>
              <a:gd name="p0x10" fmla="*/ 80 w 2055"/>
              <a:gd name="p0y10" fmla="*/ 1035 h 1035"/>
              <a:gd name="p0x11" fmla="*/ 0 w 2055"/>
              <a:gd name="p0y11" fmla="*/ 954 h 1035"/>
              <a:gd name="p0x12" fmla="*/ 0 w 2055"/>
              <a:gd name="p0y12" fmla="*/ 855 h 1035"/>
              <a:gd name="p0x13" fmla="*/ 0 w 2055"/>
              <a:gd name="p0y13" fmla="*/ 180 h 1035"/>
              <a:gd name="p0x14" fmla="*/ 0 w 2055"/>
              <a:gd name="p0y14" fmla="*/ 80 h 1035"/>
              <a:gd name="p0x15" fmla="*/ 80 w 2055"/>
              <a:gd name="p0y15" fmla="*/ 0 h 1035"/>
              <a:gd name="p0x16" fmla="*/ 180 w 2055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6"/>
            </p:custDataLst>
          </p:nvPr>
        </p:nvSpPr>
        <p:spPr>
          <a:xfrm>
            <a:off x="657225" y="5917406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核心指标</a:t>
            </a:r>
            <a:endParaRPr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461645" y="1128395"/>
            <a:ext cx="11268075" cy="666750"/>
          </a:xfrm>
          <a:custGeom>
            <a:avLst/>
            <a:gdLst>
              <a:gd name="sw" fmla="*/ 1 w 17745"/>
              <a:gd name="sh" fmla="*/ 1 h 1050"/>
              <a:gd name="mins" fmla="min sw sh"/>
              <a:gd name="dsw" fmla="+- 0 sw mins"/>
              <a:gd name="dsh" fmla="+- 0 sh mins"/>
              <a:gd name="p0x0" fmla="*/ 180 w 17745"/>
              <a:gd name="p0y0" fmla="*/ 0 h 1050"/>
              <a:gd name="p0x1" fmla="*/ 17565 w 17745"/>
              <a:gd name="p0y1" fmla="*/ 0 h 1050"/>
              <a:gd name="p0x2" fmla="*/ 17664 w 17745"/>
              <a:gd name="p0y2" fmla="*/ 0 h 1050"/>
              <a:gd name="p0x3" fmla="*/ 17745 w 17745"/>
              <a:gd name="p0y3" fmla="*/ 80 h 1050"/>
              <a:gd name="p0x4" fmla="*/ 17745 w 17745"/>
              <a:gd name="p0y4" fmla="*/ 180 h 1050"/>
              <a:gd name="p0x5" fmla="*/ 17745 w 17745"/>
              <a:gd name="p0y5" fmla="*/ 870 h 1050"/>
              <a:gd name="p0x6" fmla="*/ 17745 w 17745"/>
              <a:gd name="p0y6" fmla="*/ 969 h 1050"/>
              <a:gd name="p0x7" fmla="*/ 17664 w 17745"/>
              <a:gd name="p0y7" fmla="*/ 1050 h 1050"/>
              <a:gd name="p0x8" fmla="*/ 17565 w 17745"/>
              <a:gd name="p0y8" fmla="*/ 1050 h 1050"/>
              <a:gd name="p0x9" fmla="*/ 180 w 17745"/>
              <a:gd name="p0y9" fmla="*/ 1050 h 1050"/>
              <a:gd name="p0x10" fmla="*/ 80 w 17745"/>
              <a:gd name="p0y10" fmla="*/ 1050 h 1050"/>
              <a:gd name="p0x11" fmla="*/ 0 w 17745"/>
              <a:gd name="p0y11" fmla="*/ 969 h 1050"/>
              <a:gd name="p0x12" fmla="*/ 0 w 17745"/>
              <a:gd name="p0y12" fmla="*/ 870 h 1050"/>
              <a:gd name="p0x13" fmla="*/ 0 w 17745"/>
              <a:gd name="p0y13" fmla="*/ 180 h 1050"/>
              <a:gd name="p0x14" fmla="*/ 0 w 17745"/>
              <a:gd name="p0y14" fmla="*/ 80 h 1050"/>
              <a:gd name="p0x15" fmla="*/ 80 w 17745"/>
              <a:gd name="p0y15" fmla="*/ 0 h 1050"/>
              <a:gd name="p0x16" fmla="*/ 180 w 17745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14118"/>
                </a:srgbClr>
              </a:gs>
              <a:gs pos="100000">
                <a:schemeClr val="bg2">
                  <a:lumMod val="33600"/>
                </a:scheme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695325" y="1285875"/>
            <a:ext cx="950595" cy="352425"/>
          </a:xfrm>
          <a:custGeom>
            <a:avLst/>
            <a:gdLst>
              <a:gd name="sw" fmla="*/ 1 w 1497"/>
              <a:gd name="sh" fmla="*/ 1 h 555"/>
              <a:gd name="mins" fmla="min sw sh"/>
              <a:gd name="dsw" fmla="+- 0 sw mins"/>
              <a:gd name="dsh" fmla="+- 0 sh mins"/>
              <a:gd name="p0x0" fmla="*/ 277 w 1497"/>
              <a:gd name="p0y0" fmla="*/ 0 h 555"/>
              <a:gd name="p0x1" fmla="*/ 1220 w 1497"/>
              <a:gd name="p0y1" fmla="*/ 0 h 555"/>
              <a:gd name="p0x2" fmla="*/ 1373 w 1497"/>
              <a:gd name="p0y2" fmla="*/ 0 h 555"/>
              <a:gd name="p0x3" fmla="*/ 1497 w 1497"/>
              <a:gd name="p0y3" fmla="*/ 124 h 555"/>
              <a:gd name="p0x4" fmla="*/ 1497 w 1497"/>
              <a:gd name="p0y4" fmla="*/ 277 h 555"/>
              <a:gd name="p0x5" fmla="*/ 1497 w 1497"/>
              <a:gd name="p0y5" fmla="*/ 430 h 555"/>
              <a:gd name="p0x6" fmla="*/ 1373 w 1497"/>
              <a:gd name="p0y6" fmla="*/ 555 h 555"/>
              <a:gd name="p0x7" fmla="*/ 1220 w 1497"/>
              <a:gd name="p0y7" fmla="*/ 555 h 555"/>
              <a:gd name="p0x8" fmla="*/ 277 w 1497"/>
              <a:gd name="p0y8" fmla="*/ 555 h 555"/>
              <a:gd name="p0x9" fmla="*/ 124 w 1497"/>
              <a:gd name="p0y9" fmla="*/ 555 h 555"/>
              <a:gd name="p0x10" fmla="*/ 0 w 1497"/>
              <a:gd name="p0y10" fmla="*/ 430 h 555"/>
              <a:gd name="p0x11" fmla="*/ 0 w 1497"/>
              <a:gd name="p0y11" fmla="*/ 277 h 555"/>
              <a:gd name="p0x12" fmla="*/ 0 w 1497"/>
              <a:gd name="p0y12" fmla="*/ 124 h 555"/>
              <a:gd name="p0x13" fmla="*/ 124 w 1497"/>
              <a:gd name="p0y13" fmla="*/ 0 h 555"/>
              <a:gd name="p0x14" fmla="*/ 277 w 1497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47725" y="1362075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评审驱动</a:t>
            </a:r>
            <a:endParaRPr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798739" y="1295400"/>
            <a:ext cx="74292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扫描范围以增强结论泛化性，回答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en-US" altLang="zh-CN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鲁棒性在训练分布外是否仍有效”</a:t>
            </a:r>
            <a:endParaRPr lang="zh-CN" altLang="en-US" sz="1500"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1"/>
            </p:custDataLst>
          </p:nvPr>
        </p:nvSpPr>
        <p:spPr>
          <a:xfrm>
            <a:off x="517821" y="1133475"/>
            <a:ext cx="11156358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569" h="30">
                <a:moveTo>
                  <a:pt x="100" y="0"/>
                </a:moveTo>
                <a:lnTo>
                  <a:pt x="17470" y="0"/>
                </a:lnTo>
                <a:cubicBezTo>
                  <a:pt x="17506" y="0"/>
                  <a:pt x="17541" y="11"/>
                  <a:pt x="17569" y="30"/>
                </a:cubicBezTo>
                <a:lnTo>
                  <a:pt x="0" y="30"/>
                </a:lnTo>
                <a:cubicBezTo>
                  <a:pt x="29" y="11"/>
                  <a:pt x="63" y="0"/>
                  <a:pt x="1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7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461645" y="1995170"/>
            <a:ext cx="3622675" cy="3543300"/>
          </a:xfrm>
          <a:custGeom>
            <a:avLst/>
            <a:gdLst>
              <a:gd name="sw" fmla="*/ 1 w 5705"/>
              <a:gd name="sh" fmla="*/ 1 h 5580"/>
              <a:gd name="mins" fmla="min sw sh"/>
              <a:gd name="dsw" fmla="+- 0 sw mins"/>
              <a:gd name="dsh" fmla="+- 0 sh mins"/>
              <a:gd name="p0x0" fmla="*/ 120 w 5705"/>
              <a:gd name="p0y0" fmla="*/ 0 h 5580"/>
              <a:gd name="p0x1" fmla="*/ 5585 w 5705"/>
              <a:gd name="p0y1" fmla="*/ 0 h 5580"/>
              <a:gd name="p0x2" fmla="*/ 5651 w 5705"/>
              <a:gd name="p0y2" fmla="*/ 0 h 5580"/>
              <a:gd name="p0x3" fmla="*/ 5705 w 5705"/>
              <a:gd name="p0y3" fmla="*/ 53 h 5580"/>
              <a:gd name="p0x4" fmla="*/ 5705 w 5705"/>
              <a:gd name="p0y4" fmla="*/ 120 h 5580"/>
              <a:gd name="p0x5" fmla="*/ 5705 w 5705"/>
              <a:gd name="p0y5" fmla="*/ 5460 h 5580"/>
              <a:gd name="p0x6" fmla="*/ 5705 w 5705"/>
              <a:gd name="p0y6" fmla="*/ 5526 h 5580"/>
              <a:gd name="p0x7" fmla="*/ 5651 w 5705"/>
              <a:gd name="p0y7" fmla="*/ 5580 h 5580"/>
              <a:gd name="p0x8" fmla="*/ 5585 w 5705"/>
              <a:gd name="p0y8" fmla="*/ 5580 h 5580"/>
              <a:gd name="p0x9" fmla="*/ 120 w 5705"/>
              <a:gd name="p0y9" fmla="*/ 5580 h 5580"/>
              <a:gd name="p0x10" fmla="*/ 53 w 5705"/>
              <a:gd name="p0y10" fmla="*/ 5580 h 5580"/>
              <a:gd name="p0x11" fmla="*/ 0 w 5705"/>
              <a:gd name="p0y11" fmla="*/ 5526 h 5580"/>
              <a:gd name="p0x12" fmla="*/ 0 w 5705"/>
              <a:gd name="p0y12" fmla="*/ 5460 h 5580"/>
              <a:gd name="p0x13" fmla="*/ 0 w 5705"/>
              <a:gd name="p0y13" fmla="*/ 120 h 5580"/>
              <a:gd name="p0x14" fmla="*/ 0 w 5705"/>
              <a:gd name="p0y14" fmla="*/ 53 h 5580"/>
              <a:gd name="p0x15" fmla="*/ 53 w 5705"/>
              <a:gd name="p0y15" fmla="*/ 0 h 5580"/>
              <a:gd name="p0x16" fmla="*/ 120 w 5705"/>
              <a:gd name="p0y16" fmla="*/ 0 h 55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657225" y="2190750"/>
            <a:ext cx="3232150" cy="485140"/>
            <a:chOff x="1035" y="3450"/>
            <a:chExt cx="5090" cy="764"/>
          </a:xfrm>
        </p:grpSpPr>
        <p:sp>
          <p:nvSpPr>
            <p:cNvPr id="13" name="任意多边形 12"/>
            <p:cNvSpPr/>
            <p:nvPr>
              <p:custDataLst>
                <p:tags r:id="rId13"/>
              </p:custDataLst>
            </p:nvPr>
          </p:nvSpPr>
          <p:spPr>
            <a:xfrm>
              <a:off x="1035" y="3450"/>
              <a:ext cx="5090" cy="765"/>
            </a:xfrm>
            <a:custGeom>
              <a:avLst/>
              <a:gdLst>
                <a:gd name="sw" fmla="*/ 1 w 5090"/>
                <a:gd name="sh" fmla="*/ 1 h 765"/>
                <a:gd name="mins" fmla="min sw sh"/>
                <a:gd name="dsw" fmla="+- 0 sw mins"/>
                <a:gd name="dsh" fmla="+- 0 sh mins"/>
                <a:gd name="p0x0" fmla="*/ 0 w 5090"/>
                <a:gd name="p0y0" fmla="*/ 0 h 765"/>
                <a:gd name="p0x1" fmla="*/ 5090 w 5090"/>
                <a:gd name="p0y1" fmla="*/ 0 h 765"/>
                <a:gd name="p0x2" fmla="*/ 5090 w 5090"/>
                <a:gd name="p0y2" fmla="*/ 765 h 765"/>
                <a:gd name="p0x3" fmla="*/ 0 w 5090"/>
                <a:gd name="p0y3" fmla="*/ 765 h 765"/>
                <a:gd name="p0x4" fmla="*/ 0 w 5090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4"/>
              </p:custDataLst>
            </p:nvPr>
          </p:nvSpPr>
          <p:spPr>
            <a:xfrm>
              <a:off x="1035" y="4200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661670" y="22047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59695" y="2231231"/>
            <a:ext cx="347443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α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1114425" y="217551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扫描设置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1673723" y="3184684"/>
            <a:ext cx="1199112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4200" b="1">
                <a:solidFill>
                  <a:srgbClr val="FC7D00"/>
                </a:solidFill>
                <a:effectLst>
                  <a:outerShdw blurRad="34290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4200" b="1">
              <a:solidFill>
                <a:srgbClr val="FC7D00"/>
              </a:solidFill>
              <a:effectLst>
                <a:outerShdw blurRad="342900" algn="ctr" rotWithShape="0">
                  <a:srgbClr val="FC7D00">
                    <a:alpha val="27843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1758925" y="3864769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测试点总数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661670" y="4600575"/>
            <a:ext cx="1530350" cy="737870"/>
          </a:xfrm>
          <a:custGeom>
            <a:avLst/>
            <a:gdLst>
              <a:gd name="sw" fmla="*/ 1 w 2410"/>
              <a:gd name="sh" fmla="*/ 1 h 1162"/>
              <a:gd name="mins" fmla="min sw sh"/>
              <a:gd name="dsw" fmla="+- 0 sw mins"/>
              <a:gd name="dsh" fmla="+- 0 sh mins"/>
              <a:gd name="p0x0" fmla="*/ 120 w 2410"/>
              <a:gd name="p0y0" fmla="*/ 0 h 1162"/>
              <a:gd name="p0x1" fmla="*/ 2290 w 2410"/>
              <a:gd name="p0y1" fmla="*/ 0 h 1162"/>
              <a:gd name="p0x2" fmla="*/ 2356 w 2410"/>
              <a:gd name="p0y2" fmla="*/ 0 h 1162"/>
              <a:gd name="p0x3" fmla="*/ 2410 w 2410"/>
              <a:gd name="p0y3" fmla="*/ 53 h 1162"/>
              <a:gd name="p0x4" fmla="*/ 2410 w 2410"/>
              <a:gd name="p0y4" fmla="*/ 120 h 1162"/>
              <a:gd name="p0x5" fmla="*/ 2410 w 2410"/>
              <a:gd name="p0y5" fmla="*/ 1042 h 1162"/>
              <a:gd name="p0x6" fmla="*/ 2410 w 2410"/>
              <a:gd name="p0y6" fmla="*/ 1108 h 1162"/>
              <a:gd name="p0x7" fmla="*/ 2356 w 2410"/>
              <a:gd name="p0y7" fmla="*/ 1162 h 1162"/>
              <a:gd name="p0x8" fmla="*/ 2290 w 2410"/>
              <a:gd name="p0y8" fmla="*/ 1162 h 1162"/>
              <a:gd name="p0x9" fmla="*/ 120 w 2410"/>
              <a:gd name="p0y9" fmla="*/ 1162 h 1162"/>
              <a:gd name="p0x10" fmla="*/ 53 w 2410"/>
              <a:gd name="p0y10" fmla="*/ 1162 h 1162"/>
              <a:gd name="p0x11" fmla="*/ 0 w 2410"/>
              <a:gd name="p0y11" fmla="*/ 1108 h 1162"/>
              <a:gd name="p0x12" fmla="*/ 0 w 2410"/>
              <a:gd name="p0y12" fmla="*/ 1042 h 1162"/>
              <a:gd name="p0x13" fmla="*/ 0 w 2410"/>
              <a:gd name="p0y13" fmla="*/ 120 h 1162"/>
              <a:gd name="p0x14" fmla="*/ 0 w 2410"/>
              <a:gd name="p0y14" fmla="*/ 53 h 1162"/>
              <a:gd name="p0x15" fmla="*/ 53 w 2410"/>
              <a:gd name="p0y15" fmla="*/ 0 h 1162"/>
              <a:gd name="p0x16" fmla="*/ 120 w 2410"/>
              <a:gd name="p0y16" fmla="*/ 0 h 1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814464" y="4704874"/>
            <a:ext cx="1225448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6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[-0.6, 0.6]</a:t>
            </a:r>
            <a:endParaRPr sz="16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817512" y="5019675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扫描范围扩展至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2353945" y="4600575"/>
            <a:ext cx="1530350" cy="737870"/>
          </a:xfrm>
          <a:custGeom>
            <a:avLst/>
            <a:gdLst>
              <a:gd name="sw" fmla="*/ 1 w 2410"/>
              <a:gd name="sh" fmla="*/ 1 h 1162"/>
              <a:gd name="mins" fmla="min sw sh"/>
              <a:gd name="dsw" fmla="+- 0 sw mins"/>
              <a:gd name="dsh" fmla="+- 0 sh mins"/>
              <a:gd name="p0x0" fmla="*/ 120 w 2410"/>
              <a:gd name="p0y0" fmla="*/ 0 h 1162"/>
              <a:gd name="p0x1" fmla="*/ 2290 w 2410"/>
              <a:gd name="p0y1" fmla="*/ 0 h 1162"/>
              <a:gd name="p0x2" fmla="*/ 2356 w 2410"/>
              <a:gd name="p0y2" fmla="*/ 0 h 1162"/>
              <a:gd name="p0x3" fmla="*/ 2410 w 2410"/>
              <a:gd name="p0y3" fmla="*/ 53 h 1162"/>
              <a:gd name="p0x4" fmla="*/ 2410 w 2410"/>
              <a:gd name="p0y4" fmla="*/ 120 h 1162"/>
              <a:gd name="p0x5" fmla="*/ 2410 w 2410"/>
              <a:gd name="p0y5" fmla="*/ 1042 h 1162"/>
              <a:gd name="p0x6" fmla="*/ 2410 w 2410"/>
              <a:gd name="p0y6" fmla="*/ 1108 h 1162"/>
              <a:gd name="p0x7" fmla="*/ 2356 w 2410"/>
              <a:gd name="p0y7" fmla="*/ 1162 h 1162"/>
              <a:gd name="p0x8" fmla="*/ 2290 w 2410"/>
              <a:gd name="p0y8" fmla="*/ 1162 h 1162"/>
              <a:gd name="p0x9" fmla="*/ 120 w 2410"/>
              <a:gd name="p0y9" fmla="*/ 1162 h 1162"/>
              <a:gd name="p0x10" fmla="*/ 53 w 2410"/>
              <a:gd name="p0y10" fmla="*/ 1162 h 1162"/>
              <a:gd name="p0x11" fmla="*/ 0 w 2410"/>
              <a:gd name="p0y11" fmla="*/ 1108 h 1162"/>
              <a:gd name="p0x12" fmla="*/ 0 w 2410"/>
              <a:gd name="p0y12" fmla="*/ 1042 h 1162"/>
              <a:gd name="p0x13" fmla="*/ 0 w 2410"/>
              <a:gd name="p0y13" fmla="*/ 120 h 1162"/>
              <a:gd name="p0x14" fmla="*/ 0 w 2410"/>
              <a:gd name="p0y14" fmla="*/ 53 h 1162"/>
              <a:gd name="p0x15" fmla="*/ 53 w 2410"/>
              <a:gd name="p0y15" fmla="*/ 0 h 1162"/>
              <a:gd name="p0x16" fmla="*/ 120 w 2410"/>
              <a:gd name="p0y16" fmla="*/ 0 h 11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2856462" y="4704874"/>
            <a:ext cx="526037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65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0.1</a:t>
            </a:r>
            <a:endParaRPr sz="165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2890838" y="5019675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步长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4284345" y="1995170"/>
            <a:ext cx="3622675" cy="3543300"/>
          </a:xfrm>
          <a:custGeom>
            <a:avLst/>
            <a:gdLst>
              <a:gd name="sw" fmla="*/ 1 w 5705"/>
              <a:gd name="sh" fmla="*/ 1 h 5580"/>
              <a:gd name="mins" fmla="min sw sh"/>
              <a:gd name="dsw" fmla="+- 0 sw mins"/>
              <a:gd name="dsh" fmla="+- 0 sh mins"/>
              <a:gd name="p0x0" fmla="*/ 120 w 5705"/>
              <a:gd name="p0y0" fmla="*/ 0 h 5580"/>
              <a:gd name="p0x1" fmla="*/ 5585 w 5705"/>
              <a:gd name="p0y1" fmla="*/ 0 h 5580"/>
              <a:gd name="p0x2" fmla="*/ 5651 w 5705"/>
              <a:gd name="p0y2" fmla="*/ 0 h 5580"/>
              <a:gd name="p0x3" fmla="*/ 5705 w 5705"/>
              <a:gd name="p0y3" fmla="*/ 53 h 5580"/>
              <a:gd name="p0x4" fmla="*/ 5705 w 5705"/>
              <a:gd name="p0y4" fmla="*/ 120 h 5580"/>
              <a:gd name="p0x5" fmla="*/ 5705 w 5705"/>
              <a:gd name="p0y5" fmla="*/ 5460 h 5580"/>
              <a:gd name="p0x6" fmla="*/ 5705 w 5705"/>
              <a:gd name="p0y6" fmla="*/ 5526 h 5580"/>
              <a:gd name="p0x7" fmla="*/ 5651 w 5705"/>
              <a:gd name="p0y7" fmla="*/ 5580 h 5580"/>
              <a:gd name="p0x8" fmla="*/ 5585 w 5705"/>
              <a:gd name="p0y8" fmla="*/ 5580 h 5580"/>
              <a:gd name="p0x9" fmla="*/ 120 w 5705"/>
              <a:gd name="p0y9" fmla="*/ 5580 h 5580"/>
              <a:gd name="p0x10" fmla="*/ 53 w 5705"/>
              <a:gd name="p0y10" fmla="*/ 5580 h 5580"/>
              <a:gd name="p0x11" fmla="*/ 0 w 5705"/>
              <a:gd name="p0y11" fmla="*/ 5526 h 5580"/>
              <a:gd name="p0x12" fmla="*/ 0 w 5705"/>
              <a:gd name="p0y12" fmla="*/ 5460 h 5580"/>
              <a:gd name="p0x13" fmla="*/ 0 w 5705"/>
              <a:gd name="p0y13" fmla="*/ 120 h 5580"/>
              <a:gd name="p0x14" fmla="*/ 0 w 5705"/>
              <a:gd name="p0y14" fmla="*/ 53 h 5580"/>
              <a:gd name="p0x15" fmla="*/ 53 w 5705"/>
              <a:gd name="p0y15" fmla="*/ 0 h 5580"/>
              <a:gd name="p0x16" fmla="*/ 120 w 5705"/>
              <a:gd name="p0y16" fmla="*/ 0 h 55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/>
        </p:nvGrpSpPr>
        <p:grpSpPr>
          <a:xfrm>
            <a:off x="4479925" y="2190750"/>
            <a:ext cx="3232150" cy="485140"/>
            <a:chOff x="7055" y="3450"/>
            <a:chExt cx="5090" cy="764"/>
          </a:xfrm>
        </p:grpSpPr>
        <p:sp>
          <p:nvSpPr>
            <p:cNvPr id="28" name="任意多边形 27"/>
            <p:cNvSpPr/>
            <p:nvPr>
              <p:custDataLst>
                <p:tags r:id="rId27"/>
              </p:custDataLst>
            </p:nvPr>
          </p:nvSpPr>
          <p:spPr>
            <a:xfrm>
              <a:off x="7055" y="3450"/>
              <a:ext cx="5090" cy="765"/>
            </a:xfrm>
            <a:custGeom>
              <a:avLst/>
              <a:gdLst>
                <a:gd name="sw" fmla="*/ 1 w 5090"/>
                <a:gd name="sh" fmla="*/ 1 h 765"/>
                <a:gd name="mins" fmla="min sw sh"/>
                <a:gd name="dsw" fmla="+- 0 sw mins"/>
                <a:gd name="dsh" fmla="+- 0 sh mins"/>
                <a:gd name="p0x0" fmla="*/ 0 w 5090"/>
                <a:gd name="p0y0" fmla="*/ 0 h 765"/>
                <a:gd name="p0x1" fmla="*/ 5090 w 5090"/>
                <a:gd name="p0y1" fmla="*/ 0 h 765"/>
                <a:gd name="p0x2" fmla="*/ 5090 w 5090"/>
                <a:gd name="p0y2" fmla="*/ 765 h 765"/>
                <a:gd name="p0x3" fmla="*/ 0 w 5090"/>
                <a:gd name="p0y3" fmla="*/ 765 h 765"/>
                <a:gd name="p0x4" fmla="*/ 0 w 5090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8"/>
              </p:custDataLst>
            </p:nvPr>
          </p:nvSpPr>
          <p:spPr>
            <a:xfrm>
              <a:off x="7055" y="4200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4484370" y="22047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4551388" y="2231231"/>
            <a:ext cx="4095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◫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4937151" y="217551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分区框架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484370" y="2966720"/>
            <a:ext cx="3222625" cy="728980"/>
          </a:xfrm>
          <a:custGeom>
            <a:avLst/>
            <a:gdLst>
              <a:gd name="sw" fmla="*/ 1 w 5075"/>
              <a:gd name="sh" fmla="*/ 1 h 1147"/>
              <a:gd name="mins" fmla="min sw sh"/>
              <a:gd name="dsw" fmla="+- 0 sw mins"/>
              <a:gd name="dsh" fmla="+- 0 sh mins"/>
              <a:gd name="p0x0" fmla="*/ 120 w 5075"/>
              <a:gd name="p0y0" fmla="*/ 0 h 1147"/>
              <a:gd name="p0x1" fmla="*/ 4955 w 5075"/>
              <a:gd name="p0y1" fmla="*/ 0 h 1147"/>
              <a:gd name="p0x2" fmla="*/ 5021 w 5075"/>
              <a:gd name="p0y2" fmla="*/ 0 h 1147"/>
              <a:gd name="p0x3" fmla="*/ 5075 w 5075"/>
              <a:gd name="p0y3" fmla="*/ 53 h 1147"/>
              <a:gd name="p0x4" fmla="*/ 5075 w 5075"/>
              <a:gd name="p0y4" fmla="*/ 120 h 1147"/>
              <a:gd name="p0x5" fmla="*/ 5075 w 5075"/>
              <a:gd name="p0y5" fmla="*/ 1027 h 1147"/>
              <a:gd name="p0x6" fmla="*/ 5075 w 5075"/>
              <a:gd name="p0y6" fmla="*/ 1093 h 1147"/>
              <a:gd name="p0x7" fmla="*/ 5021 w 5075"/>
              <a:gd name="p0y7" fmla="*/ 1147 h 1147"/>
              <a:gd name="p0x8" fmla="*/ 4955 w 5075"/>
              <a:gd name="p0y8" fmla="*/ 1147 h 1147"/>
              <a:gd name="p0x9" fmla="*/ 120 w 5075"/>
              <a:gd name="p0y9" fmla="*/ 1147 h 1147"/>
              <a:gd name="p0x10" fmla="*/ 53 w 5075"/>
              <a:gd name="p0y10" fmla="*/ 1147 h 1147"/>
              <a:gd name="p0x11" fmla="*/ 0 w 5075"/>
              <a:gd name="p0y11" fmla="*/ 1093 h 1147"/>
              <a:gd name="p0x12" fmla="*/ 0 w 5075"/>
              <a:gd name="p0y12" fmla="*/ 1027 h 1147"/>
              <a:gd name="p0x13" fmla="*/ 0 w 5075"/>
              <a:gd name="p0y13" fmla="*/ 120 h 1147"/>
              <a:gd name="p0x14" fmla="*/ 0 w 5075"/>
              <a:gd name="p0y14" fmla="*/ 53 h 1147"/>
              <a:gd name="p0x15" fmla="*/ 53 w 5075"/>
              <a:gd name="p0y15" fmla="*/ 0 h 1147"/>
              <a:gd name="p0x16" fmla="*/ 120 w 5075"/>
              <a:gd name="p0y16" fmla="*/ 0 h 11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CC71">
              <a:alpha val="10196"/>
            </a:srgbClr>
          </a:solidFill>
          <a:ln w="9525" cmpd="sng">
            <a:solidFill>
              <a:srgbClr val="2ECC71">
                <a:alpha val="4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4641876" y="3086100"/>
            <a:ext cx="29083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3A071"/>
                </a:solidFill>
                <a:latin typeface="微软雅黑" panose="020B0503020204020204" charset="-122"/>
                <a:ea typeface="微软雅黑" panose="020B0503020204020204" charset="-122"/>
              </a:rPr>
              <a:t>训练区</a:t>
            </a:r>
            <a:endParaRPr sz="1500" b="1">
              <a:solidFill>
                <a:srgbClr val="43A07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4641876" y="3376613"/>
            <a:ext cx="29083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α ∈ [-0.3, 0.3]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5"/>
            </p:custDataLst>
          </p:nvPr>
        </p:nvSpPr>
        <p:spPr>
          <a:xfrm>
            <a:off x="4484370" y="3952875"/>
            <a:ext cx="3222625" cy="728345"/>
          </a:xfrm>
          <a:custGeom>
            <a:avLst/>
            <a:gdLst>
              <a:gd name="sw" fmla="*/ 1 w 5075"/>
              <a:gd name="sh" fmla="*/ 1 h 1147"/>
              <a:gd name="mins" fmla="min sw sh"/>
              <a:gd name="dsw" fmla="+- 0 sw mins"/>
              <a:gd name="dsh" fmla="+- 0 sh mins"/>
              <a:gd name="p0x0" fmla="*/ 120 w 5075"/>
              <a:gd name="p0y0" fmla="*/ 0 h 1147"/>
              <a:gd name="p0x1" fmla="*/ 4955 w 5075"/>
              <a:gd name="p0y1" fmla="*/ 0 h 1147"/>
              <a:gd name="p0x2" fmla="*/ 5021 w 5075"/>
              <a:gd name="p0y2" fmla="*/ 0 h 1147"/>
              <a:gd name="p0x3" fmla="*/ 5075 w 5075"/>
              <a:gd name="p0y3" fmla="*/ 53 h 1147"/>
              <a:gd name="p0x4" fmla="*/ 5075 w 5075"/>
              <a:gd name="p0y4" fmla="*/ 120 h 1147"/>
              <a:gd name="p0x5" fmla="*/ 5075 w 5075"/>
              <a:gd name="p0y5" fmla="*/ 1027 h 1147"/>
              <a:gd name="p0x6" fmla="*/ 5075 w 5075"/>
              <a:gd name="p0y6" fmla="*/ 1093 h 1147"/>
              <a:gd name="p0x7" fmla="*/ 5021 w 5075"/>
              <a:gd name="p0y7" fmla="*/ 1147 h 1147"/>
              <a:gd name="p0x8" fmla="*/ 4955 w 5075"/>
              <a:gd name="p0y8" fmla="*/ 1147 h 1147"/>
              <a:gd name="p0x9" fmla="*/ 120 w 5075"/>
              <a:gd name="p0y9" fmla="*/ 1147 h 1147"/>
              <a:gd name="p0x10" fmla="*/ 53 w 5075"/>
              <a:gd name="p0y10" fmla="*/ 1147 h 1147"/>
              <a:gd name="p0x11" fmla="*/ 0 w 5075"/>
              <a:gd name="p0y11" fmla="*/ 1093 h 1147"/>
              <a:gd name="p0x12" fmla="*/ 0 w 5075"/>
              <a:gd name="p0y12" fmla="*/ 1027 h 1147"/>
              <a:gd name="p0x13" fmla="*/ 0 w 5075"/>
              <a:gd name="p0y13" fmla="*/ 120 h 1147"/>
              <a:gd name="p0x14" fmla="*/ 0 w 5075"/>
              <a:gd name="p0y14" fmla="*/ 53 h 1147"/>
              <a:gd name="p0x15" fmla="*/ 53 w 5075"/>
              <a:gd name="p0y15" fmla="*/ 0 h 1147"/>
              <a:gd name="p0x16" fmla="*/ 120 w 5075"/>
              <a:gd name="p0y16" fmla="*/ 0 h 11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740">
              <a:alpha val="7843"/>
            </a:srgbClr>
          </a:solidFill>
          <a:ln w="9525" cmpd="sng">
            <a:solidFill>
              <a:srgbClr val="FFD740">
                <a:alpha val="4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4641876" y="4071938"/>
            <a:ext cx="29083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外推区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4641876" y="4362450"/>
            <a:ext cx="29083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α ∈ [-0.6, -0.3) ∪ (0.3, 0.6]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8"/>
            </p:custDataLst>
          </p:nvPr>
        </p:nvSpPr>
        <p:spPr>
          <a:xfrm>
            <a:off x="4479951" y="51435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-0.6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9"/>
            </p:custDataLst>
          </p:nvPr>
        </p:nvSpPr>
        <p:spPr>
          <a:xfrm>
            <a:off x="5301558" y="514350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-0.3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0"/>
            </p:custDataLst>
          </p:nvPr>
        </p:nvSpPr>
        <p:spPr>
          <a:xfrm>
            <a:off x="6123165" y="5143500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1"/>
            </p:custDataLst>
          </p:nvPr>
        </p:nvSpPr>
        <p:spPr>
          <a:xfrm>
            <a:off x="6734994" y="5143500"/>
            <a:ext cx="38256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0.3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2"/>
            </p:custDataLst>
          </p:nvPr>
        </p:nvSpPr>
        <p:spPr>
          <a:xfrm>
            <a:off x="7481888" y="5143500"/>
            <a:ext cx="38256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0.6</a:t>
            </a:r>
            <a:endParaRPr sz="12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43"/>
            </p:custDataLst>
          </p:nvPr>
        </p:nvSpPr>
        <p:spPr>
          <a:xfrm>
            <a:off x="4484370" y="4900295"/>
            <a:ext cx="3222625" cy="200025"/>
          </a:xfrm>
          <a:custGeom>
            <a:avLst/>
            <a:gdLst>
              <a:gd name="sw" fmla="*/ 1 w 5075"/>
              <a:gd name="sh" fmla="*/ 1 h 315"/>
              <a:gd name="mins" fmla="min sw sh"/>
              <a:gd name="dsw" fmla="+- 0 sw mins"/>
              <a:gd name="dsh" fmla="+- 0 sh mins"/>
              <a:gd name="p0x0" fmla="*/ 157 w 5075"/>
              <a:gd name="p0y0" fmla="*/ 0 h 315"/>
              <a:gd name="p0x1" fmla="*/ 4917 w 5075"/>
              <a:gd name="p0y1" fmla="*/ 0 h 315"/>
              <a:gd name="p0x2" fmla="*/ 5004 w 5075"/>
              <a:gd name="p0y2" fmla="*/ 0 h 315"/>
              <a:gd name="p0x3" fmla="*/ 5075 w 5075"/>
              <a:gd name="p0y3" fmla="*/ 70 h 315"/>
              <a:gd name="p0x4" fmla="*/ 5075 w 5075"/>
              <a:gd name="p0y4" fmla="*/ 157 h 315"/>
              <a:gd name="p0x5" fmla="*/ 5075 w 5075"/>
              <a:gd name="p0y5" fmla="*/ 244 h 315"/>
              <a:gd name="p0x6" fmla="*/ 5004 w 5075"/>
              <a:gd name="p0y6" fmla="*/ 315 h 315"/>
              <a:gd name="p0x7" fmla="*/ 4917 w 5075"/>
              <a:gd name="p0y7" fmla="*/ 315 h 315"/>
              <a:gd name="p0x8" fmla="*/ 157 w 5075"/>
              <a:gd name="p0y8" fmla="*/ 315 h 315"/>
              <a:gd name="p0x9" fmla="*/ 70 w 5075"/>
              <a:gd name="p0y9" fmla="*/ 315 h 315"/>
              <a:gd name="p0x10" fmla="*/ 0 w 5075"/>
              <a:gd name="p0y10" fmla="*/ 244 h 315"/>
              <a:gd name="p0x11" fmla="*/ 0 w 5075"/>
              <a:gd name="p0y11" fmla="*/ 157 h 315"/>
              <a:gd name="p0x12" fmla="*/ 0 w 5075"/>
              <a:gd name="p0y12" fmla="*/ 70 h 315"/>
              <a:gd name="p0x13" fmla="*/ 70 w 5075"/>
              <a:gd name="p0y13" fmla="*/ 0 h 315"/>
              <a:gd name="p0x14" fmla="*/ 157 w 5075"/>
              <a:gd name="p0y14" fmla="*/ 0 h 3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noFill/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44"/>
            </p:custDataLst>
          </p:nvPr>
        </p:nvSpPr>
        <p:spPr>
          <a:xfrm>
            <a:off x="4489450" y="4905376"/>
            <a:ext cx="802640" cy="1904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64" h="300">
                <a:moveTo>
                  <a:pt x="150" y="0"/>
                </a:moveTo>
                <a:lnTo>
                  <a:pt x="1264" y="0"/>
                </a:lnTo>
                <a:lnTo>
                  <a:pt x="1264" y="300"/>
                </a:ln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5"/>
            </p:custDataLst>
          </p:nvPr>
        </p:nvSpPr>
        <p:spPr>
          <a:xfrm>
            <a:off x="5292090" y="4905376"/>
            <a:ext cx="1606550" cy="1904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30" h="300">
                <a:moveTo>
                  <a:pt x="0" y="0"/>
                </a:moveTo>
                <a:lnTo>
                  <a:pt x="2530" y="0"/>
                </a:lnTo>
                <a:lnTo>
                  <a:pt x="2530" y="300"/>
                </a:ln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rgbClr val="43A071">
              <a:alpha val="50001"/>
            </a:srgbClr>
          </a:solidFill>
          <a:ln>
            <a:noFill/>
          </a:ln>
          <a:effectLst>
            <a:outerShdw blurRad="171450" algn="ctr" rotWithShape="0">
              <a:srgbClr val="2ECC71">
                <a:alpha val="1745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6"/>
            </p:custDataLst>
          </p:nvPr>
        </p:nvSpPr>
        <p:spPr>
          <a:xfrm>
            <a:off x="6898640" y="4905376"/>
            <a:ext cx="803275" cy="1904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65" h="300">
                <a:moveTo>
                  <a:pt x="0" y="0"/>
                </a:moveTo>
                <a:lnTo>
                  <a:pt x="1116" y="0"/>
                </a:lnTo>
                <a:cubicBezTo>
                  <a:pt x="1193" y="0"/>
                  <a:pt x="1256" y="58"/>
                  <a:pt x="1265" y="133"/>
                </a:cubicBezTo>
                <a:lnTo>
                  <a:pt x="1265" y="167"/>
                </a:lnTo>
                <a:cubicBezTo>
                  <a:pt x="1256" y="242"/>
                  <a:pt x="1193" y="300"/>
                  <a:pt x="1116" y="300"/>
                </a:cubicBezTo>
                <a:lnTo>
                  <a:pt x="0" y="3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7"/>
            </p:custDataLst>
          </p:nvPr>
        </p:nvSpPr>
        <p:spPr>
          <a:xfrm>
            <a:off x="8107045" y="1995170"/>
            <a:ext cx="3622675" cy="3543300"/>
          </a:xfrm>
          <a:custGeom>
            <a:avLst/>
            <a:gdLst>
              <a:gd name="sw" fmla="*/ 1 w 5705"/>
              <a:gd name="sh" fmla="*/ 1 h 5580"/>
              <a:gd name="mins" fmla="min sw sh"/>
              <a:gd name="dsw" fmla="+- 0 sw mins"/>
              <a:gd name="dsh" fmla="+- 0 sh mins"/>
              <a:gd name="p0x0" fmla="*/ 120 w 5705"/>
              <a:gd name="p0y0" fmla="*/ 0 h 5580"/>
              <a:gd name="p0x1" fmla="*/ 5585 w 5705"/>
              <a:gd name="p0y1" fmla="*/ 0 h 5580"/>
              <a:gd name="p0x2" fmla="*/ 5651 w 5705"/>
              <a:gd name="p0y2" fmla="*/ 0 h 5580"/>
              <a:gd name="p0x3" fmla="*/ 5705 w 5705"/>
              <a:gd name="p0y3" fmla="*/ 53 h 5580"/>
              <a:gd name="p0x4" fmla="*/ 5705 w 5705"/>
              <a:gd name="p0y4" fmla="*/ 120 h 5580"/>
              <a:gd name="p0x5" fmla="*/ 5705 w 5705"/>
              <a:gd name="p0y5" fmla="*/ 5460 h 5580"/>
              <a:gd name="p0x6" fmla="*/ 5705 w 5705"/>
              <a:gd name="p0y6" fmla="*/ 5526 h 5580"/>
              <a:gd name="p0x7" fmla="*/ 5651 w 5705"/>
              <a:gd name="p0y7" fmla="*/ 5580 h 5580"/>
              <a:gd name="p0x8" fmla="*/ 5585 w 5705"/>
              <a:gd name="p0y8" fmla="*/ 5580 h 5580"/>
              <a:gd name="p0x9" fmla="*/ 120 w 5705"/>
              <a:gd name="p0y9" fmla="*/ 5580 h 5580"/>
              <a:gd name="p0x10" fmla="*/ 53 w 5705"/>
              <a:gd name="p0y10" fmla="*/ 5580 h 5580"/>
              <a:gd name="p0x11" fmla="*/ 0 w 5705"/>
              <a:gd name="p0y11" fmla="*/ 5526 h 5580"/>
              <a:gd name="p0x12" fmla="*/ 0 w 5705"/>
              <a:gd name="p0y12" fmla="*/ 5460 h 5580"/>
              <a:gd name="p0x13" fmla="*/ 0 w 5705"/>
              <a:gd name="p0y13" fmla="*/ 120 h 5580"/>
              <a:gd name="p0x14" fmla="*/ 0 w 5705"/>
              <a:gd name="p0y14" fmla="*/ 53 h 5580"/>
              <a:gd name="p0x15" fmla="*/ 53 w 5705"/>
              <a:gd name="p0y15" fmla="*/ 0 h 5580"/>
              <a:gd name="p0x16" fmla="*/ 120 w 5705"/>
              <a:gd name="p0y16" fmla="*/ 0 h 55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3" name="组合 82"/>
          <p:cNvGrpSpPr/>
          <p:nvPr/>
        </p:nvGrpSpPr>
        <p:grpSpPr>
          <a:xfrm>
            <a:off x="8302625" y="2190750"/>
            <a:ext cx="3232150" cy="485140"/>
            <a:chOff x="13075" y="3450"/>
            <a:chExt cx="5090" cy="764"/>
          </a:xfrm>
        </p:grpSpPr>
        <p:sp>
          <p:nvSpPr>
            <p:cNvPr id="51" name="任意多边形 50"/>
            <p:cNvSpPr/>
            <p:nvPr>
              <p:custDataLst>
                <p:tags r:id="rId48"/>
              </p:custDataLst>
            </p:nvPr>
          </p:nvSpPr>
          <p:spPr>
            <a:xfrm>
              <a:off x="13075" y="3450"/>
              <a:ext cx="5090" cy="765"/>
            </a:xfrm>
            <a:custGeom>
              <a:avLst/>
              <a:gdLst>
                <a:gd name="sw" fmla="*/ 1 w 5090"/>
                <a:gd name="sh" fmla="*/ 1 h 765"/>
                <a:gd name="mins" fmla="min sw sh"/>
                <a:gd name="dsw" fmla="+- 0 sw mins"/>
                <a:gd name="dsh" fmla="+- 0 sh mins"/>
                <a:gd name="p0x0" fmla="*/ 0 w 5090"/>
                <a:gd name="p0y0" fmla="*/ 0 h 765"/>
                <a:gd name="p0x1" fmla="*/ 5090 w 5090"/>
                <a:gd name="p0y1" fmla="*/ 0 h 765"/>
                <a:gd name="p0x2" fmla="*/ 5090 w 5090"/>
                <a:gd name="p0y2" fmla="*/ 765 h 765"/>
                <a:gd name="p0x3" fmla="*/ 0 w 5090"/>
                <a:gd name="p0y3" fmla="*/ 765 h 765"/>
                <a:gd name="p0x4" fmla="*/ 0 w 5090"/>
                <a:gd name="p0y4" fmla="*/ 0 h 76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>
              <p:custDataLst>
                <p:tags r:id="rId49"/>
              </p:custDataLst>
            </p:nvPr>
          </p:nvSpPr>
          <p:spPr>
            <a:xfrm>
              <a:off x="13075" y="4200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4" name="任意多边形 53"/>
          <p:cNvSpPr/>
          <p:nvPr>
            <p:custDataLst>
              <p:tags r:id="rId50"/>
            </p:custDataLst>
          </p:nvPr>
        </p:nvSpPr>
        <p:spPr>
          <a:xfrm>
            <a:off x="8307070" y="22047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1"/>
            </p:custDataLst>
          </p:nvPr>
        </p:nvSpPr>
        <p:spPr>
          <a:xfrm>
            <a:off x="8374114" y="2231231"/>
            <a:ext cx="4095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▦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2"/>
            </p:custDataLst>
          </p:nvPr>
        </p:nvSpPr>
        <p:spPr>
          <a:xfrm>
            <a:off x="8759876" y="2175510"/>
            <a:ext cx="116130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架构覆盖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53"/>
            </p:custDataLst>
          </p:nvPr>
        </p:nvSpPr>
        <p:spPr>
          <a:xfrm>
            <a:off x="8307070" y="2938145"/>
            <a:ext cx="3222625" cy="490855"/>
          </a:xfrm>
          <a:custGeom>
            <a:avLst/>
            <a:gdLst>
              <a:gd name="sw" fmla="*/ 1 w 5075"/>
              <a:gd name="sh" fmla="*/ 1 h 772"/>
              <a:gd name="mins" fmla="min sw sh"/>
              <a:gd name="dsw" fmla="+- 0 sw mins"/>
              <a:gd name="dsh" fmla="+- 0 sh mins"/>
              <a:gd name="p0x0" fmla="*/ 120 w 5075"/>
              <a:gd name="p0y0" fmla="*/ 0 h 772"/>
              <a:gd name="p0x1" fmla="*/ 4955 w 5075"/>
              <a:gd name="p0y1" fmla="*/ 0 h 772"/>
              <a:gd name="p0x2" fmla="*/ 5021 w 5075"/>
              <a:gd name="p0y2" fmla="*/ 0 h 772"/>
              <a:gd name="p0x3" fmla="*/ 5075 w 5075"/>
              <a:gd name="p0y3" fmla="*/ 53 h 772"/>
              <a:gd name="p0x4" fmla="*/ 5075 w 5075"/>
              <a:gd name="p0y4" fmla="*/ 120 h 772"/>
              <a:gd name="p0x5" fmla="*/ 5075 w 5075"/>
              <a:gd name="p0y5" fmla="*/ 652 h 772"/>
              <a:gd name="p0x6" fmla="*/ 5075 w 5075"/>
              <a:gd name="p0y6" fmla="*/ 718 h 772"/>
              <a:gd name="p0x7" fmla="*/ 5021 w 5075"/>
              <a:gd name="p0y7" fmla="*/ 772 h 772"/>
              <a:gd name="p0x8" fmla="*/ 4955 w 5075"/>
              <a:gd name="p0y8" fmla="*/ 772 h 772"/>
              <a:gd name="p0x9" fmla="*/ 120 w 5075"/>
              <a:gd name="p0y9" fmla="*/ 772 h 772"/>
              <a:gd name="p0x10" fmla="*/ 53 w 5075"/>
              <a:gd name="p0y10" fmla="*/ 772 h 772"/>
              <a:gd name="p0x11" fmla="*/ 0 w 5075"/>
              <a:gd name="p0y11" fmla="*/ 718 h 772"/>
              <a:gd name="p0x12" fmla="*/ 0 w 5075"/>
              <a:gd name="p0y12" fmla="*/ 652 h 772"/>
              <a:gd name="p0x13" fmla="*/ 0 w 5075"/>
              <a:gd name="p0y13" fmla="*/ 120 h 772"/>
              <a:gd name="p0x14" fmla="*/ 0 w 5075"/>
              <a:gd name="p0y14" fmla="*/ 53 h 772"/>
              <a:gd name="p0x15" fmla="*/ 53 w 5075"/>
              <a:gd name="p0y15" fmla="*/ 0 h 772"/>
              <a:gd name="p0x16" fmla="*/ 120 w 507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54"/>
            </p:custDataLst>
          </p:nvPr>
        </p:nvSpPr>
        <p:spPr>
          <a:xfrm>
            <a:off x="8464550" y="31451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55"/>
            </p:custDataLst>
          </p:nvPr>
        </p:nvSpPr>
        <p:spPr>
          <a:xfrm>
            <a:off x="8655101" y="3057525"/>
            <a:ext cx="12378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SimpleCNN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56"/>
            </p:custDataLst>
          </p:nvPr>
        </p:nvSpPr>
        <p:spPr>
          <a:xfrm>
            <a:off x="8307070" y="3657600"/>
            <a:ext cx="3222625" cy="490220"/>
          </a:xfrm>
          <a:custGeom>
            <a:avLst/>
            <a:gdLst>
              <a:gd name="sw" fmla="*/ 1 w 5075"/>
              <a:gd name="sh" fmla="*/ 1 h 772"/>
              <a:gd name="mins" fmla="min sw sh"/>
              <a:gd name="dsw" fmla="+- 0 sw mins"/>
              <a:gd name="dsh" fmla="+- 0 sh mins"/>
              <a:gd name="p0x0" fmla="*/ 120 w 5075"/>
              <a:gd name="p0y0" fmla="*/ 0 h 772"/>
              <a:gd name="p0x1" fmla="*/ 4955 w 5075"/>
              <a:gd name="p0y1" fmla="*/ 0 h 772"/>
              <a:gd name="p0x2" fmla="*/ 5021 w 5075"/>
              <a:gd name="p0y2" fmla="*/ 0 h 772"/>
              <a:gd name="p0x3" fmla="*/ 5075 w 5075"/>
              <a:gd name="p0y3" fmla="*/ 53 h 772"/>
              <a:gd name="p0x4" fmla="*/ 5075 w 5075"/>
              <a:gd name="p0y4" fmla="*/ 120 h 772"/>
              <a:gd name="p0x5" fmla="*/ 5075 w 5075"/>
              <a:gd name="p0y5" fmla="*/ 652 h 772"/>
              <a:gd name="p0x6" fmla="*/ 5075 w 5075"/>
              <a:gd name="p0y6" fmla="*/ 718 h 772"/>
              <a:gd name="p0x7" fmla="*/ 5021 w 5075"/>
              <a:gd name="p0y7" fmla="*/ 772 h 772"/>
              <a:gd name="p0x8" fmla="*/ 4955 w 5075"/>
              <a:gd name="p0y8" fmla="*/ 772 h 772"/>
              <a:gd name="p0x9" fmla="*/ 120 w 5075"/>
              <a:gd name="p0y9" fmla="*/ 772 h 772"/>
              <a:gd name="p0x10" fmla="*/ 53 w 5075"/>
              <a:gd name="p0y10" fmla="*/ 772 h 772"/>
              <a:gd name="p0x11" fmla="*/ 0 w 5075"/>
              <a:gd name="p0y11" fmla="*/ 718 h 772"/>
              <a:gd name="p0x12" fmla="*/ 0 w 5075"/>
              <a:gd name="p0y12" fmla="*/ 652 h 772"/>
              <a:gd name="p0x13" fmla="*/ 0 w 5075"/>
              <a:gd name="p0y13" fmla="*/ 120 h 772"/>
              <a:gd name="p0x14" fmla="*/ 0 w 5075"/>
              <a:gd name="p0y14" fmla="*/ 53 h 772"/>
              <a:gd name="p0x15" fmla="*/ 53 w 5075"/>
              <a:gd name="p0y15" fmla="*/ 0 h 772"/>
              <a:gd name="p0x16" fmla="*/ 120 w 507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任意多边形 60"/>
          <p:cNvSpPr/>
          <p:nvPr>
            <p:custDataLst>
              <p:tags r:id="rId57"/>
            </p:custDataLst>
          </p:nvPr>
        </p:nvSpPr>
        <p:spPr>
          <a:xfrm>
            <a:off x="8464550" y="38646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58"/>
            </p:custDataLst>
          </p:nvPr>
        </p:nvSpPr>
        <p:spPr>
          <a:xfrm>
            <a:off x="8655101" y="3776663"/>
            <a:ext cx="94855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VGG-11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59"/>
            </p:custDataLst>
          </p:nvPr>
        </p:nvSpPr>
        <p:spPr>
          <a:xfrm>
            <a:off x="8307070" y="4376420"/>
            <a:ext cx="3222625" cy="490855"/>
          </a:xfrm>
          <a:custGeom>
            <a:avLst/>
            <a:gdLst>
              <a:gd name="sw" fmla="*/ 1 w 5075"/>
              <a:gd name="sh" fmla="*/ 1 h 772"/>
              <a:gd name="mins" fmla="min sw sh"/>
              <a:gd name="dsw" fmla="+- 0 sw mins"/>
              <a:gd name="dsh" fmla="+- 0 sh mins"/>
              <a:gd name="p0x0" fmla="*/ 120 w 5075"/>
              <a:gd name="p0y0" fmla="*/ 0 h 772"/>
              <a:gd name="p0x1" fmla="*/ 4955 w 5075"/>
              <a:gd name="p0y1" fmla="*/ 0 h 772"/>
              <a:gd name="p0x2" fmla="*/ 5021 w 5075"/>
              <a:gd name="p0y2" fmla="*/ 0 h 772"/>
              <a:gd name="p0x3" fmla="*/ 5075 w 5075"/>
              <a:gd name="p0y3" fmla="*/ 53 h 772"/>
              <a:gd name="p0x4" fmla="*/ 5075 w 5075"/>
              <a:gd name="p0y4" fmla="*/ 120 h 772"/>
              <a:gd name="p0x5" fmla="*/ 5075 w 5075"/>
              <a:gd name="p0y5" fmla="*/ 652 h 772"/>
              <a:gd name="p0x6" fmla="*/ 5075 w 5075"/>
              <a:gd name="p0y6" fmla="*/ 718 h 772"/>
              <a:gd name="p0x7" fmla="*/ 5021 w 5075"/>
              <a:gd name="p0y7" fmla="*/ 772 h 772"/>
              <a:gd name="p0x8" fmla="*/ 4955 w 5075"/>
              <a:gd name="p0y8" fmla="*/ 772 h 772"/>
              <a:gd name="p0x9" fmla="*/ 120 w 5075"/>
              <a:gd name="p0y9" fmla="*/ 772 h 772"/>
              <a:gd name="p0x10" fmla="*/ 53 w 5075"/>
              <a:gd name="p0y10" fmla="*/ 772 h 772"/>
              <a:gd name="p0x11" fmla="*/ 0 w 5075"/>
              <a:gd name="p0y11" fmla="*/ 718 h 772"/>
              <a:gd name="p0x12" fmla="*/ 0 w 5075"/>
              <a:gd name="p0y12" fmla="*/ 652 h 772"/>
              <a:gd name="p0x13" fmla="*/ 0 w 5075"/>
              <a:gd name="p0y13" fmla="*/ 120 h 772"/>
              <a:gd name="p0x14" fmla="*/ 0 w 5075"/>
              <a:gd name="p0y14" fmla="*/ 53 h 772"/>
              <a:gd name="p0x15" fmla="*/ 53 w 5075"/>
              <a:gd name="p0y15" fmla="*/ 0 h 772"/>
              <a:gd name="p0x16" fmla="*/ 120 w 507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60"/>
            </p:custDataLst>
          </p:nvPr>
        </p:nvSpPr>
        <p:spPr>
          <a:xfrm>
            <a:off x="8464550" y="458343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61"/>
            </p:custDataLst>
          </p:nvPr>
        </p:nvSpPr>
        <p:spPr>
          <a:xfrm>
            <a:off x="8655101" y="4495800"/>
            <a:ext cx="118191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ResNet-18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62"/>
            </p:custDataLst>
          </p:nvPr>
        </p:nvSpPr>
        <p:spPr>
          <a:xfrm>
            <a:off x="8599742" y="5091113"/>
            <a:ext cx="28285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均使用</a:t>
            </a:r>
            <a:r>
              <a:rPr lang="en-US" alt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NAT-Scratch </a:t>
            </a:r>
            <a:r>
              <a:rPr lang="zh-CN" alt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训练权重</a:t>
            </a:r>
            <a:endParaRPr lang="zh-CN" altLang="en-US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63"/>
            </p:custDataLst>
          </p:nvPr>
        </p:nvSpPr>
        <p:spPr>
          <a:xfrm>
            <a:off x="1966595" y="5738495"/>
            <a:ext cx="3121025" cy="657225"/>
          </a:xfrm>
          <a:custGeom>
            <a:avLst/>
            <a:gdLst>
              <a:gd name="sw" fmla="*/ 1 w 4914"/>
              <a:gd name="sh" fmla="*/ 1 h 1035"/>
              <a:gd name="mins" fmla="min sw sh"/>
              <a:gd name="dsw" fmla="+- 0 sw mins"/>
              <a:gd name="dsh" fmla="+- 0 sh mins"/>
              <a:gd name="p0x0" fmla="*/ 180 w 4914"/>
              <a:gd name="p0y0" fmla="*/ 0 h 1035"/>
              <a:gd name="p0x1" fmla="*/ 4734 w 4914"/>
              <a:gd name="p0y1" fmla="*/ 0 h 1035"/>
              <a:gd name="p0x2" fmla="*/ 4834 w 4914"/>
              <a:gd name="p0y2" fmla="*/ 0 h 1035"/>
              <a:gd name="p0x3" fmla="*/ 4914 w 4914"/>
              <a:gd name="p0y3" fmla="*/ 80 h 1035"/>
              <a:gd name="p0x4" fmla="*/ 4914 w 4914"/>
              <a:gd name="p0y4" fmla="*/ 180 h 1035"/>
              <a:gd name="p0x5" fmla="*/ 4914 w 4914"/>
              <a:gd name="p0y5" fmla="*/ 855 h 1035"/>
              <a:gd name="p0x6" fmla="*/ 4914 w 4914"/>
              <a:gd name="p0y6" fmla="*/ 954 h 1035"/>
              <a:gd name="p0x7" fmla="*/ 4834 w 4914"/>
              <a:gd name="p0y7" fmla="*/ 1035 h 1035"/>
              <a:gd name="p0x8" fmla="*/ 4734 w 4914"/>
              <a:gd name="p0y8" fmla="*/ 1035 h 1035"/>
              <a:gd name="p0x9" fmla="*/ 180 w 4914"/>
              <a:gd name="p0y9" fmla="*/ 1035 h 1035"/>
              <a:gd name="p0x10" fmla="*/ 80 w 4914"/>
              <a:gd name="p0y10" fmla="*/ 1035 h 1035"/>
              <a:gd name="p0x11" fmla="*/ 0 w 4914"/>
              <a:gd name="p0y11" fmla="*/ 954 h 1035"/>
              <a:gd name="p0x12" fmla="*/ 0 w 4914"/>
              <a:gd name="p0y12" fmla="*/ 855 h 1035"/>
              <a:gd name="p0x13" fmla="*/ 0 w 4914"/>
              <a:gd name="p0y13" fmla="*/ 180 h 1035"/>
              <a:gd name="p0x14" fmla="*/ 0 w 4914"/>
              <a:gd name="p0y14" fmla="*/ 80 h 1035"/>
              <a:gd name="p0x15" fmla="*/ 80 w 4914"/>
              <a:gd name="p0y15" fmla="*/ 0 h 1035"/>
              <a:gd name="p0x16" fmla="*/ 180 w 4914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64"/>
            </p:custDataLst>
          </p:nvPr>
        </p:nvSpPr>
        <p:spPr>
          <a:xfrm>
            <a:off x="2541270" y="59004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65"/>
            </p:custDataLst>
          </p:nvPr>
        </p:nvSpPr>
        <p:spPr>
          <a:xfrm>
            <a:off x="2660752" y="5967413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66"/>
            </p:custDataLst>
          </p:nvPr>
        </p:nvSpPr>
        <p:spPr>
          <a:xfrm>
            <a:off x="2994050" y="5934075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外推区精度保持率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67"/>
            </p:custDataLst>
          </p:nvPr>
        </p:nvSpPr>
        <p:spPr>
          <a:xfrm>
            <a:off x="5287645" y="5738495"/>
            <a:ext cx="3121025" cy="657225"/>
          </a:xfrm>
          <a:custGeom>
            <a:avLst/>
            <a:gdLst>
              <a:gd name="sw" fmla="*/ 1 w 4914"/>
              <a:gd name="sh" fmla="*/ 1 h 1035"/>
              <a:gd name="mins" fmla="min sw sh"/>
              <a:gd name="dsw" fmla="+- 0 sw mins"/>
              <a:gd name="dsh" fmla="+- 0 sh mins"/>
              <a:gd name="p0x0" fmla="*/ 180 w 4914"/>
              <a:gd name="p0y0" fmla="*/ 0 h 1035"/>
              <a:gd name="p0x1" fmla="*/ 4734 w 4914"/>
              <a:gd name="p0y1" fmla="*/ 0 h 1035"/>
              <a:gd name="p0x2" fmla="*/ 4834 w 4914"/>
              <a:gd name="p0y2" fmla="*/ 0 h 1035"/>
              <a:gd name="p0x3" fmla="*/ 4914 w 4914"/>
              <a:gd name="p0y3" fmla="*/ 80 h 1035"/>
              <a:gd name="p0x4" fmla="*/ 4914 w 4914"/>
              <a:gd name="p0y4" fmla="*/ 180 h 1035"/>
              <a:gd name="p0x5" fmla="*/ 4914 w 4914"/>
              <a:gd name="p0y5" fmla="*/ 855 h 1035"/>
              <a:gd name="p0x6" fmla="*/ 4914 w 4914"/>
              <a:gd name="p0y6" fmla="*/ 954 h 1035"/>
              <a:gd name="p0x7" fmla="*/ 4834 w 4914"/>
              <a:gd name="p0y7" fmla="*/ 1035 h 1035"/>
              <a:gd name="p0x8" fmla="*/ 4734 w 4914"/>
              <a:gd name="p0y8" fmla="*/ 1035 h 1035"/>
              <a:gd name="p0x9" fmla="*/ 180 w 4914"/>
              <a:gd name="p0y9" fmla="*/ 1035 h 1035"/>
              <a:gd name="p0x10" fmla="*/ 80 w 4914"/>
              <a:gd name="p0y10" fmla="*/ 1035 h 1035"/>
              <a:gd name="p0x11" fmla="*/ 0 w 4914"/>
              <a:gd name="p0y11" fmla="*/ 954 h 1035"/>
              <a:gd name="p0x12" fmla="*/ 0 w 4914"/>
              <a:gd name="p0y12" fmla="*/ 855 h 1035"/>
              <a:gd name="p0x13" fmla="*/ 0 w 4914"/>
              <a:gd name="p0y13" fmla="*/ 180 h 1035"/>
              <a:gd name="p0x14" fmla="*/ 0 w 4914"/>
              <a:gd name="p0y14" fmla="*/ 80 h 1035"/>
              <a:gd name="p0x15" fmla="*/ 80 w 4914"/>
              <a:gd name="p0y15" fmla="*/ 0 h 1035"/>
              <a:gd name="p0x16" fmla="*/ 180 w 4914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68"/>
            </p:custDataLst>
          </p:nvPr>
        </p:nvSpPr>
        <p:spPr>
          <a:xfrm>
            <a:off x="5862320" y="59004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69"/>
            </p:custDataLst>
          </p:nvPr>
        </p:nvSpPr>
        <p:spPr>
          <a:xfrm>
            <a:off x="5981776" y="5967413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70"/>
            </p:custDataLst>
          </p:nvPr>
        </p:nvSpPr>
        <p:spPr>
          <a:xfrm>
            <a:off x="6315075" y="5934075"/>
            <a:ext cx="1714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正负侧外推对称性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71"/>
            </p:custDataLst>
          </p:nvPr>
        </p:nvSpPr>
        <p:spPr>
          <a:xfrm>
            <a:off x="8608695" y="5738495"/>
            <a:ext cx="3121025" cy="657225"/>
          </a:xfrm>
          <a:custGeom>
            <a:avLst/>
            <a:gdLst>
              <a:gd name="sw" fmla="*/ 1 w 4914"/>
              <a:gd name="sh" fmla="*/ 1 h 1035"/>
              <a:gd name="mins" fmla="min sw sh"/>
              <a:gd name="dsw" fmla="+- 0 sw mins"/>
              <a:gd name="dsh" fmla="+- 0 sh mins"/>
              <a:gd name="p0x0" fmla="*/ 180 w 4914"/>
              <a:gd name="p0y0" fmla="*/ 0 h 1035"/>
              <a:gd name="p0x1" fmla="*/ 4734 w 4914"/>
              <a:gd name="p0y1" fmla="*/ 0 h 1035"/>
              <a:gd name="p0x2" fmla="*/ 4834 w 4914"/>
              <a:gd name="p0y2" fmla="*/ 0 h 1035"/>
              <a:gd name="p0x3" fmla="*/ 4914 w 4914"/>
              <a:gd name="p0y3" fmla="*/ 80 h 1035"/>
              <a:gd name="p0x4" fmla="*/ 4914 w 4914"/>
              <a:gd name="p0y4" fmla="*/ 180 h 1035"/>
              <a:gd name="p0x5" fmla="*/ 4914 w 4914"/>
              <a:gd name="p0y5" fmla="*/ 855 h 1035"/>
              <a:gd name="p0x6" fmla="*/ 4914 w 4914"/>
              <a:gd name="p0y6" fmla="*/ 954 h 1035"/>
              <a:gd name="p0x7" fmla="*/ 4834 w 4914"/>
              <a:gd name="p0y7" fmla="*/ 1035 h 1035"/>
              <a:gd name="p0x8" fmla="*/ 4734 w 4914"/>
              <a:gd name="p0y8" fmla="*/ 1035 h 1035"/>
              <a:gd name="p0x9" fmla="*/ 180 w 4914"/>
              <a:gd name="p0y9" fmla="*/ 1035 h 1035"/>
              <a:gd name="p0x10" fmla="*/ 80 w 4914"/>
              <a:gd name="p0y10" fmla="*/ 1035 h 1035"/>
              <a:gd name="p0x11" fmla="*/ 0 w 4914"/>
              <a:gd name="p0y11" fmla="*/ 954 h 1035"/>
              <a:gd name="p0x12" fmla="*/ 0 w 4914"/>
              <a:gd name="p0y12" fmla="*/ 855 h 1035"/>
              <a:gd name="p0x13" fmla="*/ 0 w 4914"/>
              <a:gd name="p0y13" fmla="*/ 180 h 1035"/>
              <a:gd name="p0x14" fmla="*/ 0 w 4914"/>
              <a:gd name="p0y14" fmla="*/ 80 h 1035"/>
              <a:gd name="p0x15" fmla="*/ 80 w 4914"/>
              <a:gd name="p0y15" fmla="*/ 0 h 1035"/>
              <a:gd name="p0x16" fmla="*/ 180 w 4914"/>
              <a:gd name="p0y16" fmla="*/ 0 h 1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任意多边形 77"/>
          <p:cNvSpPr/>
          <p:nvPr>
            <p:custDataLst>
              <p:tags r:id="rId72"/>
            </p:custDataLst>
          </p:nvPr>
        </p:nvSpPr>
        <p:spPr>
          <a:xfrm>
            <a:off x="9469120" y="59004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73"/>
            </p:custDataLst>
          </p:nvPr>
        </p:nvSpPr>
        <p:spPr>
          <a:xfrm>
            <a:off x="9588551" y="5967413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74"/>
            </p:custDataLst>
          </p:nvPr>
        </p:nvSpPr>
        <p:spPr>
          <a:xfrm>
            <a:off x="9921849" y="5934075"/>
            <a:ext cx="1143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归零点位置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4428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：宽范围扫描结果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461645" y="1166495"/>
            <a:ext cx="11268075" cy="741045"/>
          </a:xfrm>
          <a:custGeom>
            <a:avLst/>
            <a:gdLst>
              <a:gd name="sw" fmla="*/ 1 w 17745"/>
              <a:gd name="sh" fmla="*/ 1 h 1166"/>
              <a:gd name="mins" fmla="min sw sh"/>
              <a:gd name="dsw" fmla="+- 0 sw mins"/>
              <a:gd name="dsh" fmla="+- 0 sh mins"/>
              <a:gd name="p0x0" fmla="*/ 180 w 17745"/>
              <a:gd name="p0y0" fmla="*/ 0 h 1166"/>
              <a:gd name="p0x1" fmla="*/ 17565 w 17745"/>
              <a:gd name="p0y1" fmla="*/ 0 h 1166"/>
              <a:gd name="p0x2" fmla="*/ 17664 w 17745"/>
              <a:gd name="p0y2" fmla="*/ 0 h 1166"/>
              <a:gd name="p0x3" fmla="*/ 17745 w 17745"/>
              <a:gd name="p0y3" fmla="*/ 80 h 1166"/>
              <a:gd name="p0x4" fmla="*/ 17745 w 17745"/>
              <a:gd name="p0y4" fmla="*/ 180 h 1166"/>
              <a:gd name="p0x5" fmla="*/ 17745 w 17745"/>
              <a:gd name="p0y5" fmla="*/ 986 h 1166"/>
              <a:gd name="p0x6" fmla="*/ 17745 w 17745"/>
              <a:gd name="p0y6" fmla="*/ 1086 h 1166"/>
              <a:gd name="p0x7" fmla="*/ 17664 w 17745"/>
              <a:gd name="p0y7" fmla="*/ 1166 h 1166"/>
              <a:gd name="p0x8" fmla="*/ 17565 w 17745"/>
              <a:gd name="p0y8" fmla="*/ 1166 h 1166"/>
              <a:gd name="p0x9" fmla="*/ 180 w 17745"/>
              <a:gd name="p0y9" fmla="*/ 1166 h 1166"/>
              <a:gd name="p0x10" fmla="*/ 80 w 17745"/>
              <a:gd name="p0y10" fmla="*/ 1166 h 1166"/>
              <a:gd name="p0x11" fmla="*/ 0 w 17745"/>
              <a:gd name="p0y11" fmla="*/ 1086 h 1166"/>
              <a:gd name="p0x12" fmla="*/ 0 w 17745"/>
              <a:gd name="p0y12" fmla="*/ 986 h 1166"/>
              <a:gd name="p0x13" fmla="*/ 0 w 17745"/>
              <a:gd name="p0y13" fmla="*/ 180 h 1166"/>
              <a:gd name="p0x14" fmla="*/ 0 w 17745"/>
              <a:gd name="p0y14" fmla="*/ 80 h 1166"/>
              <a:gd name="p0x15" fmla="*/ 80 w 17745"/>
              <a:gd name="p0y15" fmla="*/ 0 h 1166"/>
              <a:gd name="p0x16" fmla="*/ 180 w 17745"/>
              <a:gd name="p0y16" fmla="*/ 0 h 116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2700000"/>
          </a:gradFill>
          <a:ln w="9525" cmpd="sng">
            <a:solidFill>
              <a:srgbClr val="00BFFF">
                <a:alpha val="25098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699770" y="133223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4902"/>
            </a:srgbClr>
          </a:solidFill>
          <a:ln w="9525" cmpd="sng">
            <a:solidFill>
              <a:srgbClr val="00BFFF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050" y="1412875"/>
            <a:ext cx="247650" cy="247650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266825" y="1303973"/>
            <a:ext cx="7442368" cy="459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增益为训练分布内属性</a:t>
            </a:r>
            <a:r>
              <a:rPr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，正侧外推存在明确</a:t>
            </a:r>
            <a:r>
              <a:rPr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归零边界</a:t>
            </a:r>
            <a:endParaRPr sz="2100" b="1" spc="42">
              <a:solidFill>
                <a:srgbClr val="FFF2B3"/>
              </a:solidFill>
              <a:effectLst>
                <a:outerShdw blurRad="285750" algn="ctr" rotWithShape="0">
                  <a:srgbClr val="00BFFF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61645" y="2107565"/>
            <a:ext cx="5900420" cy="4288155"/>
          </a:xfrm>
          <a:custGeom>
            <a:avLst/>
            <a:gdLst>
              <a:gd name="sw" fmla="*/ 1 w 9292"/>
              <a:gd name="sh" fmla="*/ 1 h 6753"/>
              <a:gd name="mins" fmla="min sw sh"/>
              <a:gd name="dsw" fmla="+- 0 sw mins"/>
              <a:gd name="dsh" fmla="+- 0 sh mins"/>
              <a:gd name="p0x0" fmla="*/ 180 w 9292"/>
              <a:gd name="p0y0" fmla="*/ 0 h 6753"/>
              <a:gd name="p0x1" fmla="*/ 9112 w 9292"/>
              <a:gd name="p0y1" fmla="*/ 0 h 6753"/>
              <a:gd name="p0x2" fmla="*/ 9211 w 9292"/>
              <a:gd name="p0y2" fmla="*/ 0 h 6753"/>
              <a:gd name="p0x3" fmla="*/ 9292 w 9292"/>
              <a:gd name="p0y3" fmla="*/ 80 h 6753"/>
              <a:gd name="p0x4" fmla="*/ 9292 w 9292"/>
              <a:gd name="p0y4" fmla="*/ 180 h 6753"/>
              <a:gd name="p0x5" fmla="*/ 9292 w 9292"/>
              <a:gd name="p0y5" fmla="*/ 6573 h 6753"/>
              <a:gd name="p0x6" fmla="*/ 9292 w 9292"/>
              <a:gd name="p0y6" fmla="*/ 6672 h 6753"/>
              <a:gd name="p0x7" fmla="*/ 9211 w 9292"/>
              <a:gd name="p0y7" fmla="*/ 6753 h 6753"/>
              <a:gd name="p0x8" fmla="*/ 9112 w 9292"/>
              <a:gd name="p0y8" fmla="*/ 6753 h 6753"/>
              <a:gd name="p0x9" fmla="*/ 180 w 9292"/>
              <a:gd name="p0y9" fmla="*/ 6753 h 6753"/>
              <a:gd name="p0x10" fmla="*/ 80 w 9292"/>
              <a:gd name="p0y10" fmla="*/ 6753 h 6753"/>
              <a:gd name="p0x11" fmla="*/ 0 w 9292"/>
              <a:gd name="p0y11" fmla="*/ 6672 h 6753"/>
              <a:gd name="p0x12" fmla="*/ 0 w 9292"/>
              <a:gd name="p0y12" fmla="*/ 6573 h 6753"/>
              <a:gd name="p0x13" fmla="*/ 0 w 9292"/>
              <a:gd name="p0y13" fmla="*/ 180 h 6753"/>
              <a:gd name="p0x14" fmla="*/ 0 w 9292"/>
              <a:gd name="p0y14" fmla="*/ 80 h 6753"/>
              <a:gd name="p0x15" fmla="*/ 80 w 9292"/>
              <a:gd name="p0y15" fmla="*/ 0 h 6753"/>
              <a:gd name="p0x16" fmla="*/ 180 w 9292"/>
              <a:gd name="p0y16" fmla="*/ 0 h 67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657225" y="2303116"/>
            <a:ext cx="239583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</a:t>
            </a:r>
            <a:r>
              <a:rPr 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宽范围扫描总览</a:t>
            </a:r>
            <a:endParaRPr lang="zh-CN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4371823" y="2379316"/>
            <a:ext cx="194771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三架构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α∈[-0.6, +0.6]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4"/>
            </p:custDataLst>
          </p:nvPr>
        </p:nvGraphicFramePr>
        <p:xfrm>
          <a:off x="657225" y="2807335"/>
          <a:ext cx="5509915" cy="3392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050"/>
                <a:gridCol w="1414462"/>
                <a:gridCol w="1525266"/>
                <a:gridCol w="1408137"/>
              </a:tblGrid>
              <a:tr h="466725">
                <a:tc>
                  <a:txBody>
                    <a:bodyPr wrap="square"/>
                    <a:p>
                      <a:pPr algn="l"/>
                      <a:r>
                        <a:rPr sz="1350" b="1" spc="81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区域</a:t>
                      </a:r>
                      <a:endParaRPr sz="1350" b="1" spc="81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350" b="1" spc="81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Α </a:t>
                      </a:r>
                      <a:r>
                        <a:rPr lang="zh-CN" sz="1350" b="1" spc="81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范围</a:t>
                      </a:r>
                      <a:endParaRPr lang="zh-CN" sz="1350" b="1" spc="81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 spc="81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关键现象</a:t>
                      </a:r>
                      <a:endParaRPr sz="1350" b="1" spc="81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 spc="81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典型数据</a:t>
                      </a:r>
                      <a:endParaRPr sz="1350" b="1" spc="81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</a:tr>
              <a:tr h="98033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训练区内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C7D00"/>
                          </a:solidFill>
                          <a:highlight>
                            <a:srgbClr val="00BFFF">
                              <a:alpha val="12157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[-0.3, +0.3]</a:t>
                      </a:r>
                      <a:endParaRPr sz="1350" b="1">
                        <a:solidFill>
                          <a:srgbClr val="FC7D00"/>
                        </a:solidFill>
                        <a:highlight>
                          <a:srgbClr val="00BFFF">
                            <a:alpha val="12157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NAT-Scratch </a:t>
                      </a:r>
                      <a:r>
                        <a:rPr 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显著增益</a:t>
                      </a:r>
                      <a:endParaRPr 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三架构均有效</a:t>
                      </a:r>
                      <a:endParaRPr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7534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外推正侧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979798"/>
                          </a:solidFill>
                          <a:highlight>
                            <a:srgbClr val="FF6E9C">
                              <a:alpha val="10196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&gt; +0.3</a:t>
                      </a:r>
                      <a:endParaRPr sz="1350" b="1">
                        <a:solidFill>
                          <a:srgbClr val="979798"/>
                        </a:solidFill>
                        <a:highlight>
                          <a:srgbClr val="FF6E9C">
                            <a:alpha val="10196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增益快速衰减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α≈+0.4</a:t>
                      </a:r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归零反转</a:t>
                      </a:r>
                      <a:endParaRPr lang="zh-CN" altLang="en-US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970435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外推负侧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AE98B3"/>
                          </a:solidFill>
                          <a:highlight>
                            <a:srgbClr val="40E0A0">
                              <a:alpha val="10196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&lt; -0.3</a:t>
                      </a:r>
                      <a:endParaRPr sz="1350" b="1">
                        <a:solidFill>
                          <a:srgbClr val="AE98B3"/>
                        </a:solidFill>
                        <a:highlight>
                          <a:srgbClr val="40E0A0">
                            <a:alpha val="10196"/>
                          </a:srgbClr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增益保持稳健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α=-0.6</a:t>
                      </a:r>
                      <a:r>
                        <a:rPr 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仍</a:t>
                      </a:r>
                      <a:r>
                        <a:rPr lang="en-US" altLang="zh-CN"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endParaRPr lang="en-US" altLang="zh-CN"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+8.22pp</a:t>
                      </a:r>
                      <a:endParaRPr sz="1500" b="1">
                        <a:solidFill>
                          <a:srgbClr val="AE98B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6600190" y="2107565"/>
            <a:ext cx="5129530" cy="1296035"/>
          </a:xfrm>
          <a:custGeom>
            <a:avLst/>
            <a:gdLst>
              <a:gd name="sw" fmla="*/ 1 w 8077"/>
              <a:gd name="sh" fmla="*/ 1 h 2041"/>
              <a:gd name="mins" fmla="min sw sh"/>
              <a:gd name="dsw" fmla="+- 0 sw mins"/>
              <a:gd name="dsh" fmla="+- 0 sh mins"/>
              <a:gd name="p0x0" fmla="*/ 180 w 8077"/>
              <a:gd name="p0y0" fmla="*/ 0 h 2041"/>
              <a:gd name="p0x1" fmla="*/ 7897 w 8077"/>
              <a:gd name="p0y1" fmla="*/ 0 h 2041"/>
              <a:gd name="p0x2" fmla="*/ 7997 w 8077"/>
              <a:gd name="p0y2" fmla="*/ 0 h 2041"/>
              <a:gd name="p0x3" fmla="*/ 8077 w 8077"/>
              <a:gd name="p0y3" fmla="*/ 80 h 2041"/>
              <a:gd name="p0x4" fmla="*/ 8077 w 8077"/>
              <a:gd name="p0y4" fmla="*/ 180 h 2041"/>
              <a:gd name="p0x5" fmla="*/ 8077 w 8077"/>
              <a:gd name="p0y5" fmla="*/ 1861 h 2041"/>
              <a:gd name="p0x6" fmla="*/ 8077 w 8077"/>
              <a:gd name="p0y6" fmla="*/ 1960 h 2041"/>
              <a:gd name="p0x7" fmla="*/ 7997 w 8077"/>
              <a:gd name="p0y7" fmla="*/ 2041 h 2041"/>
              <a:gd name="p0x8" fmla="*/ 7897 w 8077"/>
              <a:gd name="p0y8" fmla="*/ 2041 h 2041"/>
              <a:gd name="p0x9" fmla="*/ 180 w 8077"/>
              <a:gd name="p0y9" fmla="*/ 2041 h 2041"/>
              <a:gd name="p0x10" fmla="*/ 80 w 8077"/>
              <a:gd name="p0y10" fmla="*/ 2041 h 2041"/>
              <a:gd name="p0x11" fmla="*/ 0 w 8077"/>
              <a:gd name="p0y11" fmla="*/ 1960 h 2041"/>
              <a:gd name="p0x12" fmla="*/ 0 w 8077"/>
              <a:gd name="p0y12" fmla="*/ 1861 h 2041"/>
              <a:gd name="p0x13" fmla="*/ 0 w 8077"/>
              <a:gd name="p0y13" fmla="*/ 180 h 2041"/>
              <a:gd name="p0x14" fmla="*/ 0 w 8077"/>
              <a:gd name="p0y14" fmla="*/ 80 h 2041"/>
              <a:gd name="p0x15" fmla="*/ 80 w 8077"/>
              <a:gd name="p0y15" fmla="*/ 0 h 2041"/>
              <a:gd name="p0x16" fmla="*/ 180 w 8077"/>
              <a:gd name="p0y16" fmla="*/ 0 h 20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6800215" y="230759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0196"/>
            </a:srgb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6919693" y="2374554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7291092" y="2303116"/>
            <a:ext cx="424368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 spc="8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训练区内</a:t>
            </a:r>
            <a:r>
              <a:rPr lang="en-US" altLang="zh-CN" sz="1350" b="1" spc="8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α∈[-0.3, 0.3]</a:t>
            </a:r>
            <a:endParaRPr lang="en-US" altLang="zh-CN" sz="1350" b="1" spc="8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7291092" y="2593629"/>
            <a:ext cx="424368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三架构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NAT-Scratch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均保持显著增益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，验证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在训练分布内的有效性。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6605270" y="2141168"/>
            <a:ext cx="38100" cy="12288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" h="1935">
                <a:moveTo>
                  <a:pt x="60" y="1935"/>
                </a:moveTo>
                <a:cubicBezTo>
                  <a:pt x="23" y="1902"/>
                  <a:pt x="0" y="1854"/>
                  <a:pt x="0" y="1801"/>
                </a:cubicBezTo>
                <a:lnTo>
                  <a:pt x="0" y="134"/>
                </a:lnTo>
                <a:cubicBezTo>
                  <a:pt x="0" y="81"/>
                  <a:pt x="23" y="33"/>
                  <a:pt x="6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1"/>
            </p:custDataLst>
          </p:nvPr>
        </p:nvSpPr>
        <p:spPr>
          <a:xfrm>
            <a:off x="6600190" y="3603625"/>
            <a:ext cx="5129530" cy="1296035"/>
          </a:xfrm>
          <a:custGeom>
            <a:avLst/>
            <a:gdLst>
              <a:gd name="sw" fmla="*/ 1 w 8077"/>
              <a:gd name="sh" fmla="*/ 1 h 2041"/>
              <a:gd name="mins" fmla="min sw sh"/>
              <a:gd name="dsw" fmla="+- 0 sw mins"/>
              <a:gd name="dsh" fmla="+- 0 sh mins"/>
              <a:gd name="p0x0" fmla="*/ 180 w 8077"/>
              <a:gd name="p0y0" fmla="*/ 0 h 2041"/>
              <a:gd name="p0x1" fmla="*/ 7897 w 8077"/>
              <a:gd name="p0y1" fmla="*/ 0 h 2041"/>
              <a:gd name="p0x2" fmla="*/ 7997 w 8077"/>
              <a:gd name="p0y2" fmla="*/ 0 h 2041"/>
              <a:gd name="p0x3" fmla="*/ 8077 w 8077"/>
              <a:gd name="p0y3" fmla="*/ 80 h 2041"/>
              <a:gd name="p0x4" fmla="*/ 8077 w 8077"/>
              <a:gd name="p0y4" fmla="*/ 180 h 2041"/>
              <a:gd name="p0x5" fmla="*/ 8077 w 8077"/>
              <a:gd name="p0y5" fmla="*/ 1861 h 2041"/>
              <a:gd name="p0x6" fmla="*/ 8077 w 8077"/>
              <a:gd name="p0y6" fmla="*/ 1960 h 2041"/>
              <a:gd name="p0x7" fmla="*/ 7997 w 8077"/>
              <a:gd name="p0y7" fmla="*/ 2041 h 2041"/>
              <a:gd name="p0x8" fmla="*/ 7897 w 8077"/>
              <a:gd name="p0y8" fmla="*/ 2041 h 2041"/>
              <a:gd name="p0x9" fmla="*/ 180 w 8077"/>
              <a:gd name="p0y9" fmla="*/ 2041 h 2041"/>
              <a:gd name="p0x10" fmla="*/ 80 w 8077"/>
              <a:gd name="p0y10" fmla="*/ 2041 h 2041"/>
              <a:gd name="p0x11" fmla="*/ 0 w 8077"/>
              <a:gd name="p0y11" fmla="*/ 1960 h 2041"/>
              <a:gd name="p0x12" fmla="*/ 0 w 8077"/>
              <a:gd name="p0y12" fmla="*/ 1861 h 2041"/>
              <a:gd name="p0x13" fmla="*/ 0 w 8077"/>
              <a:gd name="p0y13" fmla="*/ 180 h 2041"/>
              <a:gd name="p0x14" fmla="*/ 0 w 8077"/>
              <a:gd name="p0y14" fmla="*/ 80 h 2041"/>
              <a:gd name="p0x15" fmla="*/ 80 w 8077"/>
              <a:gd name="p0y15" fmla="*/ 0 h 2041"/>
              <a:gd name="p0x16" fmla="*/ 180 w 8077"/>
              <a:gd name="p0y16" fmla="*/ 0 h 20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6800215" y="380365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0196"/>
            </a:srgbClr>
          </a:solidFill>
          <a:ln w="9525" cmpd="sng">
            <a:solidFill>
              <a:srgbClr val="97979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919693" y="3870646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7291092" y="3799208"/>
            <a:ext cx="424368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 spc="8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外推正侧</a:t>
            </a:r>
            <a:r>
              <a:rPr lang="en-US" altLang="zh-CN" sz="1350" b="1" spc="8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α &gt; +0.3</a:t>
            </a:r>
            <a:endParaRPr lang="en-US" altLang="zh-CN" sz="1350" b="1" spc="8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7291092" y="4089721"/>
            <a:ext cx="424368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增益快速衰减，</a:t>
            </a:r>
            <a:r>
              <a:rPr lang="en-US"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α≈+0.4 </a:t>
            </a:r>
            <a:r>
              <a:rPr lang="zh-CN" altLang="en-US"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出现归零反转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——NAT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增益消失，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精度回落至基线以下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6"/>
            </p:custDataLst>
          </p:nvPr>
        </p:nvSpPr>
        <p:spPr>
          <a:xfrm>
            <a:off x="6605273" y="3637811"/>
            <a:ext cx="38097" cy="12282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" h="1934">
                <a:moveTo>
                  <a:pt x="60" y="1934"/>
                </a:moveTo>
                <a:cubicBezTo>
                  <a:pt x="23" y="1901"/>
                  <a:pt x="0" y="1853"/>
                  <a:pt x="0" y="1800"/>
                </a:cubicBezTo>
                <a:lnTo>
                  <a:pt x="0" y="134"/>
                </a:lnTo>
                <a:cubicBezTo>
                  <a:pt x="0" y="81"/>
                  <a:pt x="23" y="33"/>
                  <a:pt x="60" y="0"/>
                </a:cubicBezTo>
                <a:close/>
              </a:path>
            </a:pathLst>
          </a:custGeom>
          <a:solidFill>
            <a:srgbClr val="979798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6600190" y="5099685"/>
            <a:ext cx="5129530" cy="1296035"/>
          </a:xfrm>
          <a:custGeom>
            <a:avLst/>
            <a:gdLst>
              <a:gd name="sw" fmla="*/ 1 w 8077"/>
              <a:gd name="sh" fmla="*/ 1 h 2041"/>
              <a:gd name="mins" fmla="min sw sh"/>
              <a:gd name="dsw" fmla="+- 0 sw mins"/>
              <a:gd name="dsh" fmla="+- 0 sh mins"/>
              <a:gd name="p0x0" fmla="*/ 180 w 8077"/>
              <a:gd name="p0y0" fmla="*/ 0 h 2041"/>
              <a:gd name="p0x1" fmla="*/ 7897 w 8077"/>
              <a:gd name="p0y1" fmla="*/ 0 h 2041"/>
              <a:gd name="p0x2" fmla="*/ 7997 w 8077"/>
              <a:gd name="p0y2" fmla="*/ 0 h 2041"/>
              <a:gd name="p0x3" fmla="*/ 8077 w 8077"/>
              <a:gd name="p0y3" fmla="*/ 80 h 2041"/>
              <a:gd name="p0x4" fmla="*/ 8077 w 8077"/>
              <a:gd name="p0y4" fmla="*/ 180 h 2041"/>
              <a:gd name="p0x5" fmla="*/ 8077 w 8077"/>
              <a:gd name="p0y5" fmla="*/ 1861 h 2041"/>
              <a:gd name="p0x6" fmla="*/ 8077 w 8077"/>
              <a:gd name="p0y6" fmla="*/ 1960 h 2041"/>
              <a:gd name="p0x7" fmla="*/ 7997 w 8077"/>
              <a:gd name="p0y7" fmla="*/ 2041 h 2041"/>
              <a:gd name="p0x8" fmla="*/ 7897 w 8077"/>
              <a:gd name="p0y8" fmla="*/ 2041 h 2041"/>
              <a:gd name="p0x9" fmla="*/ 180 w 8077"/>
              <a:gd name="p0y9" fmla="*/ 2041 h 2041"/>
              <a:gd name="p0x10" fmla="*/ 80 w 8077"/>
              <a:gd name="p0y10" fmla="*/ 2041 h 2041"/>
              <a:gd name="p0x11" fmla="*/ 0 w 8077"/>
              <a:gd name="p0y11" fmla="*/ 1960 h 2041"/>
              <a:gd name="p0x12" fmla="*/ 0 w 8077"/>
              <a:gd name="p0y12" fmla="*/ 1861 h 2041"/>
              <a:gd name="p0x13" fmla="*/ 0 w 8077"/>
              <a:gd name="p0y13" fmla="*/ 180 h 2041"/>
              <a:gd name="p0x14" fmla="*/ 0 w 8077"/>
              <a:gd name="p0y14" fmla="*/ 80 h 2041"/>
              <a:gd name="p0x15" fmla="*/ 80 w 8077"/>
              <a:gd name="p0y15" fmla="*/ 0 h 2041"/>
              <a:gd name="p0x16" fmla="*/ 180 w 8077"/>
              <a:gd name="p0y16" fmla="*/ 0 h 204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800215" y="529971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0196"/>
            </a:srgbClr>
          </a:solidFill>
          <a:ln w="9525" cmpd="sng"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6919693" y="5366747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7291092" y="5295309"/>
            <a:ext cx="424368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 spc="8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外推负侧</a:t>
            </a:r>
            <a:r>
              <a:rPr lang="en-US" altLang="zh-CN" sz="1350" b="1" spc="8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α &lt; -0.3</a:t>
            </a:r>
            <a:endParaRPr lang="en-US" altLang="zh-CN" sz="1350" b="1" spc="8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7291092" y="5585822"/>
            <a:ext cx="424368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增益保持稳健，</a:t>
            </a:r>
            <a:r>
              <a:rPr 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α=-0.6 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仍维持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+8.22pp</a:t>
            </a:r>
            <a:r>
              <a:rPr lang="zh-CN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负侧外推具有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不对称鲁棒性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2"/>
            </p:custDataLst>
          </p:nvPr>
        </p:nvSpPr>
        <p:spPr>
          <a:xfrm>
            <a:off x="6605273" y="5133871"/>
            <a:ext cx="38097" cy="12282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" h="1934">
                <a:moveTo>
                  <a:pt x="60" y="1934"/>
                </a:moveTo>
                <a:cubicBezTo>
                  <a:pt x="23" y="1901"/>
                  <a:pt x="0" y="1853"/>
                  <a:pt x="0" y="1800"/>
                </a:cubicBezTo>
                <a:lnTo>
                  <a:pt x="0" y="134"/>
                </a:lnTo>
                <a:cubicBezTo>
                  <a:pt x="0" y="81"/>
                  <a:pt x="23" y="33"/>
                  <a:pt x="60" y="0"/>
                </a:cubicBezTo>
                <a:close/>
              </a:path>
            </a:pathLst>
          </a:custGeom>
          <a:solidFill>
            <a:schemeClr val="accent6">
              <a:alpha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7700" y="433388"/>
            <a:ext cx="4047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：外推边界分析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461645" y="2221865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2925" y="2302510"/>
            <a:ext cx="247650" cy="247650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990600" y="2205961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物理机制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461645" y="2915285"/>
            <a:ext cx="5534025" cy="1533525"/>
          </a:xfrm>
          <a:custGeom>
            <a:avLst/>
            <a:gdLst>
              <a:gd name="sw" fmla="*/ 1 w 8715"/>
              <a:gd name="sh" fmla="*/ 1 h 2415"/>
              <a:gd name="mins" fmla="min sw sh"/>
              <a:gd name="dsw" fmla="+- 0 sw mins"/>
              <a:gd name="dsh" fmla="+- 0 sh mins"/>
              <a:gd name="p0x0" fmla="*/ 120 w 8715"/>
              <a:gd name="p0y0" fmla="*/ 0 h 2415"/>
              <a:gd name="p0x1" fmla="*/ 8595 w 8715"/>
              <a:gd name="p0y1" fmla="*/ 0 h 2415"/>
              <a:gd name="p0x2" fmla="*/ 8661 w 8715"/>
              <a:gd name="p0y2" fmla="*/ 0 h 2415"/>
              <a:gd name="p0x3" fmla="*/ 8715 w 8715"/>
              <a:gd name="p0y3" fmla="*/ 53 h 2415"/>
              <a:gd name="p0x4" fmla="*/ 8715 w 8715"/>
              <a:gd name="p0y4" fmla="*/ 120 h 2415"/>
              <a:gd name="p0x5" fmla="*/ 8715 w 8715"/>
              <a:gd name="p0y5" fmla="*/ 2295 h 2415"/>
              <a:gd name="p0x6" fmla="*/ 8715 w 8715"/>
              <a:gd name="p0y6" fmla="*/ 2361 h 2415"/>
              <a:gd name="p0x7" fmla="*/ 8661 w 8715"/>
              <a:gd name="p0y7" fmla="*/ 2415 h 2415"/>
              <a:gd name="p0x8" fmla="*/ 8595 w 8715"/>
              <a:gd name="p0y8" fmla="*/ 2415 h 2415"/>
              <a:gd name="p0x9" fmla="*/ 120 w 8715"/>
              <a:gd name="p0y9" fmla="*/ 2415 h 2415"/>
              <a:gd name="p0x10" fmla="*/ 53 w 8715"/>
              <a:gd name="p0y10" fmla="*/ 2415 h 2415"/>
              <a:gd name="p0x11" fmla="*/ 0 w 8715"/>
              <a:gd name="p0y11" fmla="*/ 2361 h 2415"/>
              <a:gd name="p0x12" fmla="*/ 0 w 8715"/>
              <a:gd name="p0y12" fmla="*/ 2295 h 2415"/>
              <a:gd name="p0x13" fmla="*/ 0 w 8715"/>
              <a:gd name="p0y13" fmla="*/ 120 h 2415"/>
              <a:gd name="p0x14" fmla="*/ 0 w 8715"/>
              <a:gd name="p0y14" fmla="*/ 53 h 2415"/>
              <a:gd name="p0x15" fmla="*/ 53 w 8715"/>
              <a:gd name="p0y15" fmla="*/ 0 h 2415"/>
              <a:gd name="p0x16" fmla="*/ 120 w 8715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661670" y="3096260"/>
            <a:ext cx="1403350" cy="371475"/>
          </a:xfrm>
          <a:custGeom>
            <a:avLst/>
            <a:gdLst>
              <a:gd name="sw" fmla="*/ 1 w 2210"/>
              <a:gd name="sh" fmla="*/ 1 h 585"/>
              <a:gd name="mins" fmla="min sw sh"/>
              <a:gd name="dsw" fmla="+- 0 sw mins"/>
              <a:gd name="dsh" fmla="+- 0 sh mins"/>
              <a:gd name="p0x0" fmla="*/ 292 w 2210"/>
              <a:gd name="p0y0" fmla="*/ 0 h 585"/>
              <a:gd name="p0x1" fmla="*/ 1917 w 2210"/>
              <a:gd name="p0y1" fmla="*/ 0 h 585"/>
              <a:gd name="p0x2" fmla="*/ 2079 w 2210"/>
              <a:gd name="p0y2" fmla="*/ 0 h 585"/>
              <a:gd name="p0x3" fmla="*/ 2210 w 2210"/>
              <a:gd name="p0y3" fmla="*/ 130 h 585"/>
              <a:gd name="p0x4" fmla="*/ 2210 w 2210"/>
              <a:gd name="p0y4" fmla="*/ 292 h 585"/>
              <a:gd name="p0x5" fmla="*/ 2210 w 2210"/>
              <a:gd name="p0y5" fmla="*/ 454 h 585"/>
              <a:gd name="p0x6" fmla="*/ 2079 w 2210"/>
              <a:gd name="p0y6" fmla="*/ 585 h 585"/>
              <a:gd name="p0x7" fmla="*/ 1917 w 2210"/>
              <a:gd name="p0y7" fmla="*/ 585 h 585"/>
              <a:gd name="p0x8" fmla="*/ 292 w 2210"/>
              <a:gd name="p0y8" fmla="*/ 585 h 585"/>
              <a:gd name="p0x9" fmla="*/ 130 w 2210"/>
              <a:gd name="p0y9" fmla="*/ 585 h 585"/>
              <a:gd name="p0x10" fmla="*/ 0 w 2210"/>
              <a:gd name="p0y10" fmla="*/ 454 h 585"/>
              <a:gd name="p0x11" fmla="*/ 0 w 2210"/>
              <a:gd name="p0y11" fmla="*/ 292 h 585"/>
              <a:gd name="p0x12" fmla="*/ 0 w 2210"/>
              <a:gd name="p0y12" fmla="*/ 130 h 585"/>
              <a:gd name="p0x13" fmla="*/ 130 w 2210"/>
              <a:gd name="p0y13" fmla="*/ 0 h 585"/>
              <a:gd name="p0x14" fmla="*/ 292 w 2210"/>
              <a:gd name="p0y14" fmla="*/ 0 h 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0E0A0">
              <a:alpha val="14118"/>
            </a:srgbClr>
          </a:solidFill>
          <a:ln w="9525" cmpd="sng">
            <a:solidFill>
              <a:srgbClr val="40E0A0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781050" y="3156052"/>
            <a:ext cx="1355827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α≈+0.4 </a:t>
            </a:r>
            <a:r>
              <a:rPr 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归零</a:t>
            </a:r>
            <a:endParaRPr lang="zh-CN"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2222602" y="3058420"/>
            <a:ext cx="3578123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正侧归零边界（</a:t>
            </a:r>
            <a:r>
              <a:rPr lang="en-US" altLang="zh-CN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α≈+0.4</a:t>
            </a:r>
            <a:r>
              <a:rPr lang="zh-CN" alt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训练分布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spc="3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α∈[−0.3, 0.3]</a:t>
            </a:r>
            <a:r>
              <a:rPr 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以零为中心对称，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+0.4 </a:t>
            </a:r>
            <a:r>
              <a:rPr lang="zh-CN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已超出训练覆盖范围</a:t>
            </a: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，模型缺乏适应能力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461645" y="4968875"/>
            <a:ext cx="5534025" cy="1228725"/>
          </a:xfrm>
          <a:custGeom>
            <a:avLst/>
            <a:gdLst>
              <a:gd name="sw" fmla="*/ 1 w 8715"/>
              <a:gd name="sh" fmla="*/ 1 h 1935"/>
              <a:gd name="mins" fmla="min sw sh"/>
              <a:gd name="dsw" fmla="+- 0 sw mins"/>
              <a:gd name="dsh" fmla="+- 0 sh mins"/>
              <a:gd name="p0x0" fmla="*/ 120 w 8715"/>
              <a:gd name="p0y0" fmla="*/ 0 h 1935"/>
              <a:gd name="p0x1" fmla="*/ 8595 w 8715"/>
              <a:gd name="p0y1" fmla="*/ 0 h 1935"/>
              <a:gd name="p0x2" fmla="*/ 8661 w 8715"/>
              <a:gd name="p0y2" fmla="*/ 0 h 1935"/>
              <a:gd name="p0x3" fmla="*/ 8715 w 8715"/>
              <a:gd name="p0y3" fmla="*/ 53 h 1935"/>
              <a:gd name="p0x4" fmla="*/ 8715 w 8715"/>
              <a:gd name="p0y4" fmla="*/ 120 h 1935"/>
              <a:gd name="p0x5" fmla="*/ 8715 w 8715"/>
              <a:gd name="p0y5" fmla="*/ 1815 h 1935"/>
              <a:gd name="p0x6" fmla="*/ 8715 w 8715"/>
              <a:gd name="p0y6" fmla="*/ 1881 h 1935"/>
              <a:gd name="p0x7" fmla="*/ 8661 w 8715"/>
              <a:gd name="p0y7" fmla="*/ 1935 h 1935"/>
              <a:gd name="p0x8" fmla="*/ 8595 w 8715"/>
              <a:gd name="p0y8" fmla="*/ 1935 h 1935"/>
              <a:gd name="p0x9" fmla="*/ 120 w 8715"/>
              <a:gd name="p0y9" fmla="*/ 1935 h 1935"/>
              <a:gd name="p0x10" fmla="*/ 53 w 8715"/>
              <a:gd name="p0y10" fmla="*/ 1935 h 1935"/>
              <a:gd name="p0x11" fmla="*/ 0 w 8715"/>
              <a:gd name="p0y11" fmla="*/ 1881 h 1935"/>
              <a:gd name="p0x12" fmla="*/ 0 w 8715"/>
              <a:gd name="p0y12" fmla="*/ 1815 h 1935"/>
              <a:gd name="p0x13" fmla="*/ 0 w 8715"/>
              <a:gd name="p0y13" fmla="*/ 120 h 1935"/>
              <a:gd name="p0x14" fmla="*/ 0 w 8715"/>
              <a:gd name="p0y14" fmla="*/ 53 h 1935"/>
              <a:gd name="p0x15" fmla="*/ 53 w 8715"/>
              <a:gd name="p0y15" fmla="*/ 0 h 1935"/>
              <a:gd name="p0x16" fmla="*/ 120 w 8715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661670" y="5149850"/>
            <a:ext cx="1374775" cy="371475"/>
          </a:xfrm>
          <a:custGeom>
            <a:avLst/>
            <a:gdLst>
              <a:gd name="sw" fmla="*/ 1 w 2165"/>
              <a:gd name="sh" fmla="*/ 1 h 585"/>
              <a:gd name="mins" fmla="min sw sh"/>
              <a:gd name="dsw" fmla="+- 0 sw mins"/>
              <a:gd name="dsh" fmla="+- 0 sh mins"/>
              <a:gd name="p0x0" fmla="*/ 292 w 2165"/>
              <a:gd name="p0y0" fmla="*/ 0 h 585"/>
              <a:gd name="p0x1" fmla="*/ 1872 w 2165"/>
              <a:gd name="p0y1" fmla="*/ 0 h 585"/>
              <a:gd name="p0x2" fmla="*/ 2034 w 2165"/>
              <a:gd name="p0y2" fmla="*/ 0 h 585"/>
              <a:gd name="p0x3" fmla="*/ 2165 w 2165"/>
              <a:gd name="p0y3" fmla="*/ 130 h 585"/>
              <a:gd name="p0x4" fmla="*/ 2165 w 2165"/>
              <a:gd name="p0y4" fmla="*/ 292 h 585"/>
              <a:gd name="p0x5" fmla="*/ 2165 w 2165"/>
              <a:gd name="p0y5" fmla="*/ 454 h 585"/>
              <a:gd name="p0x6" fmla="*/ 2034 w 2165"/>
              <a:gd name="p0y6" fmla="*/ 585 h 585"/>
              <a:gd name="p0x7" fmla="*/ 1872 w 2165"/>
              <a:gd name="p0y7" fmla="*/ 585 h 585"/>
              <a:gd name="p0x8" fmla="*/ 292 w 2165"/>
              <a:gd name="p0y8" fmla="*/ 585 h 585"/>
              <a:gd name="p0x9" fmla="*/ 130 w 2165"/>
              <a:gd name="p0y9" fmla="*/ 585 h 585"/>
              <a:gd name="p0x10" fmla="*/ 0 w 2165"/>
              <a:gd name="p0y10" fmla="*/ 454 h 585"/>
              <a:gd name="p0x11" fmla="*/ 0 w 2165"/>
              <a:gd name="p0y11" fmla="*/ 292 h 585"/>
              <a:gd name="p0x12" fmla="*/ 0 w 2165"/>
              <a:gd name="p0y12" fmla="*/ 130 h 585"/>
              <a:gd name="p0x13" fmla="*/ 130 w 2165"/>
              <a:gd name="p0y13" fmla="*/ 0 h 585"/>
              <a:gd name="p0x14" fmla="*/ 292 w 2165"/>
              <a:gd name="p0y14" fmla="*/ 0 h 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D740">
              <a:alpha val="12157"/>
            </a:srgbClr>
          </a:solidFill>
          <a:ln w="9525" cmpd="sng">
            <a:solidFill>
              <a:srgbClr val="FFD740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781050" y="5209651"/>
            <a:ext cx="1327252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α=−0.6 </a:t>
            </a:r>
            <a:r>
              <a:rPr 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稳健</a:t>
            </a:r>
            <a:endParaRPr lang="zh-CN"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2194027" y="5112020"/>
            <a:ext cx="3606698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负侧不对称鲁棒性（</a:t>
            </a:r>
            <a:r>
              <a:rPr lang="en-US" altLang="zh-CN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α=−0.6</a:t>
            </a:r>
            <a:r>
              <a:rPr lang="zh-CN" alt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负增益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 spc="3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截止型非线性</a:t>
            </a: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与正增益</a:t>
            </a:r>
            <a:r>
              <a:rPr sz="1500" b="1" spc="3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饱和型</a:t>
            </a: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物理上不对称，截止型失真对特征破坏程度相对温和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8"/>
            </p:custDataLst>
          </p:nvPr>
        </p:nvSpPr>
        <p:spPr>
          <a:xfrm>
            <a:off x="6195695" y="2221865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76975" y="2302510"/>
            <a:ext cx="247650" cy="247650"/>
          </a:xfrm>
          <a:prstGeom prst="rect">
            <a:avLst/>
          </a:prstGeom>
          <a:noFill/>
        </p:spPr>
      </p:pic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6724650" y="2205961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假设打破与启示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6195695" y="2827020"/>
            <a:ext cx="5534025" cy="923925"/>
          </a:xfrm>
          <a:custGeom>
            <a:avLst/>
            <a:gdLst>
              <a:gd name="sw" fmla="*/ 1 w 8715"/>
              <a:gd name="sh" fmla="*/ 1 h 1455"/>
              <a:gd name="mins" fmla="min sw sh"/>
              <a:gd name="dsw" fmla="+- 0 sw mins"/>
              <a:gd name="dsh" fmla="+- 0 sh mins"/>
              <a:gd name="p0x0" fmla="*/ 120 w 8715"/>
              <a:gd name="p0y0" fmla="*/ 0 h 1455"/>
              <a:gd name="p0x1" fmla="*/ 8595 w 8715"/>
              <a:gd name="p0y1" fmla="*/ 0 h 1455"/>
              <a:gd name="p0x2" fmla="*/ 8661 w 8715"/>
              <a:gd name="p0y2" fmla="*/ 0 h 1455"/>
              <a:gd name="p0x3" fmla="*/ 8715 w 8715"/>
              <a:gd name="p0y3" fmla="*/ 53 h 1455"/>
              <a:gd name="p0x4" fmla="*/ 8715 w 8715"/>
              <a:gd name="p0y4" fmla="*/ 120 h 1455"/>
              <a:gd name="p0x5" fmla="*/ 8715 w 8715"/>
              <a:gd name="p0y5" fmla="*/ 1335 h 1455"/>
              <a:gd name="p0x6" fmla="*/ 8715 w 8715"/>
              <a:gd name="p0y6" fmla="*/ 1401 h 1455"/>
              <a:gd name="p0x7" fmla="*/ 8661 w 8715"/>
              <a:gd name="p0y7" fmla="*/ 1455 h 1455"/>
              <a:gd name="p0x8" fmla="*/ 8595 w 8715"/>
              <a:gd name="p0y8" fmla="*/ 1455 h 1455"/>
              <a:gd name="p0x9" fmla="*/ 120 w 8715"/>
              <a:gd name="p0y9" fmla="*/ 1455 h 1455"/>
              <a:gd name="p0x10" fmla="*/ 53 w 8715"/>
              <a:gd name="p0y10" fmla="*/ 1455 h 1455"/>
              <a:gd name="p0x11" fmla="*/ 0 w 8715"/>
              <a:gd name="p0y11" fmla="*/ 1401 h 1455"/>
              <a:gd name="p0x12" fmla="*/ 0 w 8715"/>
              <a:gd name="p0y12" fmla="*/ 1335 h 1455"/>
              <a:gd name="p0x13" fmla="*/ 0 w 8715"/>
              <a:gd name="p0y13" fmla="*/ 120 h 1455"/>
              <a:gd name="p0x14" fmla="*/ 0 w 8715"/>
              <a:gd name="p0y14" fmla="*/ 53 h 1455"/>
              <a:gd name="p0x15" fmla="*/ 53 w 8715"/>
              <a:gd name="p0y15" fmla="*/ 0 h 1455"/>
              <a:gd name="p0x16" fmla="*/ 120 w 8715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6395720" y="3007995"/>
            <a:ext cx="1247775" cy="371475"/>
          </a:xfrm>
          <a:custGeom>
            <a:avLst/>
            <a:gdLst>
              <a:gd name="sw" fmla="*/ 1 w 1965"/>
              <a:gd name="sh" fmla="*/ 1 h 585"/>
              <a:gd name="mins" fmla="min sw sh"/>
              <a:gd name="dsw" fmla="+- 0 sw mins"/>
              <a:gd name="dsh" fmla="+- 0 sh mins"/>
              <a:gd name="p0x0" fmla="*/ 292 w 1965"/>
              <a:gd name="p0y0" fmla="*/ 0 h 585"/>
              <a:gd name="p0x1" fmla="*/ 1672 w 1965"/>
              <a:gd name="p0y1" fmla="*/ 0 h 585"/>
              <a:gd name="p0x2" fmla="*/ 1834 w 1965"/>
              <a:gd name="p0y2" fmla="*/ 0 h 585"/>
              <a:gd name="p0x3" fmla="*/ 1965 w 1965"/>
              <a:gd name="p0y3" fmla="*/ 130 h 585"/>
              <a:gd name="p0x4" fmla="*/ 1965 w 1965"/>
              <a:gd name="p0y4" fmla="*/ 292 h 585"/>
              <a:gd name="p0x5" fmla="*/ 1965 w 1965"/>
              <a:gd name="p0y5" fmla="*/ 454 h 585"/>
              <a:gd name="p0x6" fmla="*/ 1834 w 1965"/>
              <a:gd name="p0y6" fmla="*/ 585 h 585"/>
              <a:gd name="p0x7" fmla="*/ 1672 w 1965"/>
              <a:gd name="p0y7" fmla="*/ 585 h 585"/>
              <a:gd name="p0x8" fmla="*/ 292 w 1965"/>
              <a:gd name="p0y8" fmla="*/ 585 h 585"/>
              <a:gd name="p0x9" fmla="*/ 130 w 1965"/>
              <a:gd name="p0y9" fmla="*/ 585 h 585"/>
              <a:gd name="p0x10" fmla="*/ 0 w 1965"/>
              <a:gd name="p0y10" fmla="*/ 454 h 585"/>
              <a:gd name="p0x11" fmla="*/ 0 w 1965"/>
              <a:gd name="p0y11" fmla="*/ 292 h 585"/>
              <a:gd name="p0x12" fmla="*/ 0 w 1965"/>
              <a:gd name="p0y12" fmla="*/ 130 h 585"/>
              <a:gd name="p0x13" fmla="*/ 130 w 1965"/>
              <a:gd name="p0y13" fmla="*/ 0 h 585"/>
              <a:gd name="p0x14" fmla="*/ 292 w 1965"/>
              <a:gd name="p0y14" fmla="*/ 0 h 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6638925" y="3067793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假设打破</a:t>
            </a:r>
            <a:endParaRPr sz="15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7800975" y="2970162"/>
            <a:ext cx="37338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训练分布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对称性假设被打破</a:t>
            </a:r>
            <a:r>
              <a:rPr 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对称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采样，实际外推呈现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 spc="30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正负不对称</a:t>
            </a:r>
            <a:r>
              <a:rPr 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特性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7"/>
            </p:custDataLst>
          </p:nvPr>
        </p:nvSpPr>
        <p:spPr>
          <a:xfrm>
            <a:off x="6195695" y="4094480"/>
            <a:ext cx="5534025" cy="923925"/>
          </a:xfrm>
          <a:custGeom>
            <a:avLst/>
            <a:gdLst>
              <a:gd name="sw" fmla="*/ 1 w 8715"/>
              <a:gd name="sh" fmla="*/ 1 h 1455"/>
              <a:gd name="mins" fmla="min sw sh"/>
              <a:gd name="dsw" fmla="+- 0 sw mins"/>
              <a:gd name="dsh" fmla="+- 0 sh mins"/>
              <a:gd name="p0x0" fmla="*/ 120 w 8715"/>
              <a:gd name="p0y0" fmla="*/ 0 h 1455"/>
              <a:gd name="p0x1" fmla="*/ 8595 w 8715"/>
              <a:gd name="p0y1" fmla="*/ 0 h 1455"/>
              <a:gd name="p0x2" fmla="*/ 8661 w 8715"/>
              <a:gd name="p0y2" fmla="*/ 0 h 1455"/>
              <a:gd name="p0x3" fmla="*/ 8715 w 8715"/>
              <a:gd name="p0y3" fmla="*/ 53 h 1455"/>
              <a:gd name="p0x4" fmla="*/ 8715 w 8715"/>
              <a:gd name="p0y4" fmla="*/ 120 h 1455"/>
              <a:gd name="p0x5" fmla="*/ 8715 w 8715"/>
              <a:gd name="p0y5" fmla="*/ 1335 h 1455"/>
              <a:gd name="p0x6" fmla="*/ 8715 w 8715"/>
              <a:gd name="p0y6" fmla="*/ 1401 h 1455"/>
              <a:gd name="p0x7" fmla="*/ 8661 w 8715"/>
              <a:gd name="p0y7" fmla="*/ 1455 h 1455"/>
              <a:gd name="p0x8" fmla="*/ 8595 w 8715"/>
              <a:gd name="p0y8" fmla="*/ 1455 h 1455"/>
              <a:gd name="p0x9" fmla="*/ 120 w 8715"/>
              <a:gd name="p0y9" fmla="*/ 1455 h 1455"/>
              <a:gd name="p0x10" fmla="*/ 53 w 8715"/>
              <a:gd name="p0y10" fmla="*/ 1455 h 1455"/>
              <a:gd name="p0x11" fmla="*/ 0 w 8715"/>
              <a:gd name="p0y11" fmla="*/ 1401 h 1455"/>
              <a:gd name="p0x12" fmla="*/ 0 w 8715"/>
              <a:gd name="p0y12" fmla="*/ 1335 h 1455"/>
              <a:gd name="p0x13" fmla="*/ 0 w 8715"/>
              <a:gd name="p0y13" fmla="*/ 120 h 1455"/>
              <a:gd name="p0x14" fmla="*/ 0 w 8715"/>
              <a:gd name="p0y14" fmla="*/ 53 h 1455"/>
              <a:gd name="p0x15" fmla="*/ 53 w 8715"/>
              <a:gd name="p0y15" fmla="*/ 0 h 1455"/>
              <a:gd name="p0x16" fmla="*/ 120 w 8715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6395720" y="4275455"/>
            <a:ext cx="1247775" cy="371475"/>
          </a:xfrm>
          <a:custGeom>
            <a:avLst/>
            <a:gdLst>
              <a:gd name="sw" fmla="*/ 1 w 1965"/>
              <a:gd name="sh" fmla="*/ 1 h 585"/>
              <a:gd name="mins" fmla="min sw sh"/>
              <a:gd name="dsw" fmla="+- 0 sw mins"/>
              <a:gd name="dsh" fmla="+- 0 sh mins"/>
              <a:gd name="p0x0" fmla="*/ 292 w 1965"/>
              <a:gd name="p0y0" fmla="*/ 0 h 585"/>
              <a:gd name="p0x1" fmla="*/ 1672 w 1965"/>
              <a:gd name="p0y1" fmla="*/ 0 h 585"/>
              <a:gd name="p0x2" fmla="*/ 1834 w 1965"/>
              <a:gd name="p0y2" fmla="*/ 0 h 585"/>
              <a:gd name="p0x3" fmla="*/ 1965 w 1965"/>
              <a:gd name="p0y3" fmla="*/ 130 h 585"/>
              <a:gd name="p0x4" fmla="*/ 1965 w 1965"/>
              <a:gd name="p0y4" fmla="*/ 292 h 585"/>
              <a:gd name="p0x5" fmla="*/ 1965 w 1965"/>
              <a:gd name="p0y5" fmla="*/ 454 h 585"/>
              <a:gd name="p0x6" fmla="*/ 1834 w 1965"/>
              <a:gd name="p0y6" fmla="*/ 585 h 585"/>
              <a:gd name="p0x7" fmla="*/ 1672 w 1965"/>
              <a:gd name="p0y7" fmla="*/ 585 h 585"/>
              <a:gd name="p0x8" fmla="*/ 292 w 1965"/>
              <a:gd name="p0y8" fmla="*/ 585 h 585"/>
              <a:gd name="p0x9" fmla="*/ 130 w 1965"/>
              <a:gd name="p0y9" fmla="*/ 585 h 585"/>
              <a:gd name="p0x10" fmla="*/ 0 w 1965"/>
              <a:gd name="p0y10" fmla="*/ 454 h 585"/>
              <a:gd name="p0x11" fmla="*/ 0 w 1965"/>
              <a:gd name="p0y11" fmla="*/ 292 h 585"/>
              <a:gd name="p0x12" fmla="*/ 0 w 1965"/>
              <a:gd name="p0y12" fmla="*/ 130 h 585"/>
              <a:gd name="p0x13" fmla="*/ 130 w 1965"/>
              <a:gd name="p0y13" fmla="*/ 0 h 585"/>
              <a:gd name="p0x14" fmla="*/ 292 w 1965"/>
              <a:gd name="p0y14" fmla="*/ 0 h 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6638925" y="4335218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工程启示</a:t>
            </a:r>
            <a:endParaRPr sz="15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7800975" y="4237587"/>
            <a:ext cx="379920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外推边界可考虑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 spc="30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</a:t>
            </a:r>
            <a:r>
              <a:rPr lang="en-US" altLang="zh-CN" sz="1500" b="1" spc="30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 b="1" spc="30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采样策略</a:t>
            </a:r>
            <a:endParaRPr lang="zh-CN" altLang="en-US" sz="1500" b="1" spc="30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（如偏重正向训练以覆盖正侧外推需求）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6195695" y="5361940"/>
            <a:ext cx="5534025" cy="923925"/>
          </a:xfrm>
          <a:custGeom>
            <a:avLst/>
            <a:gdLst>
              <a:gd name="sw" fmla="*/ 1 w 8715"/>
              <a:gd name="sh" fmla="*/ 1 h 1455"/>
              <a:gd name="mins" fmla="min sw sh"/>
              <a:gd name="dsw" fmla="+- 0 sw mins"/>
              <a:gd name="dsh" fmla="+- 0 sh mins"/>
              <a:gd name="p0x0" fmla="*/ 120 w 8715"/>
              <a:gd name="p0y0" fmla="*/ 0 h 1455"/>
              <a:gd name="p0x1" fmla="*/ 8595 w 8715"/>
              <a:gd name="p0y1" fmla="*/ 0 h 1455"/>
              <a:gd name="p0x2" fmla="*/ 8661 w 8715"/>
              <a:gd name="p0y2" fmla="*/ 0 h 1455"/>
              <a:gd name="p0x3" fmla="*/ 8715 w 8715"/>
              <a:gd name="p0y3" fmla="*/ 53 h 1455"/>
              <a:gd name="p0x4" fmla="*/ 8715 w 8715"/>
              <a:gd name="p0y4" fmla="*/ 120 h 1455"/>
              <a:gd name="p0x5" fmla="*/ 8715 w 8715"/>
              <a:gd name="p0y5" fmla="*/ 1335 h 1455"/>
              <a:gd name="p0x6" fmla="*/ 8715 w 8715"/>
              <a:gd name="p0y6" fmla="*/ 1401 h 1455"/>
              <a:gd name="p0x7" fmla="*/ 8661 w 8715"/>
              <a:gd name="p0y7" fmla="*/ 1455 h 1455"/>
              <a:gd name="p0x8" fmla="*/ 8595 w 8715"/>
              <a:gd name="p0y8" fmla="*/ 1455 h 1455"/>
              <a:gd name="p0x9" fmla="*/ 120 w 8715"/>
              <a:gd name="p0y9" fmla="*/ 1455 h 1455"/>
              <a:gd name="p0x10" fmla="*/ 53 w 8715"/>
              <a:gd name="p0y10" fmla="*/ 1455 h 1455"/>
              <a:gd name="p0x11" fmla="*/ 0 w 8715"/>
              <a:gd name="p0y11" fmla="*/ 1401 h 1455"/>
              <a:gd name="p0x12" fmla="*/ 0 w 8715"/>
              <a:gd name="p0y12" fmla="*/ 1335 h 1455"/>
              <a:gd name="p0x13" fmla="*/ 0 w 8715"/>
              <a:gd name="p0y13" fmla="*/ 120 h 1455"/>
              <a:gd name="p0x14" fmla="*/ 0 w 8715"/>
              <a:gd name="p0y14" fmla="*/ 53 h 1455"/>
              <a:gd name="p0x15" fmla="*/ 53 w 8715"/>
              <a:gd name="p0y15" fmla="*/ 0 h 1455"/>
              <a:gd name="p0x16" fmla="*/ 120 w 8715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2"/>
            </p:custDataLst>
          </p:nvPr>
        </p:nvSpPr>
        <p:spPr>
          <a:xfrm>
            <a:off x="6395720" y="5542915"/>
            <a:ext cx="1247775" cy="371475"/>
          </a:xfrm>
          <a:custGeom>
            <a:avLst/>
            <a:gdLst>
              <a:gd name="sw" fmla="*/ 1 w 1965"/>
              <a:gd name="sh" fmla="*/ 1 h 585"/>
              <a:gd name="mins" fmla="min sw sh"/>
              <a:gd name="dsw" fmla="+- 0 sw mins"/>
              <a:gd name="dsh" fmla="+- 0 sh mins"/>
              <a:gd name="p0x0" fmla="*/ 292 w 1965"/>
              <a:gd name="p0y0" fmla="*/ 0 h 585"/>
              <a:gd name="p0x1" fmla="*/ 1672 w 1965"/>
              <a:gd name="p0y1" fmla="*/ 0 h 585"/>
              <a:gd name="p0x2" fmla="*/ 1834 w 1965"/>
              <a:gd name="p0y2" fmla="*/ 0 h 585"/>
              <a:gd name="p0x3" fmla="*/ 1965 w 1965"/>
              <a:gd name="p0y3" fmla="*/ 130 h 585"/>
              <a:gd name="p0x4" fmla="*/ 1965 w 1965"/>
              <a:gd name="p0y4" fmla="*/ 292 h 585"/>
              <a:gd name="p0x5" fmla="*/ 1965 w 1965"/>
              <a:gd name="p0y5" fmla="*/ 454 h 585"/>
              <a:gd name="p0x6" fmla="*/ 1834 w 1965"/>
              <a:gd name="p0y6" fmla="*/ 585 h 585"/>
              <a:gd name="p0x7" fmla="*/ 1672 w 1965"/>
              <a:gd name="p0y7" fmla="*/ 585 h 585"/>
              <a:gd name="p0x8" fmla="*/ 292 w 1965"/>
              <a:gd name="p0y8" fmla="*/ 585 h 585"/>
              <a:gd name="p0x9" fmla="*/ 130 w 1965"/>
              <a:gd name="p0y9" fmla="*/ 585 h 585"/>
              <a:gd name="p0x10" fmla="*/ 0 w 1965"/>
              <a:gd name="p0y10" fmla="*/ 454 h 585"/>
              <a:gd name="p0x11" fmla="*/ 0 w 1965"/>
              <a:gd name="p0y11" fmla="*/ 292 h 585"/>
              <a:gd name="p0x12" fmla="*/ 0 w 1965"/>
              <a:gd name="p0y12" fmla="*/ 130 h 585"/>
              <a:gd name="p0x13" fmla="*/ 130 w 1965"/>
              <a:gd name="p0y13" fmla="*/ 0 h 585"/>
              <a:gd name="p0x14" fmla="*/ 292 w 1965"/>
              <a:gd name="p0y14" fmla="*/ 0 h 5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6638925" y="560263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实验依据</a:t>
            </a:r>
            <a:endParaRPr sz="15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7800975" y="5505002"/>
            <a:ext cx="37338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该发现为后续</a:t>
            </a:r>
            <a:r>
              <a:rPr 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采样策略优化</a:t>
            </a: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提供直接实验依据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35"/>
            </p:custDataLst>
          </p:nvPr>
        </p:nvSpPr>
        <p:spPr>
          <a:xfrm>
            <a:off x="461645" y="1128395"/>
            <a:ext cx="11268075" cy="893445"/>
          </a:xfrm>
          <a:custGeom>
            <a:avLst/>
            <a:gdLst>
              <a:gd name="sw" fmla="*/ 1 w 17745"/>
              <a:gd name="sh" fmla="*/ 1 h 1406"/>
              <a:gd name="mins" fmla="min sw sh"/>
              <a:gd name="dsw" fmla="+- 0 sw mins"/>
              <a:gd name="dsh" fmla="+- 0 sh mins"/>
              <a:gd name="p0x0" fmla="*/ 180 w 17745"/>
              <a:gd name="p0y0" fmla="*/ 0 h 1406"/>
              <a:gd name="p0x1" fmla="*/ 17565 w 17745"/>
              <a:gd name="p0y1" fmla="*/ 0 h 1406"/>
              <a:gd name="p0x2" fmla="*/ 17664 w 17745"/>
              <a:gd name="p0y2" fmla="*/ 0 h 1406"/>
              <a:gd name="p0x3" fmla="*/ 17745 w 17745"/>
              <a:gd name="p0y3" fmla="*/ 80 h 1406"/>
              <a:gd name="p0x4" fmla="*/ 17745 w 17745"/>
              <a:gd name="p0y4" fmla="*/ 180 h 1406"/>
              <a:gd name="p0x5" fmla="*/ 17745 w 17745"/>
              <a:gd name="p0y5" fmla="*/ 1226 h 1406"/>
              <a:gd name="p0x6" fmla="*/ 17745 w 17745"/>
              <a:gd name="p0y6" fmla="*/ 1326 h 1406"/>
              <a:gd name="p0x7" fmla="*/ 17664 w 17745"/>
              <a:gd name="p0y7" fmla="*/ 1406 h 1406"/>
              <a:gd name="p0x8" fmla="*/ 17565 w 17745"/>
              <a:gd name="p0y8" fmla="*/ 1406 h 1406"/>
              <a:gd name="p0x9" fmla="*/ 180 w 17745"/>
              <a:gd name="p0y9" fmla="*/ 1406 h 1406"/>
              <a:gd name="p0x10" fmla="*/ 80 w 17745"/>
              <a:gd name="p0y10" fmla="*/ 1406 h 1406"/>
              <a:gd name="p0x11" fmla="*/ 0 w 17745"/>
              <a:gd name="p0y11" fmla="*/ 1326 h 1406"/>
              <a:gd name="p0x12" fmla="*/ 0 w 17745"/>
              <a:gd name="p0y12" fmla="*/ 1226 h 1406"/>
              <a:gd name="p0x13" fmla="*/ 0 w 17745"/>
              <a:gd name="p0y13" fmla="*/ 180 h 1406"/>
              <a:gd name="p0x14" fmla="*/ 0 w 17745"/>
              <a:gd name="p0y14" fmla="*/ 80 h 1406"/>
              <a:gd name="p0x15" fmla="*/ 80 w 17745"/>
              <a:gd name="p0y15" fmla="*/ 0 h 1406"/>
              <a:gd name="p0x16" fmla="*/ 180 w 17745"/>
              <a:gd name="p0y16" fmla="*/ 0 h 140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6"/>
            </p:custDataLst>
          </p:nvPr>
        </p:nvSpPr>
        <p:spPr>
          <a:xfrm>
            <a:off x="771525" y="1342073"/>
            <a:ext cx="10138914" cy="459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正侧</a:t>
            </a:r>
            <a:r>
              <a:rPr lang="en-US" altLang="zh-CN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+0.4 </a:t>
            </a:r>
            <a:r>
              <a:rPr lang="zh-CN" altLang="en-US"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归零</a:t>
            </a:r>
            <a:r>
              <a:rPr lang="zh-CN" alt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，负侧</a:t>
            </a:r>
            <a:r>
              <a:rPr lang="en-US" altLang="zh-CN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spc="42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−0.6</a:t>
            </a:r>
            <a:r>
              <a:rPr 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</a:t>
            </a:r>
            <a:r>
              <a:rPr lang="en-US" altLang="zh-CN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spc="42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+8.22pp</a:t>
            </a:r>
            <a:r>
              <a:rPr 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外推鲁棒性呈现显著</a:t>
            </a:r>
            <a:r>
              <a:rPr lang="en-US" altLang="zh-CN" sz="2100" b="1" spc="4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00" b="1" spc="42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正负不对称</a:t>
            </a:r>
            <a:endParaRPr sz="2100" b="1" spc="42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37"/>
            </p:custDataLst>
          </p:nvPr>
        </p:nvSpPr>
        <p:spPr>
          <a:xfrm>
            <a:off x="517845" y="1133475"/>
            <a:ext cx="11156311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569" h="30">
                <a:moveTo>
                  <a:pt x="99" y="0"/>
                </a:moveTo>
                <a:lnTo>
                  <a:pt x="17469" y="0"/>
                </a:lnTo>
                <a:cubicBezTo>
                  <a:pt x="17506" y="0"/>
                  <a:pt x="17540" y="11"/>
                  <a:pt x="17569" y="30"/>
                </a:cubicBezTo>
                <a:lnTo>
                  <a:pt x="0" y="30"/>
                </a:lnTo>
                <a:cubicBezTo>
                  <a:pt x="28" y="11"/>
                  <a:pt x="63" y="0"/>
                  <a:pt x="9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7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4428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：三假设竞争框架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461645" y="1052195"/>
            <a:ext cx="11268075" cy="847725"/>
          </a:xfrm>
          <a:custGeom>
            <a:avLst/>
            <a:gdLst>
              <a:gd name="sw" fmla="*/ 1 w 17745"/>
              <a:gd name="sh" fmla="*/ 1 h 1335"/>
              <a:gd name="mins" fmla="min sw sh"/>
              <a:gd name="dsw" fmla="+- 0 sw mins"/>
              <a:gd name="dsh" fmla="+- 0 sh mins"/>
              <a:gd name="p0x0" fmla="*/ 180 w 17745"/>
              <a:gd name="p0y0" fmla="*/ 0 h 1335"/>
              <a:gd name="p0x1" fmla="*/ 17565 w 17745"/>
              <a:gd name="p0y1" fmla="*/ 0 h 1335"/>
              <a:gd name="p0x2" fmla="*/ 17664 w 17745"/>
              <a:gd name="p0y2" fmla="*/ 0 h 1335"/>
              <a:gd name="p0x3" fmla="*/ 17745 w 17745"/>
              <a:gd name="p0y3" fmla="*/ 80 h 1335"/>
              <a:gd name="p0x4" fmla="*/ 17745 w 17745"/>
              <a:gd name="p0y4" fmla="*/ 180 h 1335"/>
              <a:gd name="p0x5" fmla="*/ 17745 w 17745"/>
              <a:gd name="p0y5" fmla="*/ 1155 h 1335"/>
              <a:gd name="p0x6" fmla="*/ 17745 w 17745"/>
              <a:gd name="p0y6" fmla="*/ 1254 h 1335"/>
              <a:gd name="p0x7" fmla="*/ 17664 w 17745"/>
              <a:gd name="p0y7" fmla="*/ 1335 h 1335"/>
              <a:gd name="p0x8" fmla="*/ 17565 w 17745"/>
              <a:gd name="p0y8" fmla="*/ 1335 h 1335"/>
              <a:gd name="p0x9" fmla="*/ 180 w 17745"/>
              <a:gd name="p0y9" fmla="*/ 1335 h 1335"/>
              <a:gd name="p0x10" fmla="*/ 80 w 17745"/>
              <a:gd name="p0y10" fmla="*/ 1335 h 1335"/>
              <a:gd name="p0x11" fmla="*/ 0 w 17745"/>
              <a:gd name="p0y11" fmla="*/ 1254 h 1335"/>
              <a:gd name="p0x12" fmla="*/ 0 w 17745"/>
              <a:gd name="p0y12" fmla="*/ 1155 h 1335"/>
              <a:gd name="p0x13" fmla="*/ 0 w 17745"/>
              <a:gd name="p0y13" fmla="*/ 180 h 1335"/>
              <a:gd name="p0x14" fmla="*/ 0 w 17745"/>
              <a:gd name="p0y14" fmla="*/ 80 h 1335"/>
              <a:gd name="p0x15" fmla="*/ 80 w 17745"/>
              <a:gd name="p0y15" fmla="*/ 0 h 1335"/>
              <a:gd name="p0x16" fmla="*/ 180 w 1774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661670" y="1269365"/>
            <a:ext cx="3555365" cy="413385"/>
          </a:xfrm>
          <a:custGeom>
            <a:avLst/>
            <a:gdLst>
              <a:gd name="sw" fmla="*/ 1 w 5599"/>
              <a:gd name="sh" fmla="*/ 1 h 650"/>
              <a:gd name="mins" fmla="min sw sh"/>
              <a:gd name="dsw" fmla="+- 0 sw mins"/>
              <a:gd name="dsh" fmla="+- 0 sh mins"/>
              <a:gd name="p0x0" fmla="*/ 325 w 5599"/>
              <a:gd name="p0y0" fmla="*/ 0 h 650"/>
              <a:gd name="p0x1" fmla="*/ 5273 w 5599"/>
              <a:gd name="p0y1" fmla="*/ 0 h 650"/>
              <a:gd name="p0x2" fmla="*/ 5453 w 5599"/>
              <a:gd name="p0y2" fmla="*/ 0 h 650"/>
              <a:gd name="p0x3" fmla="*/ 5599 w 5599"/>
              <a:gd name="p0y3" fmla="*/ 145 h 650"/>
              <a:gd name="p0x4" fmla="*/ 5599 w 5599"/>
              <a:gd name="p0y4" fmla="*/ 325 h 650"/>
              <a:gd name="p0x5" fmla="*/ 5599 w 5599"/>
              <a:gd name="p0y5" fmla="*/ 505 h 650"/>
              <a:gd name="p0x6" fmla="*/ 5453 w 5599"/>
              <a:gd name="p0y6" fmla="*/ 650 h 650"/>
              <a:gd name="p0x7" fmla="*/ 5273 w 5599"/>
              <a:gd name="p0y7" fmla="*/ 650 h 650"/>
              <a:gd name="p0x8" fmla="*/ 325 w 5599"/>
              <a:gd name="p0y8" fmla="*/ 650 h 650"/>
              <a:gd name="p0x9" fmla="*/ 145 w 5599"/>
              <a:gd name="p0y9" fmla="*/ 650 h 650"/>
              <a:gd name="p0x10" fmla="*/ 0 w 5599"/>
              <a:gd name="p0y10" fmla="*/ 505 h 650"/>
              <a:gd name="p0x11" fmla="*/ 0 w 5599"/>
              <a:gd name="p0y11" fmla="*/ 325 h 650"/>
              <a:gd name="p0x12" fmla="*/ 0 w 5599"/>
              <a:gd name="p0y12" fmla="*/ 145 h 650"/>
              <a:gd name="p0x13" fmla="*/ 145 w 5599"/>
              <a:gd name="p0y13" fmla="*/ 0 h 650"/>
              <a:gd name="p0x14" fmla="*/ 325 w 5599"/>
              <a:gd name="p0y14" fmla="*/ 0 h 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800100" y="1276321"/>
            <a:ext cx="1069400" cy="391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b="1">
                <a:solidFill>
                  <a:srgbClr val="FC7D00"/>
                </a:solidFill>
                <a:effectLst>
                  <a:outerShdw blurRad="22860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endParaRPr b="1">
              <a:solidFill>
                <a:srgbClr val="FC7D00"/>
              </a:solidFill>
              <a:effectLst>
                <a:outerShdw blurRad="228600" algn="ctr" rotWithShape="0">
                  <a:srgbClr val="FC7D00">
                    <a:alpha val="27843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717100" y="1367761"/>
            <a:ext cx="2667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20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Dithering </a:t>
            </a:r>
            <a:r>
              <a:rPr lang="zh-CN" altLang="en-US" sz="120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增益（拓展</a:t>
            </a:r>
            <a:r>
              <a:rPr lang="en-US" altLang="zh-CN" sz="120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20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200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4374652" y="1157288"/>
            <a:ext cx="3492922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但初步「随机共振」解释已被第二阶段实验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8019974" y="1309688"/>
            <a:ext cx="795337" cy="3286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</a:t>
            </a:r>
            <a:r>
              <a:rPr lang="en-US" altLang="zh-CN"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否决</a:t>
            </a:r>
            <a:endParaRPr lang="zh-CN" altLang="en-US" sz="1500" b="1">
              <a:solidFill>
                <a:srgbClr val="E4B0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777212" y="1157288"/>
            <a:ext cx="275756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需建立</a:t>
            </a:r>
            <a:r>
              <a:rPr sz="1500" b="1">
                <a:solidFill>
                  <a:schemeClr val="tx2">
                    <a:lumMod val="2212"/>
                    <a:lumOff val="97788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严格竞争框架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重新判决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12"/>
            </p:custDataLst>
          </p:nvPr>
        </p:nvSpPr>
        <p:spPr>
          <a:xfrm>
            <a:off x="1670050" y="6248400"/>
            <a:ext cx="2857500" cy="952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13"/>
            </p:custDataLst>
          </p:nvPr>
        </p:nvSpPr>
        <p:spPr>
          <a:xfrm>
            <a:off x="4684395" y="6109970"/>
            <a:ext cx="2821940" cy="285750"/>
          </a:xfrm>
          <a:custGeom>
            <a:avLst/>
            <a:gdLst>
              <a:gd name="sw" fmla="*/ 1 w 4444"/>
              <a:gd name="sh" fmla="*/ 1 h 450"/>
              <a:gd name="mins" fmla="min sw sh"/>
              <a:gd name="dsw" fmla="+- 0 sw mins"/>
              <a:gd name="dsh" fmla="+- 0 sh mins"/>
              <a:gd name="p0x0" fmla="*/ 225 w 4444"/>
              <a:gd name="p0y0" fmla="*/ 0 h 450"/>
              <a:gd name="p0x1" fmla="*/ 4219 w 4444"/>
              <a:gd name="p0y1" fmla="*/ 0 h 450"/>
              <a:gd name="p0x2" fmla="*/ 4343 w 4444"/>
              <a:gd name="p0y2" fmla="*/ 0 h 450"/>
              <a:gd name="p0x3" fmla="*/ 4444 w 4444"/>
              <a:gd name="p0y3" fmla="*/ 100 h 450"/>
              <a:gd name="p0x4" fmla="*/ 4444 w 4444"/>
              <a:gd name="p0y4" fmla="*/ 225 h 450"/>
              <a:gd name="p0x5" fmla="*/ 4444 w 4444"/>
              <a:gd name="p0y5" fmla="*/ 349 h 450"/>
              <a:gd name="p0x6" fmla="*/ 4343 w 4444"/>
              <a:gd name="p0y6" fmla="*/ 450 h 450"/>
              <a:gd name="p0x7" fmla="*/ 4219 w 4444"/>
              <a:gd name="p0y7" fmla="*/ 450 h 450"/>
              <a:gd name="p0x8" fmla="*/ 225 w 4444"/>
              <a:gd name="p0y8" fmla="*/ 450 h 450"/>
              <a:gd name="p0x9" fmla="*/ 100 w 4444"/>
              <a:gd name="p0y9" fmla="*/ 450 h 450"/>
              <a:gd name="p0x10" fmla="*/ 0 w 4444"/>
              <a:gd name="p0y10" fmla="*/ 349 h 450"/>
              <a:gd name="p0x11" fmla="*/ 0 w 4444"/>
              <a:gd name="p0y11" fmla="*/ 225 h 450"/>
              <a:gd name="p0x12" fmla="*/ 0 w 4444"/>
              <a:gd name="p0y12" fmla="*/ 100 h 450"/>
              <a:gd name="p0x13" fmla="*/ 100 w 4444"/>
              <a:gd name="p0y13" fmla="*/ 0 h 450"/>
              <a:gd name="p0x14" fmla="*/ 225 w 4444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chemeClr val="accent1"/>
            </a:solidFill>
            <a:prstDash val="solid"/>
          </a:ln>
          <a:effectLst>
            <a:outerShdw blurRad="285750" algn="ctr" rotWithShape="0">
              <a:schemeClr val="accent1">
                <a:alpha val="14118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4"/>
            </p:custDataLst>
          </p:nvPr>
        </p:nvSpPr>
        <p:spPr>
          <a:xfrm>
            <a:off x="4861170" y="6153150"/>
            <a:ext cx="277437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H1 </a:t>
            </a:r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⚔</a:t>
            </a:r>
            <a:r>
              <a:rPr lang="en-US" altLang="zh-CN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H2 </a:t>
            </a:r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⚔</a:t>
            </a:r>
            <a:r>
              <a:rPr lang="en-US" altLang="zh-CN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H3 </a:t>
            </a:r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</a:t>
            </a:r>
            <a:r>
              <a:rPr lang="en-US" altLang="zh-CN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竞争判决框架</a:t>
            </a:r>
            <a:endParaRPr lang="zh-CN" altLang="en-US"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/>
          <p:nvPr>
            <p:custDataLst>
              <p:tags r:id="rId15"/>
            </p:custDataLst>
          </p:nvPr>
        </p:nvSpPr>
        <p:spPr>
          <a:xfrm>
            <a:off x="7663815" y="6248400"/>
            <a:ext cx="2857500" cy="952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461645" y="2099945"/>
            <a:ext cx="3622675" cy="3848100"/>
          </a:xfrm>
          <a:custGeom>
            <a:avLst/>
            <a:gdLst>
              <a:gd name="sw" fmla="*/ 1 w 5705"/>
              <a:gd name="sh" fmla="*/ 1 h 6060"/>
              <a:gd name="mins" fmla="min sw sh"/>
              <a:gd name="dsw" fmla="+- 0 sw mins"/>
              <a:gd name="dsh" fmla="+- 0 sh mins"/>
              <a:gd name="p0x0" fmla="*/ 180 w 5705"/>
              <a:gd name="p0y0" fmla="*/ 0 h 6060"/>
              <a:gd name="p0x1" fmla="*/ 5525 w 5705"/>
              <a:gd name="p0y1" fmla="*/ 0 h 6060"/>
              <a:gd name="p0x2" fmla="*/ 5624 w 5705"/>
              <a:gd name="p0y2" fmla="*/ 0 h 6060"/>
              <a:gd name="p0x3" fmla="*/ 5705 w 5705"/>
              <a:gd name="p0y3" fmla="*/ 80 h 6060"/>
              <a:gd name="p0x4" fmla="*/ 5705 w 5705"/>
              <a:gd name="p0y4" fmla="*/ 180 h 6060"/>
              <a:gd name="p0x5" fmla="*/ 5705 w 5705"/>
              <a:gd name="p0y5" fmla="*/ 5880 h 6060"/>
              <a:gd name="p0x6" fmla="*/ 5705 w 5705"/>
              <a:gd name="p0y6" fmla="*/ 5979 h 6060"/>
              <a:gd name="p0x7" fmla="*/ 5624 w 5705"/>
              <a:gd name="p0y7" fmla="*/ 6060 h 6060"/>
              <a:gd name="p0x8" fmla="*/ 5525 w 5705"/>
              <a:gd name="p0y8" fmla="*/ 6060 h 6060"/>
              <a:gd name="p0x9" fmla="*/ 180 w 5705"/>
              <a:gd name="p0y9" fmla="*/ 6060 h 6060"/>
              <a:gd name="p0x10" fmla="*/ 80 w 5705"/>
              <a:gd name="p0y10" fmla="*/ 6060 h 6060"/>
              <a:gd name="p0x11" fmla="*/ 0 w 5705"/>
              <a:gd name="p0y11" fmla="*/ 5979 h 6060"/>
              <a:gd name="p0x12" fmla="*/ 0 w 5705"/>
              <a:gd name="p0y12" fmla="*/ 5880 h 6060"/>
              <a:gd name="p0x13" fmla="*/ 0 w 5705"/>
              <a:gd name="p0y13" fmla="*/ 180 h 6060"/>
              <a:gd name="p0x14" fmla="*/ 0 w 5705"/>
              <a:gd name="p0y14" fmla="*/ 80 h 6060"/>
              <a:gd name="p0x15" fmla="*/ 80 w 5705"/>
              <a:gd name="p0y15" fmla="*/ 0 h 6060"/>
              <a:gd name="p0x16" fmla="*/ 180 w 5705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42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661670" y="229997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  <a:effectLst>
            <a:outerShdw blurRad="200025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720700" y="2364581"/>
            <a:ext cx="501701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H1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1190625" y="23221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随机去相关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657225" y="2852738"/>
            <a:ext cx="3232175" cy="1052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量化噪声作为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随机扰动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，打破非线性失真与输入的确定性关联，等效于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注入高斯噪声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661670" y="4966970"/>
            <a:ext cx="3222625" cy="781050"/>
          </a:xfrm>
          <a:custGeom>
            <a:avLst/>
            <a:gdLst>
              <a:gd name="sw" fmla="*/ 1 w 5075"/>
              <a:gd name="sh" fmla="*/ 1 h 1230"/>
              <a:gd name="mins" fmla="min sw sh"/>
              <a:gd name="dsw" fmla="+- 0 sw mins"/>
              <a:gd name="dsh" fmla="+- 0 sh mins"/>
              <a:gd name="p0x0" fmla="*/ 120 w 5075"/>
              <a:gd name="p0y0" fmla="*/ 0 h 1230"/>
              <a:gd name="p0x1" fmla="*/ 4955 w 5075"/>
              <a:gd name="p0y1" fmla="*/ 0 h 1230"/>
              <a:gd name="p0x2" fmla="*/ 5021 w 5075"/>
              <a:gd name="p0y2" fmla="*/ 0 h 1230"/>
              <a:gd name="p0x3" fmla="*/ 5075 w 5075"/>
              <a:gd name="p0y3" fmla="*/ 53 h 1230"/>
              <a:gd name="p0x4" fmla="*/ 5075 w 5075"/>
              <a:gd name="p0y4" fmla="*/ 120 h 1230"/>
              <a:gd name="p0x5" fmla="*/ 5075 w 5075"/>
              <a:gd name="p0y5" fmla="*/ 1110 h 1230"/>
              <a:gd name="p0x6" fmla="*/ 5075 w 5075"/>
              <a:gd name="p0y6" fmla="*/ 1176 h 1230"/>
              <a:gd name="p0x7" fmla="*/ 5021 w 5075"/>
              <a:gd name="p0y7" fmla="*/ 1230 h 1230"/>
              <a:gd name="p0x8" fmla="*/ 4955 w 5075"/>
              <a:gd name="p0y8" fmla="*/ 1230 h 1230"/>
              <a:gd name="p0x9" fmla="*/ 120 w 5075"/>
              <a:gd name="p0y9" fmla="*/ 1230 h 1230"/>
              <a:gd name="p0x10" fmla="*/ 53 w 5075"/>
              <a:gd name="p0y10" fmla="*/ 1230 h 1230"/>
              <a:gd name="p0x11" fmla="*/ 0 w 5075"/>
              <a:gd name="p0y11" fmla="*/ 1176 h 1230"/>
              <a:gd name="p0x12" fmla="*/ 0 w 5075"/>
              <a:gd name="p0y12" fmla="*/ 1110 h 1230"/>
              <a:gd name="p0x13" fmla="*/ 0 w 5075"/>
              <a:gd name="p0y13" fmla="*/ 120 h 1230"/>
              <a:gd name="p0x14" fmla="*/ 0 w 5075"/>
              <a:gd name="p0y14" fmla="*/ 53 h 1230"/>
              <a:gd name="p0x15" fmla="*/ 53 w 5075"/>
              <a:gd name="p0y15" fmla="*/ 0 h 1230"/>
              <a:gd name="p0x16" fmla="*/ 120 w 5075"/>
              <a:gd name="p0y16" fmla="*/ 0 h 1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819150" y="5086350"/>
            <a:ext cx="290832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◎</a:t>
            </a:r>
            <a:r>
              <a:rPr lang="en-US" altLang="zh-CN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可验证预测</a:t>
            </a:r>
            <a:endParaRPr lang="zh-CN" altLang="en-US" sz="1200" b="1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819150" y="5310188"/>
            <a:ext cx="266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注入高斯噪声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应产生类似增益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24"/>
            </p:custDataLst>
          </p:nvPr>
        </p:nvSpPr>
        <p:spPr>
          <a:xfrm>
            <a:off x="505421" y="2105026"/>
            <a:ext cx="3535758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8" h="45">
                <a:moveTo>
                  <a:pt x="119" y="0"/>
                </a:moveTo>
                <a:lnTo>
                  <a:pt x="5449" y="0"/>
                </a:lnTo>
                <a:cubicBezTo>
                  <a:pt x="5495" y="0"/>
                  <a:pt x="5536" y="17"/>
                  <a:pt x="5568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9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284345" y="2099945"/>
            <a:ext cx="3622675" cy="3848100"/>
          </a:xfrm>
          <a:custGeom>
            <a:avLst/>
            <a:gdLst>
              <a:gd name="sw" fmla="*/ 1 w 5705"/>
              <a:gd name="sh" fmla="*/ 1 h 6060"/>
              <a:gd name="mins" fmla="min sw sh"/>
              <a:gd name="dsw" fmla="+- 0 sw mins"/>
              <a:gd name="dsh" fmla="+- 0 sh mins"/>
              <a:gd name="p0x0" fmla="*/ 180 w 5705"/>
              <a:gd name="p0y0" fmla="*/ 0 h 6060"/>
              <a:gd name="p0x1" fmla="*/ 5525 w 5705"/>
              <a:gd name="p0y1" fmla="*/ 0 h 6060"/>
              <a:gd name="p0x2" fmla="*/ 5624 w 5705"/>
              <a:gd name="p0y2" fmla="*/ 0 h 6060"/>
              <a:gd name="p0x3" fmla="*/ 5705 w 5705"/>
              <a:gd name="p0y3" fmla="*/ 80 h 6060"/>
              <a:gd name="p0x4" fmla="*/ 5705 w 5705"/>
              <a:gd name="p0y4" fmla="*/ 180 h 6060"/>
              <a:gd name="p0x5" fmla="*/ 5705 w 5705"/>
              <a:gd name="p0y5" fmla="*/ 5880 h 6060"/>
              <a:gd name="p0x6" fmla="*/ 5705 w 5705"/>
              <a:gd name="p0y6" fmla="*/ 5979 h 6060"/>
              <a:gd name="p0x7" fmla="*/ 5624 w 5705"/>
              <a:gd name="p0y7" fmla="*/ 6060 h 6060"/>
              <a:gd name="p0x8" fmla="*/ 5525 w 5705"/>
              <a:gd name="p0y8" fmla="*/ 6060 h 6060"/>
              <a:gd name="p0x9" fmla="*/ 180 w 5705"/>
              <a:gd name="p0y9" fmla="*/ 6060 h 6060"/>
              <a:gd name="p0x10" fmla="*/ 80 w 5705"/>
              <a:gd name="p0y10" fmla="*/ 6060 h 6060"/>
              <a:gd name="p0x11" fmla="*/ 0 w 5705"/>
              <a:gd name="p0y11" fmla="*/ 5979 h 6060"/>
              <a:gd name="p0x12" fmla="*/ 0 w 5705"/>
              <a:gd name="p0y12" fmla="*/ 5880 h 6060"/>
              <a:gd name="p0x13" fmla="*/ 0 w 5705"/>
              <a:gd name="p0y13" fmla="*/ 180 h 6060"/>
              <a:gd name="p0x14" fmla="*/ 0 w 5705"/>
              <a:gd name="p0y14" fmla="*/ 80 h 6060"/>
              <a:gd name="p0x15" fmla="*/ 80 w 5705"/>
              <a:gd name="p0y15" fmla="*/ 0 h 6060"/>
              <a:gd name="p0x16" fmla="*/ 180 w 5705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42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4484370" y="229997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 w="9525" cmpd="sng">
            <a:solidFill>
              <a:schemeClr val="accent6"/>
            </a:solidFill>
            <a:prstDash val="solid"/>
          </a:ln>
          <a:effectLst>
            <a:outerShdw blurRad="200025" algn="ctr" rotWithShape="0">
              <a:srgbClr val="40E0A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4543425" y="2364581"/>
            <a:ext cx="501701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H2</a:t>
            </a:r>
            <a:endParaRPr sz="165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5013351" y="23221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分布重塑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4479951" y="2852738"/>
            <a:ext cx="3232175" cy="1052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50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粗离散化（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= 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）重塑被失真压平的分类器输入分布，增益来自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离散化本身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而非噪声。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4484370" y="4662170"/>
            <a:ext cx="3222625" cy="1085850"/>
          </a:xfrm>
          <a:custGeom>
            <a:avLst/>
            <a:gdLst>
              <a:gd name="sw" fmla="*/ 1 w 5075"/>
              <a:gd name="sh" fmla="*/ 1 h 1710"/>
              <a:gd name="mins" fmla="min sw sh"/>
              <a:gd name="dsw" fmla="+- 0 sw mins"/>
              <a:gd name="dsh" fmla="+- 0 sh mins"/>
              <a:gd name="p0x0" fmla="*/ 120 w 5075"/>
              <a:gd name="p0y0" fmla="*/ 0 h 1710"/>
              <a:gd name="p0x1" fmla="*/ 4955 w 5075"/>
              <a:gd name="p0y1" fmla="*/ 0 h 1710"/>
              <a:gd name="p0x2" fmla="*/ 5021 w 5075"/>
              <a:gd name="p0y2" fmla="*/ 0 h 1710"/>
              <a:gd name="p0x3" fmla="*/ 5075 w 5075"/>
              <a:gd name="p0y3" fmla="*/ 53 h 1710"/>
              <a:gd name="p0x4" fmla="*/ 5075 w 5075"/>
              <a:gd name="p0y4" fmla="*/ 120 h 1710"/>
              <a:gd name="p0x5" fmla="*/ 5075 w 5075"/>
              <a:gd name="p0y5" fmla="*/ 1590 h 1710"/>
              <a:gd name="p0x6" fmla="*/ 5075 w 5075"/>
              <a:gd name="p0y6" fmla="*/ 1656 h 1710"/>
              <a:gd name="p0x7" fmla="*/ 5021 w 5075"/>
              <a:gd name="p0y7" fmla="*/ 1710 h 1710"/>
              <a:gd name="p0x8" fmla="*/ 4955 w 5075"/>
              <a:gd name="p0y8" fmla="*/ 1710 h 1710"/>
              <a:gd name="p0x9" fmla="*/ 120 w 5075"/>
              <a:gd name="p0y9" fmla="*/ 1710 h 1710"/>
              <a:gd name="p0x10" fmla="*/ 53 w 5075"/>
              <a:gd name="p0y10" fmla="*/ 1710 h 1710"/>
              <a:gd name="p0x11" fmla="*/ 0 w 5075"/>
              <a:gd name="p0y11" fmla="*/ 1656 h 1710"/>
              <a:gd name="p0x12" fmla="*/ 0 w 5075"/>
              <a:gd name="p0y12" fmla="*/ 1590 h 1710"/>
              <a:gd name="p0x13" fmla="*/ 0 w 5075"/>
              <a:gd name="p0y13" fmla="*/ 120 h 1710"/>
              <a:gd name="p0x14" fmla="*/ 0 w 5075"/>
              <a:gd name="p0y14" fmla="*/ 53 h 1710"/>
              <a:gd name="p0x15" fmla="*/ 53 w 5075"/>
              <a:gd name="p0y15" fmla="*/ 0 h 1710"/>
              <a:gd name="p0x16" fmla="*/ 120 w 5075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 w="9525" cmpd="sng">
            <a:solidFill>
              <a:schemeClr val="accent6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4641876" y="4781550"/>
            <a:ext cx="290832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 b="1" spc="72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◎</a:t>
            </a:r>
            <a:r>
              <a:rPr lang="en-US" altLang="zh-CN" sz="1200" b="1" spc="72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spc="72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可验证预测</a:t>
            </a:r>
            <a:endParaRPr lang="zh-CN" altLang="en-US" sz="1200" b="1" spc="72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4641876" y="5005388"/>
            <a:ext cx="2857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增益与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量化位宽相关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，与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噪声强度无关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3"/>
            </p:custDataLst>
          </p:nvPr>
        </p:nvSpPr>
        <p:spPr>
          <a:xfrm>
            <a:off x="4328121" y="2105026"/>
            <a:ext cx="3535758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8" h="45">
                <a:moveTo>
                  <a:pt x="119" y="0"/>
                </a:moveTo>
                <a:lnTo>
                  <a:pt x="5449" y="0"/>
                </a:lnTo>
                <a:cubicBezTo>
                  <a:pt x="5495" y="0"/>
                  <a:pt x="5536" y="17"/>
                  <a:pt x="5568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50000">
                <a:schemeClr val="accent6">
                  <a:alpha val="90001"/>
                </a:schemeClr>
              </a:gs>
              <a:gs pos="100000">
                <a:schemeClr val="accent6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4"/>
            </p:custDataLst>
          </p:nvPr>
        </p:nvSpPr>
        <p:spPr>
          <a:xfrm>
            <a:off x="8107045" y="2099945"/>
            <a:ext cx="3622675" cy="3848100"/>
          </a:xfrm>
          <a:custGeom>
            <a:avLst/>
            <a:gdLst>
              <a:gd name="sw" fmla="*/ 1 w 5705"/>
              <a:gd name="sh" fmla="*/ 1 h 6060"/>
              <a:gd name="mins" fmla="min sw sh"/>
              <a:gd name="dsw" fmla="+- 0 sw mins"/>
              <a:gd name="dsh" fmla="+- 0 sh mins"/>
              <a:gd name="p0x0" fmla="*/ 180 w 5705"/>
              <a:gd name="p0y0" fmla="*/ 0 h 6060"/>
              <a:gd name="p0x1" fmla="*/ 5525 w 5705"/>
              <a:gd name="p0y1" fmla="*/ 0 h 6060"/>
              <a:gd name="p0x2" fmla="*/ 5624 w 5705"/>
              <a:gd name="p0y2" fmla="*/ 0 h 6060"/>
              <a:gd name="p0x3" fmla="*/ 5705 w 5705"/>
              <a:gd name="p0y3" fmla="*/ 80 h 6060"/>
              <a:gd name="p0x4" fmla="*/ 5705 w 5705"/>
              <a:gd name="p0y4" fmla="*/ 180 h 6060"/>
              <a:gd name="p0x5" fmla="*/ 5705 w 5705"/>
              <a:gd name="p0y5" fmla="*/ 5880 h 6060"/>
              <a:gd name="p0x6" fmla="*/ 5705 w 5705"/>
              <a:gd name="p0y6" fmla="*/ 5979 h 6060"/>
              <a:gd name="p0x7" fmla="*/ 5624 w 5705"/>
              <a:gd name="p0y7" fmla="*/ 6060 h 6060"/>
              <a:gd name="p0x8" fmla="*/ 5525 w 5705"/>
              <a:gd name="p0y8" fmla="*/ 6060 h 6060"/>
              <a:gd name="p0x9" fmla="*/ 180 w 5705"/>
              <a:gd name="p0y9" fmla="*/ 6060 h 6060"/>
              <a:gd name="p0x10" fmla="*/ 80 w 5705"/>
              <a:gd name="p0y10" fmla="*/ 6060 h 6060"/>
              <a:gd name="p0x11" fmla="*/ 0 w 5705"/>
              <a:gd name="p0y11" fmla="*/ 5979 h 6060"/>
              <a:gd name="p0x12" fmla="*/ 0 w 5705"/>
              <a:gd name="p0y12" fmla="*/ 5880 h 6060"/>
              <a:gd name="p0x13" fmla="*/ 0 w 5705"/>
              <a:gd name="p0y13" fmla="*/ 180 h 6060"/>
              <a:gd name="p0x14" fmla="*/ 0 w 5705"/>
              <a:gd name="p0y14" fmla="*/ 80 h 6060"/>
              <a:gd name="p0x15" fmla="*/ 80 w 5705"/>
              <a:gd name="p0y15" fmla="*/ 0 h 6060"/>
              <a:gd name="p0x16" fmla="*/ 180 w 5705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42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5"/>
            </p:custDataLst>
          </p:nvPr>
        </p:nvSpPr>
        <p:spPr>
          <a:xfrm>
            <a:off x="8307070" y="229997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979798"/>
            </a:solidFill>
            <a:prstDash val="solid"/>
          </a:ln>
          <a:effectLst>
            <a:outerShdw blurRad="200025" algn="ctr" rotWithShape="0">
              <a:srgbClr val="FF6E9C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8366151" y="2364581"/>
            <a:ext cx="501701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H3</a:t>
            </a:r>
            <a:endParaRPr sz="1650"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7"/>
            </p:custDataLst>
          </p:nvPr>
        </p:nvSpPr>
        <p:spPr>
          <a:xfrm>
            <a:off x="8836076" y="2322195"/>
            <a:ext cx="198722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endParaRPr lang="zh-CN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8"/>
            </p:custDataLst>
          </p:nvPr>
        </p:nvSpPr>
        <p:spPr>
          <a:xfrm>
            <a:off x="8302676" y="2852738"/>
            <a:ext cx="32321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VGG-11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MaxPool</a:t>
            </a:r>
            <a:endParaRPr sz="1500"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架构产生</a:t>
            </a:r>
            <a:r>
              <a:rPr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特定交互效应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9"/>
            </p:custDataLst>
          </p:nvPr>
        </p:nvSpPr>
        <p:spPr>
          <a:xfrm>
            <a:off x="8307070" y="4966970"/>
            <a:ext cx="3222625" cy="781050"/>
          </a:xfrm>
          <a:custGeom>
            <a:avLst/>
            <a:gdLst>
              <a:gd name="sw" fmla="*/ 1 w 5075"/>
              <a:gd name="sh" fmla="*/ 1 h 1230"/>
              <a:gd name="mins" fmla="min sw sh"/>
              <a:gd name="dsw" fmla="+- 0 sw mins"/>
              <a:gd name="dsh" fmla="+- 0 sh mins"/>
              <a:gd name="p0x0" fmla="*/ 120 w 5075"/>
              <a:gd name="p0y0" fmla="*/ 0 h 1230"/>
              <a:gd name="p0x1" fmla="*/ 4955 w 5075"/>
              <a:gd name="p0y1" fmla="*/ 0 h 1230"/>
              <a:gd name="p0x2" fmla="*/ 5021 w 5075"/>
              <a:gd name="p0y2" fmla="*/ 0 h 1230"/>
              <a:gd name="p0x3" fmla="*/ 5075 w 5075"/>
              <a:gd name="p0y3" fmla="*/ 53 h 1230"/>
              <a:gd name="p0x4" fmla="*/ 5075 w 5075"/>
              <a:gd name="p0y4" fmla="*/ 120 h 1230"/>
              <a:gd name="p0x5" fmla="*/ 5075 w 5075"/>
              <a:gd name="p0y5" fmla="*/ 1110 h 1230"/>
              <a:gd name="p0x6" fmla="*/ 5075 w 5075"/>
              <a:gd name="p0y6" fmla="*/ 1176 h 1230"/>
              <a:gd name="p0x7" fmla="*/ 5021 w 5075"/>
              <a:gd name="p0y7" fmla="*/ 1230 h 1230"/>
              <a:gd name="p0x8" fmla="*/ 4955 w 5075"/>
              <a:gd name="p0y8" fmla="*/ 1230 h 1230"/>
              <a:gd name="p0x9" fmla="*/ 120 w 5075"/>
              <a:gd name="p0y9" fmla="*/ 1230 h 1230"/>
              <a:gd name="p0x10" fmla="*/ 53 w 5075"/>
              <a:gd name="p0y10" fmla="*/ 1230 h 1230"/>
              <a:gd name="p0x11" fmla="*/ 0 w 5075"/>
              <a:gd name="p0y11" fmla="*/ 1176 h 1230"/>
              <a:gd name="p0x12" fmla="*/ 0 w 5075"/>
              <a:gd name="p0y12" fmla="*/ 1110 h 1230"/>
              <a:gd name="p0x13" fmla="*/ 0 w 5075"/>
              <a:gd name="p0y13" fmla="*/ 120 h 1230"/>
              <a:gd name="p0x14" fmla="*/ 0 w 5075"/>
              <a:gd name="p0y14" fmla="*/ 53 h 1230"/>
              <a:gd name="p0x15" fmla="*/ 53 w 5075"/>
              <a:gd name="p0y15" fmla="*/ 0 h 1230"/>
              <a:gd name="p0x16" fmla="*/ 120 w 5075"/>
              <a:gd name="p0y16" fmla="*/ 0 h 12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979798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8464601" y="5086350"/>
            <a:ext cx="290832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 b="1" spc="72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◎</a:t>
            </a:r>
            <a:r>
              <a:rPr lang="en-US" altLang="zh-CN" sz="1200" b="1" spc="72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 spc="72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可验证预测</a:t>
            </a:r>
            <a:endParaRPr lang="zh-CN" altLang="en-US" sz="1200" b="1" spc="72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1"/>
            </p:custDataLst>
          </p:nvPr>
        </p:nvSpPr>
        <p:spPr>
          <a:xfrm>
            <a:off x="8464601" y="5310188"/>
            <a:ext cx="300535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增益</a:t>
            </a:r>
            <a:r>
              <a:rPr 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仅出现在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密集架构</a:t>
            </a:r>
            <a:endParaRPr lang="zh-CN" altLang="en-US"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8150821" y="2105026"/>
            <a:ext cx="3535758" cy="28574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8" h="45">
                <a:moveTo>
                  <a:pt x="119" y="0"/>
                </a:moveTo>
                <a:lnTo>
                  <a:pt x="5449" y="0"/>
                </a:lnTo>
                <a:cubicBezTo>
                  <a:pt x="5495" y="0"/>
                  <a:pt x="5536" y="17"/>
                  <a:pt x="5568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gradFill>
            <a:gsLst>
              <a:gs pos="0">
                <a:srgbClr val="979798">
                  <a:alpha val="0"/>
                </a:srgbClr>
              </a:gs>
              <a:gs pos="50000">
                <a:srgbClr val="979798">
                  <a:alpha val="90001"/>
                </a:srgbClr>
              </a:gs>
              <a:gs pos="100000">
                <a:srgbClr val="979798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3"/>
            </p:custDataLst>
          </p:nvPr>
        </p:nvSpPr>
        <p:spPr>
          <a:xfrm>
            <a:off x="461645" y="5662295"/>
            <a:ext cx="11268075" cy="733425"/>
          </a:xfrm>
          <a:custGeom>
            <a:avLst/>
            <a:gdLst>
              <a:gd name="sw" fmla="*/ 1 w 17745"/>
              <a:gd name="sh" fmla="*/ 1 h 1155"/>
              <a:gd name="mins" fmla="min sw sh"/>
              <a:gd name="dsw" fmla="+- 0 sw mins"/>
              <a:gd name="dsh" fmla="+- 0 sh mins"/>
              <a:gd name="p0x0" fmla="*/ 180 w 17745"/>
              <a:gd name="p0y0" fmla="*/ 0 h 1155"/>
              <a:gd name="p0x1" fmla="*/ 17565 w 17745"/>
              <a:gd name="p0y1" fmla="*/ 0 h 1155"/>
              <a:gd name="p0x2" fmla="*/ 17664 w 17745"/>
              <a:gd name="p0y2" fmla="*/ 0 h 1155"/>
              <a:gd name="p0x3" fmla="*/ 17745 w 17745"/>
              <a:gd name="p0y3" fmla="*/ 80 h 1155"/>
              <a:gd name="p0x4" fmla="*/ 17745 w 17745"/>
              <a:gd name="p0y4" fmla="*/ 180 h 1155"/>
              <a:gd name="p0x5" fmla="*/ 17745 w 17745"/>
              <a:gd name="p0y5" fmla="*/ 975 h 1155"/>
              <a:gd name="p0x6" fmla="*/ 17745 w 17745"/>
              <a:gd name="p0y6" fmla="*/ 1074 h 1155"/>
              <a:gd name="p0x7" fmla="*/ 17664 w 17745"/>
              <a:gd name="p0y7" fmla="*/ 1155 h 1155"/>
              <a:gd name="p0x8" fmla="*/ 17565 w 17745"/>
              <a:gd name="p0y8" fmla="*/ 1155 h 1155"/>
              <a:gd name="p0x9" fmla="*/ 180 w 17745"/>
              <a:gd name="p0y9" fmla="*/ 1155 h 1155"/>
              <a:gd name="p0x10" fmla="*/ 80 w 17745"/>
              <a:gd name="p0y10" fmla="*/ 1155 h 1155"/>
              <a:gd name="p0x11" fmla="*/ 0 w 17745"/>
              <a:gd name="p0y11" fmla="*/ 1074 h 1155"/>
              <a:gd name="p0x12" fmla="*/ 0 w 17745"/>
              <a:gd name="p0y12" fmla="*/ 975 h 1155"/>
              <a:gd name="p0x13" fmla="*/ 0 w 17745"/>
              <a:gd name="p0y13" fmla="*/ 180 h 1155"/>
              <a:gd name="p0x14" fmla="*/ 0 w 17745"/>
              <a:gd name="p0y14" fmla="*/ 80 h 1155"/>
              <a:gd name="p0x15" fmla="*/ 80 w 17745"/>
              <a:gd name="p0y15" fmla="*/ 0 h 1155"/>
              <a:gd name="p0x16" fmla="*/ 180 w 17745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4"/>
            </p:custDataLst>
          </p:nvPr>
        </p:nvSpPr>
        <p:spPr>
          <a:xfrm>
            <a:off x="699770" y="582422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D740">
              <a:alpha val="12157"/>
            </a:srgbClr>
          </a:solidFill>
          <a:ln w="9525" cmpd="sng">
            <a:solidFill>
              <a:srgbClr val="FFD740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1050" y="5905500"/>
            <a:ext cx="247650" cy="247650"/>
          </a:xfrm>
          <a:prstGeom prst="rect">
            <a:avLst/>
          </a:prstGeom>
          <a:noFill/>
        </p:spPr>
      </p:pic>
      <p:sp>
        <p:nvSpPr>
          <p:cNvPr id="53" name="文本框 52"/>
          <p:cNvSpPr txBox="1"/>
          <p:nvPr>
            <p:custDataLst>
              <p:tags r:id="rId8"/>
            </p:custDataLst>
          </p:nvPr>
        </p:nvSpPr>
        <p:spPr>
          <a:xfrm>
            <a:off x="1266825" y="5829271"/>
            <a:ext cx="7717479" cy="391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增益来自</a:t>
            </a:r>
            <a:r>
              <a:rPr lang="en-US" alt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b="1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离散化分布重塑</a:t>
            </a:r>
            <a:r>
              <a:rPr lang="en-US" altLang="zh-CN" b="1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b="1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b="1">
                <a:solidFill>
                  <a:srgbClr val="C57221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载体</a:t>
            </a:r>
            <a:r>
              <a:rPr lang="zh-CN" altLang="en-US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，而非</a:t>
            </a:r>
            <a:r>
              <a:rPr lang="en-US" alt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噪声抖动</a:t>
            </a:r>
            <a:r>
              <a:rPr lang="en-US" altLang="zh-CN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b="1">
              <a:solidFill>
                <a:srgbClr val="FFF2B3"/>
              </a:solidFill>
              <a:effectLst>
                <a:outerShdw blurRad="285750" algn="ctr" rotWithShape="0">
                  <a:srgbClr val="00BFFF">
                    <a:alpha val="40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461645" y="1343025"/>
            <a:ext cx="3622675" cy="4119245"/>
          </a:xfrm>
          <a:custGeom>
            <a:avLst/>
            <a:gdLst>
              <a:gd name="sw" fmla="*/ 1 w 5704"/>
              <a:gd name="sh" fmla="*/ 1 h 6487"/>
              <a:gd name="mins" fmla="min sw sh"/>
              <a:gd name="dsw" fmla="+- 0 sw mins"/>
              <a:gd name="dsh" fmla="+- 0 sh mins"/>
              <a:gd name="p0x0" fmla="*/ 180 w 5704"/>
              <a:gd name="p0y0" fmla="*/ 0 h 6487"/>
              <a:gd name="p0x1" fmla="*/ 5524 w 5704"/>
              <a:gd name="p0y1" fmla="*/ 0 h 6487"/>
              <a:gd name="p0x2" fmla="*/ 5624 w 5704"/>
              <a:gd name="p0y2" fmla="*/ 0 h 6487"/>
              <a:gd name="p0x3" fmla="*/ 5704 w 5704"/>
              <a:gd name="p0y3" fmla="*/ 80 h 6487"/>
              <a:gd name="p0x4" fmla="*/ 5704 w 5704"/>
              <a:gd name="p0y4" fmla="*/ 180 h 6487"/>
              <a:gd name="p0x5" fmla="*/ 5704 w 5704"/>
              <a:gd name="p0y5" fmla="*/ 6307 h 6487"/>
              <a:gd name="p0x6" fmla="*/ 5704 w 5704"/>
              <a:gd name="p0y6" fmla="*/ 6406 h 6487"/>
              <a:gd name="p0x7" fmla="*/ 5624 w 5704"/>
              <a:gd name="p0y7" fmla="*/ 6487 h 6487"/>
              <a:gd name="p0x8" fmla="*/ 5524 w 5704"/>
              <a:gd name="p0y8" fmla="*/ 6487 h 6487"/>
              <a:gd name="p0x9" fmla="*/ 180 w 5704"/>
              <a:gd name="p0y9" fmla="*/ 6487 h 6487"/>
              <a:gd name="p0x10" fmla="*/ 80 w 5704"/>
              <a:gd name="p0y10" fmla="*/ 6487 h 6487"/>
              <a:gd name="p0x11" fmla="*/ 0 w 5704"/>
              <a:gd name="p0y11" fmla="*/ 6406 h 6487"/>
              <a:gd name="p0x12" fmla="*/ 0 w 5704"/>
              <a:gd name="p0y12" fmla="*/ 6307 h 6487"/>
              <a:gd name="p0x13" fmla="*/ 0 w 5704"/>
              <a:gd name="p0y13" fmla="*/ 180 h 6487"/>
              <a:gd name="p0x14" fmla="*/ 0 w 5704"/>
              <a:gd name="p0y14" fmla="*/ 80 h 6487"/>
              <a:gd name="p0x15" fmla="*/ 80 w 5704"/>
              <a:gd name="p0y15" fmla="*/ 0 h 6487"/>
              <a:gd name="p0x16" fmla="*/ 180 w 5704"/>
              <a:gd name="p0y16" fmla="*/ 0 h 64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0"/>
            </p:custDataLst>
          </p:nvPr>
        </p:nvSpPr>
        <p:spPr>
          <a:xfrm>
            <a:off x="699770" y="158115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795557" y="1685925"/>
            <a:ext cx="370951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24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H1</a:t>
            </a:r>
            <a:endParaRPr sz="1200" b="1" spc="24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2"/>
            </p:custDataLst>
          </p:nvPr>
        </p:nvSpPr>
        <p:spPr>
          <a:xfrm>
            <a:off x="3103880" y="1642745"/>
            <a:ext cx="742315" cy="285750"/>
          </a:xfrm>
          <a:custGeom>
            <a:avLst/>
            <a:gdLst>
              <a:gd name="sw" fmla="*/ 1 w 1169"/>
              <a:gd name="sh" fmla="*/ 1 h 450"/>
              <a:gd name="mins" fmla="min sw sh"/>
              <a:gd name="dsw" fmla="+- 0 sw mins"/>
              <a:gd name="dsh" fmla="+- 0 sh mins"/>
              <a:gd name="p0x0" fmla="*/ 225 w 1169"/>
              <a:gd name="p0y0" fmla="*/ 0 h 450"/>
              <a:gd name="p0x1" fmla="*/ 944 w 1169"/>
              <a:gd name="p0y1" fmla="*/ 0 h 450"/>
              <a:gd name="p0x2" fmla="*/ 1068 w 1169"/>
              <a:gd name="p0y2" fmla="*/ 0 h 450"/>
              <a:gd name="p0x3" fmla="*/ 1169 w 1169"/>
              <a:gd name="p0y3" fmla="*/ 100 h 450"/>
              <a:gd name="p0x4" fmla="*/ 1169 w 1169"/>
              <a:gd name="p0y4" fmla="*/ 225 h 450"/>
              <a:gd name="p0x5" fmla="*/ 1169 w 1169"/>
              <a:gd name="p0y5" fmla="*/ 349 h 450"/>
              <a:gd name="p0x6" fmla="*/ 1068 w 1169"/>
              <a:gd name="p0y6" fmla="*/ 450 h 450"/>
              <a:gd name="p0x7" fmla="*/ 944 w 1169"/>
              <a:gd name="p0y7" fmla="*/ 450 h 450"/>
              <a:gd name="p0x8" fmla="*/ 225 w 1169"/>
              <a:gd name="p0y8" fmla="*/ 450 h 450"/>
              <a:gd name="p0x9" fmla="*/ 100 w 1169"/>
              <a:gd name="p0y9" fmla="*/ 450 h 450"/>
              <a:gd name="p0x10" fmla="*/ 0 w 1169"/>
              <a:gd name="p0y10" fmla="*/ 349 h 450"/>
              <a:gd name="p0x11" fmla="*/ 0 w 1169"/>
              <a:gd name="p0y11" fmla="*/ 225 h 450"/>
              <a:gd name="p0x12" fmla="*/ 0 w 1169"/>
              <a:gd name="p0y12" fmla="*/ 100 h 450"/>
              <a:gd name="p0x13" fmla="*/ 100 w 1169"/>
              <a:gd name="p0y13" fmla="*/ 0 h 450"/>
              <a:gd name="p0x14" fmla="*/ 225 w 1169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FF5252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3241996" y="1685925"/>
            <a:ext cx="6187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24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被排除</a:t>
            </a:r>
            <a:endParaRPr sz="1200" b="1" spc="24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695325" y="2132648"/>
            <a:ext cx="258901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随机去相关假说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不成立</a:t>
            </a:r>
            <a:endParaRPr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695325" y="2533650"/>
            <a:ext cx="3155899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注入高斯噪声后精度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单调下降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，无倒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型增益。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695325" y="4876800"/>
            <a:ext cx="3154680" cy="351790"/>
            <a:chOff x="1095" y="7680"/>
            <a:chExt cx="4968" cy="554"/>
          </a:xfrm>
        </p:grpSpPr>
        <p:sp>
          <p:nvSpPr>
            <p:cNvPr id="16" name="任意多边形 15"/>
            <p:cNvSpPr/>
            <p:nvPr>
              <p:custDataLst>
                <p:tags r:id="rId16"/>
              </p:custDataLst>
            </p:nvPr>
          </p:nvSpPr>
          <p:spPr>
            <a:xfrm>
              <a:off x="1095" y="7680"/>
              <a:ext cx="4969" cy="555"/>
            </a:xfrm>
            <a:custGeom>
              <a:avLst/>
              <a:gdLst>
                <a:gd name="sw" fmla="*/ 1 w 4969"/>
                <a:gd name="sh" fmla="*/ 1 h 555"/>
                <a:gd name="mins" fmla="min sw sh"/>
                <a:gd name="dsw" fmla="+- 0 sw mins"/>
                <a:gd name="dsh" fmla="+- 0 sh mins"/>
                <a:gd name="p0x0" fmla="*/ 0 w 4969"/>
                <a:gd name="p0y0" fmla="*/ 0 h 555"/>
                <a:gd name="p0x1" fmla="*/ 4969 w 4969"/>
                <a:gd name="p0y1" fmla="*/ 0 h 555"/>
                <a:gd name="p0x2" fmla="*/ 4969 w 4969"/>
                <a:gd name="p0y2" fmla="*/ 555 h 555"/>
                <a:gd name="p0x3" fmla="*/ 0 w 4969"/>
                <a:gd name="p0y3" fmla="*/ 555 h 555"/>
                <a:gd name="p0x4" fmla="*/ 0 w 4969"/>
                <a:gd name="p0y4" fmla="*/ 0 h 5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7"/>
              </p:custDataLst>
            </p:nvPr>
          </p:nvSpPr>
          <p:spPr>
            <a:xfrm>
              <a:off x="1095" y="7680"/>
              <a:ext cx="4969" cy="15"/>
            </a:xfrm>
            <a:custGeom>
              <a:avLst/>
              <a:gdLst>
                <a:gd name="sw" fmla="*/ 1 w 4969"/>
                <a:gd name="sh" fmla="*/ 1 h 15"/>
                <a:gd name="mins" fmla="min sw sh"/>
                <a:gd name="dsw" fmla="+- 0 sw mins"/>
                <a:gd name="dsh" fmla="+- 0 sh mins"/>
                <a:gd name="p0x0" fmla="*/ 0 w 4969"/>
                <a:gd name="p0y0" fmla="*/ 0 h 15"/>
                <a:gd name="p0x1" fmla="*/ 4969 w 4969"/>
                <a:gd name="p0y1" fmla="*/ 0 h 15"/>
                <a:gd name="p0x2" fmla="*/ 4969 w 4969"/>
                <a:gd name="p0y2" fmla="*/ 15 h 15"/>
                <a:gd name="p0x3" fmla="*/ 0 w 4969"/>
                <a:gd name="p0y3" fmla="*/ 15 h 15"/>
                <a:gd name="p0x4" fmla="*/ 0 w 4969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695325" y="5000625"/>
            <a:ext cx="3155899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无倒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型曲线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⇒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随机噪声无法复现增益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19"/>
            </p:custDataLst>
          </p:nvPr>
        </p:nvSpPr>
        <p:spPr>
          <a:xfrm>
            <a:off x="505440" y="1347497"/>
            <a:ext cx="3535085" cy="2854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7" h="45">
                <a:moveTo>
                  <a:pt x="119" y="0"/>
                </a:moveTo>
                <a:lnTo>
                  <a:pt x="5448" y="0"/>
                </a:lnTo>
                <a:cubicBezTo>
                  <a:pt x="5494" y="0"/>
                  <a:pt x="5535" y="17"/>
                  <a:pt x="5567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solidFill>
            <a:srgbClr val="D94848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284345" y="1343025"/>
            <a:ext cx="3622675" cy="4119245"/>
          </a:xfrm>
          <a:custGeom>
            <a:avLst/>
            <a:gdLst>
              <a:gd name="sw" fmla="*/ 1 w 5705"/>
              <a:gd name="sh" fmla="*/ 1 h 6487"/>
              <a:gd name="mins" fmla="min sw sh"/>
              <a:gd name="dsw" fmla="+- 0 sw mins"/>
              <a:gd name="dsh" fmla="+- 0 sh mins"/>
              <a:gd name="p0x0" fmla="*/ 180 w 5705"/>
              <a:gd name="p0y0" fmla="*/ 0 h 6487"/>
              <a:gd name="p0x1" fmla="*/ 5525 w 5705"/>
              <a:gd name="p0y1" fmla="*/ 0 h 6487"/>
              <a:gd name="p0x2" fmla="*/ 5624 w 5705"/>
              <a:gd name="p0y2" fmla="*/ 0 h 6487"/>
              <a:gd name="p0x3" fmla="*/ 5705 w 5705"/>
              <a:gd name="p0y3" fmla="*/ 80 h 6487"/>
              <a:gd name="p0x4" fmla="*/ 5705 w 5705"/>
              <a:gd name="p0y4" fmla="*/ 180 h 6487"/>
              <a:gd name="p0x5" fmla="*/ 5705 w 5705"/>
              <a:gd name="p0y5" fmla="*/ 6307 h 6487"/>
              <a:gd name="p0x6" fmla="*/ 5705 w 5705"/>
              <a:gd name="p0y6" fmla="*/ 6406 h 6487"/>
              <a:gd name="p0x7" fmla="*/ 5624 w 5705"/>
              <a:gd name="p0y7" fmla="*/ 6487 h 6487"/>
              <a:gd name="p0x8" fmla="*/ 5525 w 5705"/>
              <a:gd name="p0y8" fmla="*/ 6487 h 6487"/>
              <a:gd name="p0x9" fmla="*/ 180 w 5705"/>
              <a:gd name="p0y9" fmla="*/ 6487 h 6487"/>
              <a:gd name="p0x10" fmla="*/ 80 w 5705"/>
              <a:gd name="p0y10" fmla="*/ 6487 h 6487"/>
              <a:gd name="p0x11" fmla="*/ 0 w 5705"/>
              <a:gd name="p0y11" fmla="*/ 6406 h 6487"/>
              <a:gd name="p0x12" fmla="*/ 0 w 5705"/>
              <a:gd name="p0y12" fmla="*/ 6307 h 6487"/>
              <a:gd name="p0x13" fmla="*/ 0 w 5705"/>
              <a:gd name="p0y13" fmla="*/ 180 h 6487"/>
              <a:gd name="p0x14" fmla="*/ 0 w 5705"/>
              <a:gd name="p0y14" fmla="*/ 80 h 6487"/>
              <a:gd name="p0x15" fmla="*/ 80 w 5705"/>
              <a:gd name="p0y15" fmla="*/ 0 h 6487"/>
              <a:gd name="p0x16" fmla="*/ 180 w 5705"/>
              <a:gd name="p0y16" fmla="*/ 0 h 64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4522470" y="158115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4618206" y="1685925"/>
            <a:ext cx="370951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24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H2</a:t>
            </a:r>
            <a:endParaRPr sz="1200" b="1" spc="24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6771005" y="1642745"/>
            <a:ext cx="897890" cy="285750"/>
          </a:xfrm>
          <a:custGeom>
            <a:avLst/>
            <a:gdLst>
              <a:gd name="sw" fmla="*/ 1 w 1414"/>
              <a:gd name="sh" fmla="*/ 1 h 450"/>
              <a:gd name="mins" fmla="min sw sh"/>
              <a:gd name="dsw" fmla="+- 0 sw mins"/>
              <a:gd name="dsh" fmla="+- 0 sh mins"/>
              <a:gd name="p0x0" fmla="*/ 225 w 1414"/>
              <a:gd name="p0y0" fmla="*/ 0 h 450"/>
              <a:gd name="p0x1" fmla="*/ 1189 w 1414"/>
              <a:gd name="p0y1" fmla="*/ 0 h 450"/>
              <a:gd name="p0x2" fmla="*/ 1313 w 1414"/>
              <a:gd name="p0y2" fmla="*/ 0 h 450"/>
              <a:gd name="p0x3" fmla="*/ 1414 w 1414"/>
              <a:gd name="p0y3" fmla="*/ 100 h 450"/>
              <a:gd name="p0x4" fmla="*/ 1414 w 1414"/>
              <a:gd name="p0y4" fmla="*/ 225 h 450"/>
              <a:gd name="p0x5" fmla="*/ 1414 w 1414"/>
              <a:gd name="p0y5" fmla="*/ 349 h 450"/>
              <a:gd name="p0x6" fmla="*/ 1313 w 1414"/>
              <a:gd name="p0y6" fmla="*/ 450 h 450"/>
              <a:gd name="p0x7" fmla="*/ 1189 w 1414"/>
              <a:gd name="p0y7" fmla="*/ 450 h 450"/>
              <a:gd name="p0x8" fmla="*/ 225 w 1414"/>
              <a:gd name="p0y8" fmla="*/ 450 h 450"/>
              <a:gd name="p0x9" fmla="*/ 100 w 1414"/>
              <a:gd name="p0y9" fmla="*/ 450 h 450"/>
              <a:gd name="p0x10" fmla="*/ 0 w 1414"/>
              <a:gd name="p0y10" fmla="*/ 349 h 450"/>
              <a:gd name="p0x11" fmla="*/ 0 w 1414"/>
              <a:gd name="p0y11" fmla="*/ 225 h 450"/>
              <a:gd name="p0x12" fmla="*/ 0 w 1414"/>
              <a:gd name="p0y12" fmla="*/ 100 h 450"/>
              <a:gd name="p0x13" fmla="*/ 100 w 1414"/>
              <a:gd name="p0y13" fmla="*/ 0 h 450"/>
              <a:gd name="p0x14" fmla="*/ 225 w 1414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 w="9525" cmpd="sng">
            <a:solidFill>
              <a:srgbClr val="2ECC71">
                <a:alpha val="4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6909273" y="1685925"/>
            <a:ext cx="77420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24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</a:rPr>
              <a:t>得到支持</a:t>
            </a:r>
            <a:endParaRPr sz="1200" b="1" spc="24">
              <a:solidFill>
                <a:srgbClr val="B9EF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4517974" y="2132648"/>
            <a:ext cx="213181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量化位宽假说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成立</a:t>
            </a:r>
            <a:endParaRPr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6"/>
            </p:custDataLst>
          </p:nvPr>
        </p:nvSpPr>
        <p:spPr>
          <a:xfrm>
            <a:off x="4517974" y="2533650"/>
            <a:ext cx="3155975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50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增益与量化位宽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强相关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4bit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级）产生最优分布重塑效果。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4517390" y="4648200"/>
            <a:ext cx="3155950" cy="580390"/>
            <a:chOff x="7114" y="7320"/>
            <a:chExt cx="4970" cy="914"/>
          </a:xfrm>
        </p:grpSpPr>
        <p:sp>
          <p:nvSpPr>
            <p:cNvPr id="30" name="任意多边形 29"/>
            <p:cNvSpPr/>
            <p:nvPr>
              <p:custDataLst>
                <p:tags r:id="rId27"/>
              </p:custDataLst>
            </p:nvPr>
          </p:nvSpPr>
          <p:spPr>
            <a:xfrm>
              <a:off x="7114" y="7320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8"/>
              </p:custDataLst>
            </p:nvPr>
          </p:nvSpPr>
          <p:spPr>
            <a:xfrm>
              <a:off x="7114" y="7320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0 w 4970"/>
                <a:gd name="p0y0" fmla="*/ 0 h 15"/>
                <a:gd name="p0x1" fmla="*/ 4970 w 4970"/>
                <a:gd name="p0y1" fmla="*/ 0 h 15"/>
                <a:gd name="p0x2" fmla="*/ 4970 w 4970"/>
                <a:gd name="p0y2" fmla="*/ 15 h 15"/>
                <a:gd name="p0x3" fmla="*/ 0 w 4970"/>
                <a:gd name="p0y3" fmla="*/ 15 h 15"/>
                <a:gd name="p0x4" fmla="*/ 0 w 497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4517974" y="4772025"/>
            <a:ext cx="3155975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位宽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增益强相关是分布重塑机制的直接证据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30"/>
            </p:custDataLst>
          </p:nvPr>
        </p:nvSpPr>
        <p:spPr>
          <a:xfrm>
            <a:off x="4327496" y="1347480"/>
            <a:ext cx="3535738" cy="285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8" h="45">
                <a:moveTo>
                  <a:pt x="119" y="0"/>
                </a:moveTo>
                <a:lnTo>
                  <a:pt x="5449" y="0"/>
                </a:lnTo>
                <a:cubicBezTo>
                  <a:pt x="5495" y="0"/>
                  <a:pt x="5536" y="17"/>
                  <a:pt x="5568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solidFill>
            <a:srgbClr val="43A071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8107045" y="1343025"/>
            <a:ext cx="3622675" cy="4119245"/>
          </a:xfrm>
          <a:custGeom>
            <a:avLst/>
            <a:gdLst>
              <a:gd name="sw" fmla="*/ 1 w 5705"/>
              <a:gd name="sh" fmla="*/ 1 h 6487"/>
              <a:gd name="mins" fmla="min sw sh"/>
              <a:gd name="dsw" fmla="+- 0 sw mins"/>
              <a:gd name="dsh" fmla="+- 0 sh mins"/>
              <a:gd name="p0x0" fmla="*/ 180 w 5705"/>
              <a:gd name="p0y0" fmla="*/ 0 h 6487"/>
              <a:gd name="p0x1" fmla="*/ 5525 w 5705"/>
              <a:gd name="p0y1" fmla="*/ 0 h 6487"/>
              <a:gd name="p0x2" fmla="*/ 5624 w 5705"/>
              <a:gd name="p0y2" fmla="*/ 0 h 6487"/>
              <a:gd name="p0x3" fmla="*/ 5705 w 5705"/>
              <a:gd name="p0y3" fmla="*/ 80 h 6487"/>
              <a:gd name="p0x4" fmla="*/ 5705 w 5705"/>
              <a:gd name="p0y4" fmla="*/ 180 h 6487"/>
              <a:gd name="p0x5" fmla="*/ 5705 w 5705"/>
              <a:gd name="p0y5" fmla="*/ 6307 h 6487"/>
              <a:gd name="p0x6" fmla="*/ 5705 w 5705"/>
              <a:gd name="p0y6" fmla="*/ 6406 h 6487"/>
              <a:gd name="p0x7" fmla="*/ 5624 w 5705"/>
              <a:gd name="p0y7" fmla="*/ 6487 h 6487"/>
              <a:gd name="p0x8" fmla="*/ 5525 w 5705"/>
              <a:gd name="p0y8" fmla="*/ 6487 h 6487"/>
              <a:gd name="p0x9" fmla="*/ 180 w 5705"/>
              <a:gd name="p0y9" fmla="*/ 6487 h 6487"/>
              <a:gd name="p0x10" fmla="*/ 80 w 5705"/>
              <a:gd name="p0y10" fmla="*/ 6487 h 6487"/>
              <a:gd name="p0x11" fmla="*/ 0 w 5705"/>
              <a:gd name="p0y11" fmla="*/ 6406 h 6487"/>
              <a:gd name="p0x12" fmla="*/ 0 w 5705"/>
              <a:gd name="p0y12" fmla="*/ 6307 h 6487"/>
              <a:gd name="p0x13" fmla="*/ 0 w 5705"/>
              <a:gd name="p0y13" fmla="*/ 180 h 6487"/>
              <a:gd name="p0x14" fmla="*/ 0 w 5705"/>
              <a:gd name="p0y14" fmla="*/ 80 h 6487"/>
              <a:gd name="p0x15" fmla="*/ 80 w 5705"/>
              <a:gd name="p0y15" fmla="*/ 0 h 6487"/>
              <a:gd name="p0x16" fmla="*/ 180 w 5705"/>
              <a:gd name="p0y16" fmla="*/ 0 h 64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2"/>
            </p:custDataLst>
          </p:nvPr>
        </p:nvSpPr>
        <p:spPr>
          <a:xfrm>
            <a:off x="8345170" y="1581150"/>
            <a:ext cx="409575" cy="409575"/>
          </a:xfrm>
          <a:custGeom>
            <a:avLst/>
            <a:gdLst>
              <a:gd name="sw" fmla="*/ 1 w 645"/>
              <a:gd name="sh" fmla="*/ 1 h 645"/>
              <a:gd name="mins" fmla="min sw sh"/>
              <a:gd name="dsw" fmla="+- 0 sw mins"/>
              <a:gd name="dsh" fmla="+- 0 sh mins"/>
              <a:gd name="p0x0" fmla="*/ 120 w 645"/>
              <a:gd name="p0y0" fmla="*/ 0 h 645"/>
              <a:gd name="p0x1" fmla="*/ 525 w 645"/>
              <a:gd name="p0y1" fmla="*/ 0 h 645"/>
              <a:gd name="p0x2" fmla="*/ 591 w 645"/>
              <a:gd name="p0y2" fmla="*/ 0 h 645"/>
              <a:gd name="p0x3" fmla="*/ 645 w 645"/>
              <a:gd name="p0y3" fmla="*/ 53 h 645"/>
              <a:gd name="p0x4" fmla="*/ 645 w 645"/>
              <a:gd name="p0y4" fmla="*/ 120 h 645"/>
              <a:gd name="p0x5" fmla="*/ 645 w 645"/>
              <a:gd name="p0y5" fmla="*/ 525 h 645"/>
              <a:gd name="p0x6" fmla="*/ 645 w 645"/>
              <a:gd name="p0y6" fmla="*/ 591 h 645"/>
              <a:gd name="p0x7" fmla="*/ 591 w 645"/>
              <a:gd name="p0y7" fmla="*/ 645 h 645"/>
              <a:gd name="p0x8" fmla="*/ 525 w 645"/>
              <a:gd name="p0y8" fmla="*/ 645 h 645"/>
              <a:gd name="p0x9" fmla="*/ 120 w 645"/>
              <a:gd name="p0y9" fmla="*/ 645 h 645"/>
              <a:gd name="p0x10" fmla="*/ 53 w 645"/>
              <a:gd name="p0y10" fmla="*/ 645 h 645"/>
              <a:gd name="p0x11" fmla="*/ 0 w 645"/>
              <a:gd name="p0y11" fmla="*/ 591 h 645"/>
              <a:gd name="p0x12" fmla="*/ 0 w 645"/>
              <a:gd name="p0y12" fmla="*/ 525 h 645"/>
              <a:gd name="p0x13" fmla="*/ 0 w 645"/>
              <a:gd name="p0y13" fmla="*/ 120 h 645"/>
              <a:gd name="p0x14" fmla="*/ 0 w 645"/>
              <a:gd name="p0y14" fmla="*/ 53 h 645"/>
              <a:gd name="p0x15" fmla="*/ 53 w 645"/>
              <a:gd name="p0y15" fmla="*/ 0 h 645"/>
              <a:gd name="p0x16" fmla="*/ 120 w 645"/>
              <a:gd name="p0y16" fmla="*/ 0 h 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8440931" y="1685925"/>
            <a:ext cx="370951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24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H3</a:t>
            </a:r>
            <a:endParaRPr sz="1200" b="1" spc="24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4"/>
            </p:custDataLst>
          </p:nvPr>
        </p:nvSpPr>
        <p:spPr>
          <a:xfrm>
            <a:off x="10749280" y="1642745"/>
            <a:ext cx="742315" cy="285750"/>
          </a:xfrm>
          <a:custGeom>
            <a:avLst/>
            <a:gdLst>
              <a:gd name="sw" fmla="*/ 1 w 1169"/>
              <a:gd name="sh" fmla="*/ 1 h 450"/>
              <a:gd name="mins" fmla="min sw sh"/>
              <a:gd name="dsw" fmla="+- 0 sw mins"/>
              <a:gd name="dsh" fmla="+- 0 sh mins"/>
              <a:gd name="p0x0" fmla="*/ 225 w 1169"/>
              <a:gd name="p0y0" fmla="*/ 0 h 450"/>
              <a:gd name="p0x1" fmla="*/ 944 w 1169"/>
              <a:gd name="p0y1" fmla="*/ 0 h 450"/>
              <a:gd name="p0x2" fmla="*/ 1068 w 1169"/>
              <a:gd name="p0y2" fmla="*/ 0 h 450"/>
              <a:gd name="p0x3" fmla="*/ 1169 w 1169"/>
              <a:gd name="p0y3" fmla="*/ 100 h 450"/>
              <a:gd name="p0x4" fmla="*/ 1169 w 1169"/>
              <a:gd name="p0y4" fmla="*/ 225 h 450"/>
              <a:gd name="p0x5" fmla="*/ 1169 w 1169"/>
              <a:gd name="p0y5" fmla="*/ 349 h 450"/>
              <a:gd name="p0x6" fmla="*/ 1068 w 1169"/>
              <a:gd name="p0y6" fmla="*/ 450 h 450"/>
              <a:gd name="p0x7" fmla="*/ 944 w 1169"/>
              <a:gd name="p0y7" fmla="*/ 450 h 450"/>
              <a:gd name="p0x8" fmla="*/ 225 w 1169"/>
              <a:gd name="p0y8" fmla="*/ 450 h 450"/>
              <a:gd name="p0x9" fmla="*/ 100 w 1169"/>
              <a:gd name="p0y9" fmla="*/ 450 h 450"/>
              <a:gd name="p0x10" fmla="*/ 0 w 1169"/>
              <a:gd name="p0y10" fmla="*/ 349 h 450"/>
              <a:gd name="p0x11" fmla="*/ 0 w 1169"/>
              <a:gd name="p0y11" fmla="*/ 225 h 450"/>
              <a:gd name="p0x12" fmla="*/ 0 w 1169"/>
              <a:gd name="p0y12" fmla="*/ 100 h 450"/>
              <a:gd name="p0x13" fmla="*/ 100 w 1169"/>
              <a:gd name="p0y13" fmla="*/ 0 h 450"/>
              <a:gd name="p0x14" fmla="*/ 225 w 1169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 w="9525" cmpd="sng">
            <a:solidFill>
              <a:srgbClr val="FF5252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5"/>
            </p:custDataLst>
          </p:nvPr>
        </p:nvSpPr>
        <p:spPr>
          <a:xfrm>
            <a:off x="10887446" y="1685925"/>
            <a:ext cx="6187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24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被排除</a:t>
            </a:r>
            <a:endParaRPr sz="1200" b="1" spc="24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8340699" y="2132648"/>
            <a:ext cx="292067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交互假说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不成立</a:t>
            </a:r>
            <a:endParaRPr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8340699" y="2533650"/>
            <a:ext cx="3155976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MaxPool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但未出现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8340090" y="4648200"/>
            <a:ext cx="3155950" cy="580390"/>
            <a:chOff x="13134" y="7320"/>
            <a:chExt cx="4970" cy="914"/>
          </a:xfrm>
        </p:grpSpPr>
        <p:sp>
          <p:nvSpPr>
            <p:cNvPr id="44" name="任意多边形 43"/>
            <p:cNvSpPr/>
            <p:nvPr>
              <p:custDataLst>
                <p:tags r:id="rId38"/>
              </p:custDataLst>
            </p:nvPr>
          </p:nvSpPr>
          <p:spPr>
            <a:xfrm>
              <a:off x="13134" y="7320"/>
              <a:ext cx="4971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39"/>
              </p:custDataLst>
            </p:nvPr>
          </p:nvSpPr>
          <p:spPr>
            <a:xfrm>
              <a:off x="13134" y="7320"/>
              <a:ext cx="4971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0 w 4970"/>
                <a:gd name="p0y0" fmla="*/ 0 h 15"/>
                <a:gd name="p0x1" fmla="*/ 4970 w 4970"/>
                <a:gd name="p0y1" fmla="*/ 0 h 15"/>
                <a:gd name="p0x2" fmla="*/ 4970 w 4970"/>
                <a:gd name="p0y2" fmla="*/ 15 h 15"/>
                <a:gd name="p0x3" fmla="*/ 0 w 4970"/>
                <a:gd name="p0y3" fmla="*/ 15 h 15"/>
                <a:gd name="p0x4" fmla="*/ 0 w 497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7" name="文本框 46"/>
          <p:cNvSpPr txBox="1"/>
          <p:nvPr>
            <p:custDataLst>
              <p:tags r:id="rId40"/>
            </p:custDataLst>
          </p:nvPr>
        </p:nvSpPr>
        <p:spPr>
          <a:xfrm>
            <a:off x="8340699" y="4772025"/>
            <a:ext cx="315597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存在但无增益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⇒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交互条件不充分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1"/>
            </p:custDataLst>
          </p:nvPr>
        </p:nvSpPr>
        <p:spPr>
          <a:xfrm>
            <a:off x="8150202" y="1347470"/>
            <a:ext cx="3536362" cy="285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69" h="45">
                <a:moveTo>
                  <a:pt x="119" y="0"/>
                </a:moveTo>
                <a:lnTo>
                  <a:pt x="5450" y="0"/>
                </a:lnTo>
                <a:cubicBezTo>
                  <a:pt x="5496" y="0"/>
                  <a:pt x="5537" y="17"/>
                  <a:pt x="5569" y="45"/>
                </a:cubicBezTo>
                <a:lnTo>
                  <a:pt x="0" y="45"/>
                </a:lnTo>
                <a:cubicBezTo>
                  <a:pt x="32" y="17"/>
                  <a:pt x="73" y="0"/>
                  <a:pt x="119" y="0"/>
                </a:cubicBezTo>
                <a:close/>
              </a:path>
            </a:pathLst>
          </a:custGeom>
          <a:solidFill>
            <a:srgbClr val="D94848">
              <a:alpha val="8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42"/>
            </p:custDataLst>
          </p:nvPr>
        </p:nvSpPr>
        <p:spPr>
          <a:xfrm>
            <a:off x="457200" y="66865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  <a:effectLst>
            <a:outerShdw blurRad="17145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3"/>
            </p:custDataLst>
          </p:nvPr>
        </p:nvSpPr>
        <p:spPr>
          <a:xfrm>
            <a:off x="609600" y="457200"/>
            <a:ext cx="366675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ADJUDICATION EXPERIMENT RESULTS</a:t>
            </a:r>
            <a:endParaRPr sz="1050" b="1" spc="63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4"/>
            </p:custDataLst>
          </p:nvPr>
        </p:nvSpPr>
        <p:spPr>
          <a:xfrm>
            <a:off x="609600" y="647700"/>
            <a:ext cx="4047754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：判决实验结果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57200"/>
            <a:ext cx="112776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200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· </a:t>
            </a:r>
            <a:r>
              <a:rPr lang="zh-CN" altLang="en-US" sz="1200" spc="7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机理结论与修正</a:t>
            </a:r>
            <a:endParaRPr lang="zh-CN" altLang="en-US" sz="1200" spc="7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7200" y="671513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机理结论与修正：旧假说废止，新机理确立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1195388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从「随机共振」到「分布重塑」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——Dithering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效应机理的正式修正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671320"/>
            <a:ext cx="5553075" cy="1168400"/>
          </a:xfrm>
          <a:custGeom>
            <a:avLst/>
            <a:gdLst>
              <a:gd name="sw" fmla="*/ 1 w 8745"/>
              <a:gd name="sh" fmla="*/ 1 h 1840"/>
              <a:gd name="mins" fmla="min sw sh"/>
              <a:gd name="dsw" fmla="+- 0 sw mins"/>
              <a:gd name="dsh" fmla="+- 0 sh mins"/>
              <a:gd name="p0x0" fmla="*/ 180 w 8745"/>
              <a:gd name="p0y0" fmla="*/ 0 h 1840"/>
              <a:gd name="p0x1" fmla="*/ 8565 w 8745"/>
              <a:gd name="p0y1" fmla="*/ 0 h 1840"/>
              <a:gd name="p0x2" fmla="*/ 8664 w 8745"/>
              <a:gd name="p0y2" fmla="*/ 0 h 1840"/>
              <a:gd name="p0x3" fmla="*/ 8745 w 8745"/>
              <a:gd name="p0y3" fmla="*/ 80 h 1840"/>
              <a:gd name="p0x4" fmla="*/ 8745 w 8745"/>
              <a:gd name="p0y4" fmla="*/ 180 h 1840"/>
              <a:gd name="p0x5" fmla="*/ 8745 w 8745"/>
              <a:gd name="p0y5" fmla="*/ 1660 h 1840"/>
              <a:gd name="p0x6" fmla="*/ 8745 w 8745"/>
              <a:gd name="p0y6" fmla="*/ 1759 h 1840"/>
              <a:gd name="p0x7" fmla="*/ 8664 w 8745"/>
              <a:gd name="p0y7" fmla="*/ 1840 h 1840"/>
              <a:gd name="p0x8" fmla="*/ 8565 w 8745"/>
              <a:gd name="p0y8" fmla="*/ 1840 h 1840"/>
              <a:gd name="p0x9" fmla="*/ 180 w 8745"/>
              <a:gd name="p0y9" fmla="*/ 1840 h 1840"/>
              <a:gd name="p0x10" fmla="*/ 80 w 8745"/>
              <a:gd name="p0y10" fmla="*/ 1840 h 1840"/>
              <a:gd name="p0x11" fmla="*/ 0 w 8745"/>
              <a:gd name="p0y11" fmla="*/ 1759 h 1840"/>
              <a:gd name="p0x12" fmla="*/ 0 w 8745"/>
              <a:gd name="p0y12" fmla="*/ 1660 h 1840"/>
              <a:gd name="p0x13" fmla="*/ 0 w 8745"/>
              <a:gd name="p0y13" fmla="*/ 180 h 1840"/>
              <a:gd name="p0x14" fmla="*/ 0 w 8745"/>
              <a:gd name="p0y14" fmla="*/ 80 h 1840"/>
              <a:gd name="p0x15" fmla="*/ 80 w 8745"/>
              <a:gd name="p0y15" fmla="*/ 0 h 1840"/>
              <a:gd name="p0x16" fmla="*/ 180 w 8745"/>
              <a:gd name="p0y16" fmla="*/ 0 h 1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5252">
                <a:alpha val="34902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695325" y="20459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050" y="2131695"/>
            <a:ext cx="247650" cy="247650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266825" y="1843983"/>
            <a:ext cx="4514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旧假说废止</a:t>
            </a:r>
            <a:endParaRPr sz="1050" b="1" spc="63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266825" y="2044008"/>
            <a:ext cx="4191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一阶段「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量化噪声打破确定性失真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」（随机共振假说）已被第二阶段实验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严格否决</a:t>
            </a:r>
            <a:endParaRPr sz="1500"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13"/>
            </p:custDataLst>
          </p:nvPr>
        </p:nvSpPr>
        <p:spPr>
          <a:xfrm>
            <a:off x="461645" y="5818505"/>
            <a:ext cx="11268075" cy="577215"/>
          </a:xfrm>
          <a:custGeom>
            <a:avLst/>
            <a:gdLst>
              <a:gd name="sw" fmla="*/ 1 w 17745"/>
              <a:gd name="sh" fmla="*/ 1 h 908"/>
              <a:gd name="mins" fmla="min sw sh"/>
              <a:gd name="dsw" fmla="+- 0 sw mins"/>
              <a:gd name="dsh" fmla="+- 0 sh mins"/>
              <a:gd name="p0x0" fmla="*/ 120 w 17745"/>
              <a:gd name="p0y0" fmla="*/ 0 h 908"/>
              <a:gd name="p0x1" fmla="*/ 17625 w 17745"/>
              <a:gd name="p0y1" fmla="*/ 0 h 908"/>
              <a:gd name="p0x2" fmla="*/ 17691 w 17745"/>
              <a:gd name="p0y2" fmla="*/ 0 h 908"/>
              <a:gd name="p0x3" fmla="*/ 17745 w 17745"/>
              <a:gd name="p0y3" fmla="*/ 53 h 908"/>
              <a:gd name="p0x4" fmla="*/ 17745 w 17745"/>
              <a:gd name="p0y4" fmla="*/ 120 h 908"/>
              <a:gd name="p0x5" fmla="*/ 17745 w 17745"/>
              <a:gd name="p0y5" fmla="*/ 788 h 908"/>
              <a:gd name="p0x6" fmla="*/ 17745 w 17745"/>
              <a:gd name="p0y6" fmla="*/ 855 h 908"/>
              <a:gd name="p0x7" fmla="*/ 17691 w 17745"/>
              <a:gd name="p0y7" fmla="*/ 908 h 908"/>
              <a:gd name="p0x8" fmla="*/ 17625 w 17745"/>
              <a:gd name="p0y8" fmla="*/ 908 h 908"/>
              <a:gd name="p0x9" fmla="*/ 120 w 17745"/>
              <a:gd name="p0y9" fmla="*/ 908 h 908"/>
              <a:gd name="p0x10" fmla="*/ 53 w 17745"/>
              <a:gd name="p0y10" fmla="*/ 908 h 908"/>
              <a:gd name="p0x11" fmla="*/ 0 w 17745"/>
              <a:gd name="p0y11" fmla="*/ 855 h 908"/>
              <a:gd name="p0x12" fmla="*/ 0 w 17745"/>
              <a:gd name="p0y12" fmla="*/ 788 h 908"/>
              <a:gd name="p0x13" fmla="*/ 0 w 17745"/>
              <a:gd name="p0y13" fmla="*/ 120 h 908"/>
              <a:gd name="p0x14" fmla="*/ 0 w 17745"/>
              <a:gd name="p0y14" fmla="*/ 53 h 908"/>
              <a:gd name="p0x15" fmla="*/ 53 w 17745"/>
              <a:gd name="p0y15" fmla="*/ 0 h 908"/>
              <a:gd name="p0x16" fmla="*/ 120 w 17745"/>
              <a:gd name="p0y16" fmla="*/ 0 h 9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innerShdw dist="9525" dir="16200000">
              <a:srgbClr val="FFFFFF">
                <a:alpha val="5098"/>
              </a:srgb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14"/>
            </p:custDataLst>
          </p:nvPr>
        </p:nvSpPr>
        <p:spPr>
          <a:xfrm>
            <a:off x="661670" y="5942330"/>
            <a:ext cx="969645" cy="329565"/>
          </a:xfrm>
          <a:custGeom>
            <a:avLst/>
            <a:gdLst>
              <a:gd name="sw" fmla="*/ 1 w 1527"/>
              <a:gd name="sh" fmla="*/ 1 h 518"/>
              <a:gd name="mins" fmla="min sw sh"/>
              <a:gd name="dsw" fmla="+- 0 sw mins"/>
              <a:gd name="dsh" fmla="+- 0 sh mins"/>
              <a:gd name="p0x0" fmla="*/ 60 w 1527"/>
              <a:gd name="p0y0" fmla="*/ 0 h 518"/>
              <a:gd name="p0x1" fmla="*/ 1467 w 1527"/>
              <a:gd name="p0y1" fmla="*/ 0 h 518"/>
              <a:gd name="p0x2" fmla="*/ 1500 w 1527"/>
              <a:gd name="p0y2" fmla="*/ 0 h 518"/>
              <a:gd name="p0x3" fmla="*/ 1527 w 1527"/>
              <a:gd name="p0y3" fmla="*/ 26 h 518"/>
              <a:gd name="p0x4" fmla="*/ 1527 w 1527"/>
              <a:gd name="p0y4" fmla="*/ 60 h 518"/>
              <a:gd name="p0x5" fmla="*/ 1527 w 1527"/>
              <a:gd name="p0y5" fmla="*/ 458 h 518"/>
              <a:gd name="p0x6" fmla="*/ 1527 w 1527"/>
              <a:gd name="p0y6" fmla="*/ 492 h 518"/>
              <a:gd name="p0x7" fmla="*/ 1500 w 1527"/>
              <a:gd name="p0y7" fmla="*/ 518 h 518"/>
              <a:gd name="p0x8" fmla="*/ 1467 w 1527"/>
              <a:gd name="p0y8" fmla="*/ 518 h 518"/>
              <a:gd name="p0x9" fmla="*/ 60 w 1527"/>
              <a:gd name="p0y9" fmla="*/ 518 h 518"/>
              <a:gd name="p0x10" fmla="*/ 26 w 1527"/>
              <a:gd name="p0y10" fmla="*/ 518 h 518"/>
              <a:gd name="p0x11" fmla="*/ 0 w 1527"/>
              <a:gd name="p0y11" fmla="*/ 492 h 518"/>
              <a:gd name="p0x12" fmla="*/ 0 w 1527"/>
              <a:gd name="p0y12" fmla="*/ 458 h 518"/>
              <a:gd name="p0x13" fmla="*/ 0 w 1527"/>
              <a:gd name="p0y13" fmla="*/ 60 h 518"/>
              <a:gd name="p0x14" fmla="*/ 0 w 1527"/>
              <a:gd name="p0y14" fmla="*/ 26 h 518"/>
              <a:gd name="p0x15" fmla="*/ 26 w 1527"/>
              <a:gd name="p0y15" fmla="*/ 0 h 518"/>
              <a:gd name="p0x16" fmla="*/ 60 w 1527"/>
              <a:gd name="p0y16" fmla="*/ 0 h 51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742950" y="5974137"/>
            <a:ext cx="96016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 b="1" spc="72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科学性声明</a:t>
            </a:r>
            <a:endParaRPr sz="1200" b="1" spc="72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1788843" y="5940771"/>
            <a:ext cx="893392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本文所有涉及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机理的表述均以「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分布重塑」结论为准，旧版「噪声打破」解释已全面废止。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7"/>
            </p:custDataLst>
          </p:nvPr>
        </p:nvSpPr>
        <p:spPr>
          <a:xfrm>
            <a:off x="6176645" y="1671320"/>
            <a:ext cx="5553075" cy="1168400"/>
          </a:xfrm>
          <a:custGeom>
            <a:avLst/>
            <a:gdLst>
              <a:gd name="sw" fmla="*/ 1 w 8745"/>
              <a:gd name="sh" fmla="*/ 1 h 1840"/>
              <a:gd name="mins" fmla="min sw sh"/>
              <a:gd name="dsw" fmla="+- 0 sw mins"/>
              <a:gd name="dsh" fmla="+- 0 sh mins"/>
              <a:gd name="p0x0" fmla="*/ 180 w 8745"/>
              <a:gd name="p0y0" fmla="*/ 0 h 1840"/>
              <a:gd name="p0x1" fmla="*/ 8565 w 8745"/>
              <a:gd name="p0y1" fmla="*/ 0 h 1840"/>
              <a:gd name="p0x2" fmla="*/ 8664 w 8745"/>
              <a:gd name="p0y2" fmla="*/ 0 h 1840"/>
              <a:gd name="p0x3" fmla="*/ 8745 w 8745"/>
              <a:gd name="p0y3" fmla="*/ 80 h 1840"/>
              <a:gd name="p0x4" fmla="*/ 8745 w 8745"/>
              <a:gd name="p0y4" fmla="*/ 180 h 1840"/>
              <a:gd name="p0x5" fmla="*/ 8745 w 8745"/>
              <a:gd name="p0y5" fmla="*/ 1660 h 1840"/>
              <a:gd name="p0x6" fmla="*/ 8745 w 8745"/>
              <a:gd name="p0y6" fmla="*/ 1759 h 1840"/>
              <a:gd name="p0x7" fmla="*/ 8664 w 8745"/>
              <a:gd name="p0y7" fmla="*/ 1840 h 1840"/>
              <a:gd name="p0x8" fmla="*/ 8565 w 8745"/>
              <a:gd name="p0y8" fmla="*/ 1840 h 1840"/>
              <a:gd name="p0x9" fmla="*/ 180 w 8745"/>
              <a:gd name="p0y9" fmla="*/ 1840 h 1840"/>
              <a:gd name="p0x10" fmla="*/ 80 w 8745"/>
              <a:gd name="p0y10" fmla="*/ 1840 h 1840"/>
              <a:gd name="p0x11" fmla="*/ 0 w 8745"/>
              <a:gd name="p0y11" fmla="*/ 1759 h 1840"/>
              <a:gd name="p0x12" fmla="*/ 0 w 8745"/>
              <a:gd name="p0y12" fmla="*/ 1660 h 1840"/>
              <a:gd name="p0x13" fmla="*/ 0 w 8745"/>
              <a:gd name="p0y13" fmla="*/ 180 h 1840"/>
              <a:gd name="p0x14" fmla="*/ 0 w 8745"/>
              <a:gd name="p0y14" fmla="*/ 80 h 1840"/>
              <a:gd name="p0x15" fmla="*/ 80 w 8745"/>
              <a:gd name="p0y15" fmla="*/ 0 h 1840"/>
              <a:gd name="p0x16" fmla="*/ 180 w 8745"/>
              <a:gd name="p0y16" fmla="*/ 0 h 18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6410325" y="20459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96050" y="2131695"/>
            <a:ext cx="247650" cy="247650"/>
          </a:xfrm>
          <a:prstGeom prst="rect">
            <a:avLst/>
          </a:prstGeom>
          <a:noFill/>
        </p:spPr>
      </p:pic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6981825" y="1828800"/>
            <a:ext cx="451485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 spc="63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新机理确立</a:t>
            </a:r>
            <a:endParaRPr sz="1050" b="1" spc="63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6981825" y="2028825"/>
            <a:ext cx="4444679" cy="6657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增益来自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粗离散化</a:t>
            </a: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重塑被失真压平的分类器输入分布，精度反升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5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endParaRPr sz="165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4"/>
            </p:custDataLst>
          </p:nvPr>
        </p:nvSpPr>
        <p:spPr>
          <a:xfrm>
            <a:off x="6181725" y="1676400"/>
            <a:ext cx="5543550" cy="19050"/>
          </a:xfrm>
          <a:custGeom>
            <a:avLst/>
            <a:gdLst>
              <a:gd name="sw" fmla="*/ 1 w 8730"/>
              <a:gd name="sh" fmla="*/ 1 h 30"/>
              <a:gd name="mins" fmla="min sw sh"/>
              <a:gd name="dsw" fmla="+- 0 sw mins"/>
              <a:gd name="dsh" fmla="+- 0 sh mins"/>
              <a:gd name="p0x0" fmla="*/ 30 w 8730"/>
              <a:gd name="p0y0" fmla="*/ 0 h 30"/>
              <a:gd name="p0x1" fmla="*/ 8700 w 8730"/>
              <a:gd name="p0y1" fmla="*/ 0 h 30"/>
              <a:gd name="p0x2" fmla="*/ 8716 w 8730"/>
              <a:gd name="p0y2" fmla="*/ 0 h 30"/>
              <a:gd name="p0x3" fmla="*/ 8730 w 8730"/>
              <a:gd name="p0y3" fmla="*/ 13 h 30"/>
              <a:gd name="p0x4" fmla="*/ 8730 w 8730"/>
              <a:gd name="p0y4" fmla="*/ 30 h 30"/>
              <a:gd name="p0x5" fmla="*/ 0 w 8730"/>
              <a:gd name="p0y5" fmla="*/ 30 h 30"/>
              <a:gd name="p0x6" fmla="*/ 0 w 8730"/>
              <a:gd name="p0y6" fmla="*/ 13 h 30"/>
              <a:gd name="p0x7" fmla="*/ 13 w 8730"/>
              <a:gd name="p0y7" fmla="*/ 0 h 30"/>
              <a:gd name="p0x8" fmla="*/ 30 w 8730"/>
              <a:gd name="p0y8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7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5"/>
            </p:custDataLst>
          </p:nvPr>
        </p:nvSpPr>
        <p:spPr>
          <a:xfrm>
            <a:off x="461645" y="3001645"/>
            <a:ext cx="11268075" cy="2654935"/>
          </a:xfrm>
          <a:custGeom>
            <a:avLst/>
            <a:gdLst>
              <a:gd name="sw" fmla="*/ 1 w 17745"/>
              <a:gd name="sh" fmla="*/ 1 h 4180"/>
              <a:gd name="mins" fmla="min sw sh"/>
              <a:gd name="dsw" fmla="+- 0 sw mins"/>
              <a:gd name="dsh" fmla="+- 0 sh mins"/>
              <a:gd name="p0x0" fmla="*/ 120 w 17745"/>
              <a:gd name="p0y0" fmla="*/ 0 h 4180"/>
              <a:gd name="p0x1" fmla="*/ 17625 w 17745"/>
              <a:gd name="p0y1" fmla="*/ 0 h 4180"/>
              <a:gd name="p0x2" fmla="*/ 17691 w 17745"/>
              <a:gd name="p0y2" fmla="*/ 0 h 4180"/>
              <a:gd name="p0x3" fmla="*/ 17745 w 17745"/>
              <a:gd name="p0y3" fmla="*/ 53 h 4180"/>
              <a:gd name="p0x4" fmla="*/ 17745 w 17745"/>
              <a:gd name="p0y4" fmla="*/ 120 h 4180"/>
              <a:gd name="p0x5" fmla="*/ 17745 w 17745"/>
              <a:gd name="p0y5" fmla="*/ 4060 h 4180"/>
              <a:gd name="p0x6" fmla="*/ 17745 w 17745"/>
              <a:gd name="p0y6" fmla="*/ 4126 h 4180"/>
              <a:gd name="p0x7" fmla="*/ 17691 w 17745"/>
              <a:gd name="p0y7" fmla="*/ 4180 h 4180"/>
              <a:gd name="p0x8" fmla="*/ 17625 w 17745"/>
              <a:gd name="p0y8" fmla="*/ 4180 h 4180"/>
              <a:gd name="p0x9" fmla="*/ 120 w 17745"/>
              <a:gd name="p0y9" fmla="*/ 4180 h 4180"/>
              <a:gd name="p0x10" fmla="*/ 53 w 17745"/>
              <a:gd name="p0y10" fmla="*/ 4180 h 4180"/>
              <a:gd name="p0x11" fmla="*/ 0 w 17745"/>
              <a:gd name="p0y11" fmla="*/ 4126 h 4180"/>
              <a:gd name="p0x12" fmla="*/ 0 w 17745"/>
              <a:gd name="p0y12" fmla="*/ 4060 h 4180"/>
              <a:gd name="p0x13" fmla="*/ 0 w 17745"/>
              <a:gd name="p0y13" fmla="*/ 120 h 4180"/>
              <a:gd name="p0x14" fmla="*/ 0 w 17745"/>
              <a:gd name="p0y14" fmla="*/ 53 h 4180"/>
              <a:gd name="p0x15" fmla="*/ 53 w 17745"/>
              <a:gd name="p0y15" fmla="*/ 0 h 4180"/>
              <a:gd name="p0x16" fmla="*/ 120 w 17745"/>
              <a:gd name="p0y16" fmla="*/ 0 h 41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695325" y="3159125"/>
            <a:ext cx="10801350" cy="347345"/>
            <a:chOff x="1095" y="4975"/>
            <a:chExt cx="17010" cy="547"/>
          </a:xfrm>
        </p:grpSpPr>
        <p:sp>
          <p:nvSpPr>
            <p:cNvPr id="21" name="任意多边形 20"/>
            <p:cNvSpPr/>
            <p:nvPr>
              <p:custDataLst>
                <p:tags r:id="rId26"/>
              </p:custDataLst>
            </p:nvPr>
          </p:nvSpPr>
          <p:spPr>
            <a:xfrm>
              <a:off x="1095" y="4975"/>
              <a:ext cx="17010" cy="547"/>
            </a:xfrm>
            <a:custGeom>
              <a:avLst/>
              <a:gdLst>
                <a:gd name="sw" fmla="*/ 1 w 17010"/>
                <a:gd name="sh" fmla="*/ 1 h 547"/>
                <a:gd name="mins" fmla="min sw sh"/>
                <a:gd name="dsw" fmla="+- 0 sw mins"/>
                <a:gd name="dsh" fmla="+- 0 sh mins"/>
                <a:gd name="p0x0" fmla="*/ 0 w 17010"/>
                <a:gd name="p0y0" fmla="*/ 0 h 547"/>
                <a:gd name="p0x1" fmla="*/ 17010 w 17010"/>
                <a:gd name="p0y1" fmla="*/ 0 h 547"/>
                <a:gd name="p0x2" fmla="*/ 17010 w 17010"/>
                <a:gd name="p0y2" fmla="*/ 547 h 547"/>
                <a:gd name="p0x3" fmla="*/ 0 w 17010"/>
                <a:gd name="p0y3" fmla="*/ 547 h 547"/>
                <a:gd name="p0x4" fmla="*/ 0 w 17010"/>
                <a:gd name="p0y4" fmla="*/ 0 h 54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>
              <p:custDataLst>
                <p:tags r:id="rId27"/>
              </p:custDataLst>
            </p:nvPr>
          </p:nvSpPr>
          <p:spPr>
            <a:xfrm>
              <a:off x="1095" y="5492"/>
              <a:ext cx="17010" cy="30"/>
            </a:xfrm>
            <a:custGeom>
              <a:avLst/>
              <a:gdLst>
                <a:gd name="sw" fmla="*/ 1 w 17010"/>
                <a:gd name="sh" fmla="*/ 1 h 30"/>
                <a:gd name="mins" fmla="min sw sh"/>
                <a:gd name="dsw" fmla="+- 0 sw mins"/>
                <a:gd name="dsh" fmla="+- 0 sh mins"/>
                <a:gd name="p0x0" fmla="*/ 17010 w 17010"/>
                <a:gd name="p0y0" fmla="*/ 30 h 30"/>
                <a:gd name="p0x1" fmla="*/ 0 w 17010"/>
                <a:gd name="p0y1" fmla="*/ 30 h 30"/>
                <a:gd name="p0x2" fmla="*/ 0 w 17010"/>
                <a:gd name="p0y2" fmla="*/ 0 h 30"/>
                <a:gd name="p0x3" fmla="*/ 17010 w 17010"/>
                <a:gd name="p0y3" fmla="*/ 0 h 30"/>
                <a:gd name="p0x4" fmla="*/ 17010 w 1701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95325" y="3159395"/>
            <a:ext cx="249912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必要条件</a:t>
            </a:r>
            <a:endParaRPr sz="1500" b="1" spc="3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3346847" y="3159395"/>
            <a:ext cx="39987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具体机制</a:t>
            </a:r>
            <a:endParaRPr sz="1500" b="1" spc="3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7497966" y="3159395"/>
            <a:ext cx="39987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 spc="3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架构适配性</a:t>
            </a:r>
            <a:endParaRPr sz="1500" b="1" spc="3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699770" y="3859530"/>
            <a:ext cx="1049655" cy="285750"/>
          </a:xfrm>
          <a:custGeom>
            <a:avLst/>
            <a:gdLst>
              <a:gd name="sw" fmla="*/ 1 w 1653"/>
              <a:gd name="sh" fmla="*/ 1 h 450"/>
              <a:gd name="mins" fmla="min sw sh"/>
              <a:gd name="dsw" fmla="+- 0 sw mins"/>
              <a:gd name="dsh" fmla="+- 0 sh mins"/>
              <a:gd name="p0x0" fmla="*/ 225 w 1653"/>
              <a:gd name="p0y0" fmla="*/ 0 h 450"/>
              <a:gd name="p0x1" fmla="*/ 1428 w 1653"/>
              <a:gd name="p0y1" fmla="*/ 0 h 450"/>
              <a:gd name="p0x2" fmla="*/ 1552 w 1653"/>
              <a:gd name="p0y2" fmla="*/ 0 h 450"/>
              <a:gd name="p0x3" fmla="*/ 1653 w 1653"/>
              <a:gd name="p0y3" fmla="*/ 100 h 450"/>
              <a:gd name="p0x4" fmla="*/ 1653 w 1653"/>
              <a:gd name="p0y4" fmla="*/ 225 h 450"/>
              <a:gd name="p0x5" fmla="*/ 1653 w 1653"/>
              <a:gd name="p0y5" fmla="*/ 349 h 450"/>
              <a:gd name="p0x6" fmla="*/ 1552 w 1653"/>
              <a:gd name="p0y6" fmla="*/ 450 h 450"/>
              <a:gd name="p0x7" fmla="*/ 1428 w 1653"/>
              <a:gd name="p0y7" fmla="*/ 450 h 450"/>
              <a:gd name="p0x8" fmla="*/ 225 w 1653"/>
              <a:gd name="p0y8" fmla="*/ 450 h 450"/>
              <a:gd name="p0x9" fmla="*/ 100 w 1653"/>
              <a:gd name="p0y9" fmla="*/ 450 h 450"/>
              <a:gd name="p0x10" fmla="*/ 0 w 1653"/>
              <a:gd name="p0y10" fmla="*/ 349 h 450"/>
              <a:gd name="p0x11" fmla="*/ 0 w 1653"/>
              <a:gd name="p0y11" fmla="*/ 225 h 450"/>
              <a:gd name="p0x12" fmla="*/ 0 w 1653"/>
              <a:gd name="p0y12" fmla="*/ 100 h 450"/>
              <a:gd name="p0x13" fmla="*/ 100 w 1653"/>
              <a:gd name="p0y13" fmla="*/ 0 h 450"/>
              <a:gd name="p0x14" fmla="*/ 225 w 165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819150" y="3902869"/>
            <a:ext cx="963959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载体条件</a:t>
            </a:r>
            <a:endParaRPr lang="zh-CN" altLang="en-US"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3346847" y="3836194"/>
            <a:ext cx="39987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密集架构提供离散化载体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7497966" y="3836194"/>
            <a:ext cx="35534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+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纯前馈）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10674985" y="3888105"/>
            <a:ext cx="504825" cy="247650"/>
          </a:xfrm>
          <a:custGeom>
            <a:avLst/>
            <a:gdLst>
              <a:gd name="sw" fmla="*/ 1 w 795"/>
              <a:gd name="sh" fmla="*/ 1 h 390"/>
              <a:gd name="mins" fmla="min sw sh"/>
              <a:gd name="dsw" fmla="+- 0 sw mins"/>
              <a:gd name="dsh" fmla="+- 0 sh mins"/>
              <a:gd name="p0x0" fmla="*/ 60 w 795"/>
              <a:gd name="p0y0" fmla="*/ 0 h 390"/>
              <a:gd name="p0x1" fmla="*/ 735 w 795"/>
              <a:gd name="p0y1" fmla="*/ 0 h 390"/>
              <a:gd name="p0x2" fmla="*/ 768 w 795"/>
              <a:gd name="p0y2" fmla="*/ 0 h 390"/>
              <a:gd name="p0x3" fmla="*/ 795 w 795"/>
              <a:gd name="p0y3" fmla="*/ 26 h 390"/>
              <a:gd name="p0x4" fmla="*/ 795 w 795"/>
              <a:gd name="p0y4" fmla="*/ 60 h 390"/>
              <a:gd name="p0x5" fmla="*/ 795 w 795"/>
              <a:gd name="p0y5" fmla="*/ 330 h 390"/>
              <a:gd name="p0x6" fmla="*/ 795 w 795"/>
              <a:gd name="p0y6" fmla="*/ 363 h 390"/>
              <a:gd name="p0x7" fmla="*/ 768 w 795"/>
              <a:gd name="p0y7" fmla="*/ 390 h 390"/>
              <a:gd name="p0x8" fmla="*/ 735 w 795"/>
              <a:gd name="p0y8" fmla="*/ 390 h 390"/>
              <a:gd name="p0x9" fmla="*/ 60 w 795"/>
              <a:gd name="p0y9" fmla="*/ 390 h 390"/>
              <a:gd name="p0x10" fmla="*/ 26 w 795"/>
              <a:gd name="p0y10" fmla="*/ 390 h 390"/>
              <a:gd name="p0x11" fmla="*/ 0 w 795"/>
              <a:gd name="p0y11" fmla="*/ 363 h 390"/>
              <a:gd name="p0x12" fmla="*/ 0 w 795"/>
              <a:gd name="p0y12" fmla="*/ 330 h 390"/>
              <a:gd name="p0x13" fmla="*/ 0 w 795"/>
              <a:gd name="p0y13" fmla="*/ 60 h 390"/>
              <a:gd name="p0x14" fmla="*/ 0 w 795"/>
              <a:gd name="p0y14" fmla="*/ 26 h 390"/>
              <a:gd name="p0x15" fmla="*/ 26 w 795"/>
              <a:gd name="p0y15" fmla="*/ 0 h 390"/>
              <a:gd name="p0x16" fmla="*/ 60 w 795"/>
              <a:gd name="p0y16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10670391" y="3881914"/>
            <a:ext cx="56205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825"/>
              <a:t> </a:t>
            </a:r>
            <a:r>
              <a:rPr sz="12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满足</a:t>
            </a:r>
            <a:endParaRPr sz="12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37"/>
            </p:custDataLst>
          </p:nvPr>
        </p:nvSpPr>
        <p:spPr>
          <a:xfrm>
            <a:off x="695325" y="4498340"/>
            <a:ext cx="10801350" cy="952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50000">
                <a:srgbClr val="FFFFFF">
                  <a:alpha val="16078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699770" y="4860925"/>
            <a:ext cx="1049655" cy="285750"/>
          </a:xfrm>
          <a:custGeom>
            <a:avLst/>
            <a:gdLst>
              <a:gd name="sw" fmla="*/ 1 w 1653"/>
              <a:gd name="sh" fmla="*/ 1 h 450"/>
              <a:gd name="mins" fmla="min sw sh"/>
              <a:gd name="dsw" fmla="+- 0 sw mins"/>
              <a:gd name="dsh" fmla="+- 0 sh mins"/>
              <a:gd name="p0x0" fmla="*/ 225 w 1653"/>
              <a:gd name="p0y0" fmla="*/ 0 h 450"/>
              <a:gd name="p0x1" fmla="*/ 1428 w 1653"/>
              <a:gd name="p0y1" fmla="*/ 0 h 450"/>
              <a:gd name="p0x2" fmla="*/ 1552 w 1653"/>
              <a:gd name="p0y2" fmla="*/ 0 h 450"/>
              <a:gd name="p0x3" fmla="*/ 1653 w 1653"/>
              <a:gd name="p0y3" fmla="*/ 100 h 450"/>
              <a:gd name="p0x4" fmla="*/ 1653 w 1653"/>
              <a:gd name="p0y4" fmla="*/ 225 h 450"/>
              <a:gd name="p0x5" fmla="*/ 1653 w 1653"/>
              <a:gd name="p0y5" fmla="*/ 349 h 450"/>
              <a:gd name="p0x6" fmla="*/ 1552 w 1653"/>
              <a:gd name="p0y6" fmla="*/ 450 h 450"/>
              <a:gd name="p0x7" fmla="*/ 1428 w 1653"/>
              <a:gd name="p0y7" fmla="*/ 450 h 450"/>
              <a:gd name="p0x8" fmla="*/ 225 w 1653"/>
              <a:gd name="p0y8" fmla="*/ 450 h 450"/>
              <a:gd name="p0x9" fmla="*/ 100 w 1653"/>
              <a:gd name="p0y9" fmla="*/ 450 h 450"/>
              <a:gd name="p0x10" fmla="*/ 0 w 1653"/>
              <a:gd name="p0y10" fmla="*/ 349 h 450"/>
              <a:gd name="p0x11" fmla="*/ 0 w 1653"/>
              <a:gd name="p0y11" fmla="*/ 225 h 450"/>
              <a:gd name="p0x12" fmla="*/ 0 w 1653"/>
              <a:gd name="p0y12" fmla="*/ 100 h 450"/>
              <a:gd name="p0x13" fmla="*/ 100 w 1653"/>
              <a:gd name="p0y13" fmla="*/ 0 h 450"/>
              <a:gd name="p0x14" fmla="*/ 225 w 1653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9"/>
            </p:custDataLst>
          </p:nvPr>
        </p:nvSpPr>
        <p:spPr>
          <a:xfrm>
            <a:off x="819150" y="4904032"/>
            <a:ext cx="963959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zh-CN" altLang="en-US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粒度条件</a:t>
            </a:r>
            <a:endParaRPr lang="zh-CN" altLang="en-US"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0"/>
            </p:custDataLst>
          </p:nvPr>
        </p:nvSpPr>
        <p:spPr>
          <a:xfrm>
            <a:off x="3346847" y="4837357"/>
            <a:ext cx="39987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离散化产生最优分布重塑粒度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7497966" y="4684957"/>
            <a:ext cx="425812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层数不足；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残差连接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2"/>
            </p:custDataLst>
          </p:nvPr>
        </p:nvSpPr>
        <p:spPr>
          <a:xfrm>
            <a:off x="7502525" y="5041900"/>
            <a:ext cx="504825" cy="247650"/>
          </a:xfrm>
          <a:custGeom>
            <a:avLst/>
            <a:gdLst>
              <a:gd name="sw" fmla="*/ 1 w 795"/>
              <a:gd name="sh" fmla="*/ 1 h 390"/>
              <a:gd name="mins" fmla="min sw sh"/>
              <a:gd name="dsw" fmla="+- 0 sw mins"/>
              <a:gd name="dsh" fmla="+- 0 sh mins"/>
              <a:gd name="p0x0" fmla="*/ 60 w 795"/>
              <a:gd name="p0y0" fmla="*/ 0 h 390"/>
              <a:gd name="p0x1" fmla="*/ 735 w 795"/>
              <a:gd name="p0y1" fmla="*/ 0 h 390"/>
              <a:gd name="p0x2" fmla="*/ 768 w 795"/>
              <a:gd name="p0y2" fmla="*/ 0 h 390"/>
              <a:gd name="p0x3" fmla="*/ 795 w 795"/>
              <a:gd name="p0y3" fmla="*/ 26 h 390"/>
              <a:gd name="p0x4" fmla="*/ 795 w 795"/>
              <a:gd name="p0y4" fmla="*/ 60 h 390"/>
              <a:gd name="p0x5" fmla="*/ 795 w 795"/>
              <a:gd name="p0y5" fmla="*/ 330 h 390"/>
              <a:gd name="p0x6" fmla="*/ 795 w 795"/>
              <a:gd name="p0y6" fmla="*/ 363 h 390"/>
              <a:gd name="p0x7" fmla="*/ 768 w 795"/>
              <a:gd name="p0y7" fmla="*/ 390 h 390"/>
              <a:gd name="p0x8" fmla="*/ 735 w 795"/>
              <a:gd name="p0y8" fmla="*/ 390 h 390"/>
              <a:gd name="p0x9" fmla="*/ 60 w 795"/>
              <a:gd name="p0y9" fmla="*/ 390 h 390"/>
              <a:gd name="p0x10" fmla="*/ 26 w 795"/>
              <a:gd name="p0y10" fmla="*/ 390 h 390"/>
              <a:gd name="p0x11" fmla="*/ 0 w 795"/>
              <a:gd name="p0y11" fmla="*/ 363 h 390"/>
              <a:gd name="p0x12" fmla="*/ 0 w 795"/>
              <a:gd name="p0y12" fmla="*/ 330 h 390"/>
              <a:gd name="p0x13" fmla="*/ 0 w 795"/>
              <a:gd name="p0y13" fmla="*/ 60 h 390"/>
              <a:gd name="p0x14" fmla="*/ 0 w 795"/>
              <a:gd name="p0y14" fmla="*/ 26 h 390"/>
              <a:gd name="p0x15" fmla="*/ 26 w 795"/>
              <a:gd name="p0y15" fmla="*/ 0 h 390"/>
              <a:gd name="p0x16" fmla="*/ 60 w 795"/>
              <a:gd name="p0y16" fmla="*/ 0 h 3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noFill/>
          <a:ln w="9525" cmpd="sng">
            <a:solidFill>
              <a:srgbClr val="D9484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7497966" y="5035477"/>
            <a:ext cx="56205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825"/>
              <a:t> </a:t>
            </a:r>
            <a:r>
              <a:rPr sz="12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破坏</a:t>
            </a:r>
            <a:endParaRPr sz="1200"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8012392" y="4989757"/>
            <a:ext cx="348428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重塑效应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7700" y="433388"/>
            <a:ext cx="4972869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深层迁移设计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5"/>
            </p:custDataLst>
          </p:nvPr>
        </p:nvSpPr>
        <p:spPr>
          <a:xfrm>
            <a:off x="461645" y="1052195"/>
            <a:ext cx="11268075" cy="504825"/>
          </a:xfrm>
          <a:custGeom>
            <a:avLst/>
            <a:gdLst>
              <a:gd name="sw" fmla="*/ 1 w 17745"/>
              <a:gd name="sh" fmla="*/ 1 h 795"/>
              <a:gd name="mins" fmla="min sw sh"/>
              <a:gd name="dsw" fmla="+- 0 sw mins"/>
              <a:gd name="dsh" fmla="+- 0 sh mins"/>
              <a:gd name="p0x0" fmla="*/ 120 w 17745"/>
              <a:gd name="p0y0" fmla="*/ 0 h 795"/>
              <a:gd name="p0x1" fmla="*/ 17625 w 17745"/>
              <a:gd name="p0y1" fmla="*/ 0 h 795"/>
              <a:gd name="p0x2" fmla="*/ 17691 w 17745"/>
              <a:gd name="p0y2" fmla="*/ 0 h 795"/>
              <a:gd name="p0x3" fmla="*/ 17745 w 17745"/>
              <a:gd name="p0y3" fmla="*/ 53 h 795"/>
              <a:gd name="p0x4" fmla="*/ 17745 w 17745"/>
              <a:gd name="p0y4" fmla="*/ 120 h 795"/>
              <a:gd name="p0x5" fmla="*/ 17745 w 17745"/>
              <a:gd name="p0y5" fmla="*/ 675 h 795"/>
              <a:gd name="p0x6" fmla="*/ 17745 w 17745"/>
              <a:gd name="p0y6" fmla="*/ 741 h 795"/>
              <a:gd name="p0x7" fmla="*/ 17691 w 17745"/>
              <a:gd name="p0y7" fmla="*/ 795 h 795"/>
              <a:gd name="p0x8" fmla="*/ 17625 w 17745"/>
              <a:gd name="p0y8" fmla="*/ 795 h 795"/>
              <a:gd name="p0x9" fmla="*/ 120 w 17745"/>
              <a:gd name="p0y9" fmla="*/ 795 h 795"/>
              <a:gd name="p0x10" fmla="*/ 53 w 17745"/>
              <a:gd name="p0y10" fmla="*/ 795 h 795"/>
              <a:gd name="p0x11" fmla="*/ 0 w 17745"/>
              <a:gd name="p0y11" fmla="*/ 741 h 795"/>
              <a:gd name="p0x12" fmla="*/ 0 w 17745"/>
              <a:gd name="p0y12" fmla="*/ 675 h 795"/>
              <a:gd name="p0x13" fmla="*/ 0 w 17745"/>
              <a:gd name="p0y13" fmla="*/ 120 h 795"/>
              <a:gd name="p0x14" fmla="*/ 0 w 17745"/>
              <a:gd name="p0y14" fmla="*/ 53 h 795"/>
              <a:gd name="p0x15" fmla="*/ 53 w 17745"/>
              <a:gd name="p0y15" fmla="*/ 0 h 795"/>
              <a:gd name="p0x16" fmla="*/ 120 w 17745"/>
              <a:gd name="p0y16" fmla="*/ 0 h 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00BFFF">
                <a:alpha val="14902"/>
              </a:srgbClr>
            </a:solidFill>
            <a:prstDash val="solid"/>
          </a:ln>
          <a:effectLst>
            <a:innerShdw dist="9525" dir="16200000">
              <a:srgbClr val="FFFFFF">
                <a:alpha val="5098"/>
              </a:srgb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657225" y="1166495"/>
            <a:ext cx="912495" cy="276225"/>
          </a:xfrm>
          <a:custGeom>
            <a:avLst/>
            <a:gdLst>
              <a:gd name="sw" fmla="*/ 1 w 1437"/>
              <a:gd name="sh" fmla="*/ 1 h 435"/>
              <a:gd name="mins" fmla="min sw sh"/>
              <a:gd name="dsw" fmla="+- 0 sw mins"/>
              <a:gd name="dsh" fmla="+- 0 sh mins"/>
              <a:gd name="p0x0" fmla="*/ 217 w 1437"/>
              <a:gd name="p0y0" fmla="*/ 0 h 435"/>
              <a:gd name="p0x1" fmla="*/ 1220 w 1437"/>
              <a:gd name="p0y1" fmla="*/ 0 h 435"/>
              <a:gd name="p0x2" fmla="*/ 1340 w 1437"/>
              <a:gd name="p0y2" fmla="*/ 0 h 435"/>
              <a:gd name="p0x3" fmla="*/ 1437 w 1437"/>
              <a:gd name="p0y3" fmla="*/ 97 h 435"/>
              <a:gd name="p0x4" fmla="*/ 1437 w 1437"/>
              <a:gd name="p0y4" fmla="*/ 217 h 435"/>
              <a:gd name="p0x5" fmla="*/ 1437 w 1437"/>
              <a:gd name="p0y5" fmla="*/ 337 h 435"/>
              <a:gd name="p0x6" fmla="*/ 1340 w 1437"/>
              <a:gd name="p0y6" fmla="*/ 435 h 435"/>
              <a:gd name="p0x7" fmla="*/ 1220 w 1437"/>
              <a:gd name="p0y7" fmla="*/ 435 h 435"/>
              <a:gd name="p0x8" fmla="*/ 217 w 1437"/>
              <a:gd name="p0y8" fmla="*/ 435 h 435"/>
              <a:gd name="p0x9" fmla="*/ 97 w 1437"/>
              <a:gd name="p0y9" fmla="*/ 435 h 435"/>
              <a:gd name="p0x10" fmla="*/ 0 w 1437"/>
              <a:gd name="p0y10" fmla="*/ 337 h 435"/>
              <a:gd name="p0x11" fmla="*/ 0 w 1437"/>
              <a:gd name="p0y11" fmla="*/ 217 h 435"/>
              <a:gd name="p0x12" fmla="*/ 0 w 1437"/>
              <a:gd name="p0y12" fmla="*/ 97 h 435"/>
              <a:gd name="p0x13" fmla="*/ 97 w 1437"/>
              <a:gd name="p0y13" fmla="*/ 0 h 435"/>
              <a:gd name="p0x14" fmla="*/ 217 w 1437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90575" y="1204913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评审追问</a:t>
            </a:r>
            <a:endParaRPr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722539" y="1138238"/>
            <a:ext cx="474367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能否在</a:t>
            </a:r>
            <a:r>
              <a:rPr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深层网络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SimpleCNN 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上的增益？</a:t>
            </a:r>
            <a:endParaRPr lang="zh-CN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461645" y="1757045"/>
            <a:ext cx="5900420" cy="1463675"/>
          </a:xfrm>
          <a:custGeom>
            <a:avLst/>
            <a:gdLst>
              <a:gd name="sw" fmla="*/ 1 w 9292"/>
              <a:gd name="sh" fmla="*/ 1 h 2304"/>
              <a:gd name="mins" fmla="min sw sh"/>
              <a:gd name="dsw" fmla="+- 0 sw mins"/>
              <a:gd name="dsh" fmla="+- 0 sh mins"/>
              <a:gd name="p0x0" fmla="*/ 180 w 9292"/>
              <a:gd name="p0y0" fmla="*/ 0 h 2304"/>
              <a:gd name="p0x1" fmla="*/ 9112 w 9292"/>
              <a:gd name="p0y1" fmla="*/ 0 h 2304"/>
              <a:gd name="p0x2" fmla="*/ 9211 w 9292"/>
              <a:gd name="p0y2" fmla="*/ 0 h 2304"/>
              <a:gd name="p0x3" fmla="*/ 9292 w 9292"/>
              <a:gd name="p0y3" fmla="*/ 80 h 2304"/>
              <a:gd name="p0x4" fmla="*/ 9292 w 9292"/>
              <a:gd name="p0y4" fmla="*/ 180 h 2304"/>
              <a:gd name="p0x5" fmla="*/ 9292 w 9292"/>
              <a:gd name="p0y5" fmla="*/ 2124 h 2304"/>
              <a:gd name="p0x6" fmla="*/ 9292 w 9292"/>
              <a:gd name="p0y6" fmla="*/ 2224 h 2304"/>
              <a:gd name="p0x7" fmla="*/ 9211 w 9292"/>
              <a:gd name="p0y7" fmla="*/ 2304 h 2304"/>
              <a:gd name="p0x8" fmla="*/ 9112 w 9292"/>
              <a:gd name="p0y8" fmla="*/ 2304 h 2304"/>
              <a:gd name="p0x9" fmla="*/ 180 w 9292"/>
              <a:gd name="p0y9" fmla="*/ 2304 h 2304"/>
              <a:gd name="p0x10" fmla="*/ 80 w 9292"/>
              <a:gd name="p0y10" fmla="*/ 2304 h 2304"/>
              <a:gd name="p0x11" fmla="*/ 0 w 9292"/>
              <a:gd name="p0y11" fmla="*/ 2224 h 2304"/>
              <a:gd name="p0x12" fmla="*/ 0 w 9292"/>
              <a:gd name="p0y12" fmla="*/ 2124 h 2304"/>
              <a:gd name="p0x13" fmla="*/ 0 w 9292"/>
              <a:gd name="p0y13" fmla="*/ 180 h 2304"/>
              <a:gd name="p0x14" fmla="*/ 0 w 9292"/>
              <a:gd name="p0y14" fmla="*/ 80 h 2304"/>
              <a:gd name="p0x15" fmla="*/ 80 w 9292"/>
              <a:gd name="p0y15" fmla="*/ 0 h 2304"/>
              <a:gd name="p0x16" fmla="*/ 180 w 9292"/>
              <a:gd name="p0y16" fmla="*/ 0 h 2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657225" y="18954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763267" y="19264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114425" y="1916906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迁移方案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57225" y="2379612"/>
            <a:ext cx="5130184" cy="6334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完整配置（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FeatureCalibration +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分层加权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）迁移至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VGG-11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ResNet-18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466772" y="1791253"/>
            <a:ext cx="38053" cy="1395258"/>
          </a:xfrm>
          <a:custGeom>
            <a:avLst/>
            <a:gdLst>
              <a:gd name="sw" fmla="*/ 1 w 60"/>
              <a:gd name="sh" fmla="*/ 1 h 2289"/>
              <a:gd name="mins" fmla="min sw sh"/>
              <a:gd name="dsw" fmla="+- 0 sw mins"/>
              <a:gd name="dsh" fmla="+- 0 sh mins"/>
              <a:gd name="p0x0" fmla="*/ 60 w 60"/>
              <a:gd name="p0y0" fmla="*/ 0 h 2289"/>
              <a:gd name="p0x1" fmla="*/ 60 w 60"/>
              <a:gd name="p0y1" fmla="*/ 2289 h 2289"/>
              <a:gd name="p0x2" fmla="*/ 26 w 60"/>
              <a:gd name="p0y2" fmla="*/ 2289 h 2289"/>
              <a:gd name="p0x3" fmla="*/ 0 w 60"/>
              <a:gd name="p0y3" fmla="*/ 2262 h 2289"/>
              <a:gd name="p0x4" fmla="*/ 0 w 60"/>
              <a:gd name="p0y4" fmla="*/ 2229 h 2289"/>
              <a:gd name="p0x5" fmla="*/ 0 w 60"/>
              <a:gd name="p0y5" fmla="*/ 60 h 2289"/>
              <a:gd name="p0x6" fmla="*/ 0 w 60"/>
              <a:gd name="p0y6" fmla="*/ 26 h 2289"/>
              <a:gd name="p0x7" fmla="*/ 26 w 60"/>
              <a:gd name="p0y7" fmla="*/ 0 h 2289"/>
              <a:gd name="p0x8" fmla="*/ 60 w 60"/>
              <a:gd name="p0y8" fmla="*/ 0 h 2289"/>
            </a:gdLst>
            <a:ahLst/>
            <a:cxnLst/>
            <a:pathLst>
              <a:path w="60" h="2197">
                <a:moveTo>
                  <a:pt x="60" y="0"/>
                </a:moveTo>
                <a:lnTo>
                  <a:pt x="60" y="2197"/>
                </a:lnTo>
                <a:cubicBezTo>
                  <a:pt x="23" y="2168"/>
                  <a:pt x="-2" y="2107"/>
                  <a:pt x="0" y="2063"/>
                </a:cubicBezTo>
                <a:lnTo>
                  <a:pt x="0" y="134"/>
                </a:lnTo>
                <a:cubicBezTo>
                  <a:pt x="-3" y="81"/>
                  <a:pt x="30" y="25"/>
                  <a:pt x="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461645" y="3344545"/>
            <a:ext cx="5900420" cy="1463675"/>
          </a:xfrm>
          <a:custGeom>
            <a:avLst/>
            <a:gdLst>
              <a:gd name="sw" fmla="*/ 1 w 9292"/>
              <a:gd name="sh" fmla="*/ 1 h 2304"/>
              <a:gd name="mins" fmla="min sw sh"/>
              <a:gd name="dsw" fmla="+- 0 sw mins"/>
              <a:gd name="dsh" fmla="+- 0 sh mins"/>
              <a:gd name="p0x0" fmla="*/ 180 w 9292"/>
              <a:gd name="p0y0" fmla="*/ 0 h 2304"/>
              <a:gd name="p0x1" fmla="*/ 9112 w 9292"/>
              <a:gd name="p0y1" fmla="*/ 0 h 2304"/>
              <a:gd name="p0x2" fmla="*/ 9211 w 9292"/>
              <a:gd name="p0y2" fmla="*/ 0 h 2304"/>
              <a:gd name="p0x3" fmla="*/ 9292 w 9292"/>
              <a:gd name="p0y3" fmla="*/ 80 h 2304"/>
              <a:gd name="p0x4" fmla="*/ 9292 w 9292"/>
              <a:gd name="p0y4" fmla="*/ 180 h 2304"/>
              <a:gd name="p0x5" fmla="*/ 9292 w 9292"/>
              <a:gd name="p0y5" fmla="*/ 2124 h 2304"/>
              <a:gd name="p0x6" fmla="*/ 9292 w 9292"/>
              <a:gd name="p0y6" fmla="*/ 2224 h 2304"/>
              <a:gd name="p0x7" fmla="*/ 9211 w 9292"/>
              <a:gd name="p0y7" fmla="*/ 2304 h 2304"/>
              <a:gd name="p0x8" fmla="*/ 9112 w 9292"/>
              <a:gd name="p0y8" fmla="*/ 2304 h 2304"/>
              <a:gd name="p0x9" fmla="*/ 180 w 9292"/>
              <a:gd name="p0y9" fmla="*/ 2304 h 2304"/>
              <a:gd name="p0x10" fmla="*/ 80 w 9292"/>
              <a:gd name="p0y10" fmla="*/ 2304 h 2304"/>
              <a:gd name="p0x11" fmla="*/ 0 w 9292"/>
              <a:gd name="p0y11" fmla="*/ 2224 h 2304"/>
              <a:gd name="p0x12" fmla="*/ 0 w 9292"/>
              <a:gd name="p0y12" fmla="*/ 2124 h 2304"/>
              <a:gd name="p0x13" fmla="*/ 0 w 9292"/>
              <a:gd name="p0y13" fmla="*/ 180 h 2304"/>
              <a:gd name="p0x14" fmla="*/ 0 w 9292"/>
              <a:gd name="p0y14" fmla="*/ 80 h 2304"/>
              <a:gd name="p0x15" fmla="*/ 80 w 9292"/>
              <a:gd name="p0y15" fmla="*/ 0 h 2304"/>
              <a:gd name="p0x16" fmla="*/ 180 w 9292"/>
              <a:gd name="p0y16" fmla="*/ 0 h 2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657225" y="34823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763267" y="3513906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1114425" y="3504381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训练策略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657225" y="3967086"/>
            <a:ext cx="529218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同配方从头训练，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lr=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0.01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epoch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随机采样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∈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[-0.3, 0.3]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466725" y="3378104"/>
            <a:ext cx="38100" cy="1395922"/>
          </a:xfrm>
          <a:custGeom>
            <a:avLst/>
            <a:gdLst>
              <a:gd name="sw" fmla="*/ 1 w 60"/>
              <a:gd name="sh" fmla="*/ 1 h 2289"/>
              <a:gd name="mins" fmla="min sw sh"/>
              <a:gd name="dsw" fmla="+- 0 sw mins"/>
              <a:gd name="dsh" fmla="+- 0 sh mins"/>
              <a:gd name="p0x0" fmla="*/ 60 w 60"/>
              <a:gd name="p0y0" fmla="*/ 0 h 2289"/>
              <a:gd name="p0x1" fmla="*/ 60 w 60"/>
              <a:gd name="p0y1" fmla="*/ 2289 h 2289"/>
              <a:gd name="p0x2" fmla="*/ 26 w 60"/>
              <a:gd name="p0y2" fmla="*/ 2289 h 2289"/>
              <a:gd name="p0x3" fmla="*/ 0 w 60"/>
              <a:gd name="p0y3" fmla="*/ 2262 h 2289"/>
              <a:gd name="p0x4" fmla="*/ 0 w 60"/>
              <a:gd name="p0y4" fmla="*/ 2229 h 2289"/>
              <a:gd name="p0x5" fmla="*/ 0 w 60"/>
              <a:gd name="p0y5" fmla="*/ 60 h 2289"/>
              <a:gd name="p0x6" fmla="*/ 0 w 60"/>
              <a:gd name="p0y6" fmla="*/ 26 h 2289"/>
              <a:gd name="p0x7" fmla="*/ 26 w 60"/>
              <a:gd name="p0y7" fmla="*/ 0 h 2289"/>
              <a:gd name="p0x8" fmla="*/ 60 w 60"/>
              <a:gd name="p0y8" fmla="*/ 0 h 2289"/>
            </a:gdLst>
            <a:ahLst/>
            <a:cxnLst/>
            <a:pathLst>
              <a:path w="60" h="2198">
                <a:moveTo>
                  <a:pt x="60" y="0"/>
                </a:moveTo>
                <a:lnTo>
                  <a:pt x="60" y="2198"/>
                </a:lnTo>
                <a:cubicBezTo>
                  <a:pt x="23" y="2169"/>
                  <a:pt x="-2" y="2108"/>
                  <a:pt x="0" y="2064"/>
                </a:cubicBezTo>
                <a:lnTo>
                  <a:pt x="0" y="134"/>
                </a:lnTo>
                <a:cubicBezTo>
                  <a:pt x="-3" y="81"/>
                  <a:pt x="30" y="25"/>
                  <a:pt x="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1"/>
            </p:custDataLst>
          </p:nvPr>
        </p:nvSpPr>
        <p:spPr>
          <a:xfrm>
            <a:off x="461645" y="4932045"/>
            <a:ext cx="5900420" cy="1463675"/>
          </a:xfrm>
          <a:custGeom>
            <a:avLst/>
            <a:gdLst>
              <a:gd name="sw" fmla="*/ 1 w 9292"/>
              <a:gd name="sh" fmla="*/ 1 h 2304"/>
              <a:gd name="mins" fmla="min sw sh"/>
              <a:gd name="dsw" fmla="+- 0 sw mins"/>
              <a:gd name="dsh" fmla="+- 0 sh mins"/>
              <a:gd name="p0x0" fmla="*/ 180 w 9292"/>
              <a:gd name="p0y0" fmla="*/ 0 h 2304"/>
              <a:gd name="p0x1" fmla="*/ 9112 w 9292"/>
              <a:gd name="p0y1" fmla="*/ 0 h 2304"/>
              <a:gd name="p0x2" fmla="*/ 9211 w 9292"/>
              <a:gd name="p0y2" fmla="*/ 0 h 2304"/>
              <a:gd name="p0x3" fmla="*/ 9292 w 9292"/>
              <a:gd name="p0y3" fmla="*/ 80 h 2304"/>
              <a:gd name="p0x4" fmla="*/ 9292 w 9292"/>
              <a:gd name="p0y4" fmla="*/ 180 h 2304"/>
              <a:gd name="p0x5" fmla="*/ 9292 w 9292"/>
              <a:gd name="p0y5" fmla="*/ 2124 h 2304"/>
              <a:gd name="p0x6" fmla="*/ 9292 w 9292"/>
              <a:gd name="p0y6" fmla="*/ 2224 h 2304"/>
              <a:gd name="p0x7" fmla="*/ 9211 w 9292"/>
              <a:gd name="p0y7" fmla="*/ 2304 h 2304"/>
              <a:gd name="p0x8" fmla="*/ 9112 w 9292"/>
              <a:gd name="p0y8" fmla="*/ 2304 h 2304"/>
              <a:gd name="p0x9" fmla="*/ 180 w 9292"/>
              <a:gd name="p0y9" fmla="*/ 2304 h 2304"/>
              <a:gd name="p0x10" fmla="*/ 80 w 9292"/>
              <a:gd name="p0y10" fmla="*/ 2304 h 2304"/>
              <a:gd name="p0x11" fmla="*/ 0 w 9292"/>
              <a:gd name="p0y11" fmla="*/ 2224 h 2304"/>
              <a:gd name="p0x12" fmla="*/ 0 w 9292"/>
              <a:gd name="p0y12" fmla="*/ 2124 h 2304"/>
              <a:gd name="p0x13" fmla="*/ 0 w 9292"/>
              <a:gd name="p0y13" fmla="*/ 180 h 2304"/>
              <a:gd name="p0x14" fmla="*/ 0 w 9292"/>
              <a:gd name="p0y14" fmla="*/ 80 h 2304"/>
              <a:gd name="p0x15" fmla="*/ 80 w 9292"/>
              <a:gd name="p0y15" fmla="*/ 0 h 2304"/>
              <a:gd name="p0x16" fmla="*/ 180 w 9292"/>
              <a:gd name="p0y16" fmla="*/ 0 h 23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657225" y="50698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763267" y="5101380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1114425" y="5091855"/>
            <a:ext cx="11430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验证策略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657225" y="5554561"/>
            <a:ext cx="550991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α ∈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[-0.6, 0.6]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宽范围扫描，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个测试点，覆盖训练区与外推区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466725" y="4965604"/>
            <a:ext cx="38100" cy="1395922"/>
          </a:xfrm>
          <a:custGeom>
            <a:avLst/>
            <a:gdLst>
              <a:gd name="sw" fmla="*/ 1 w 60"/>
              <a:gd name="sh" fmla="*/ 1 h 2289"/>
              <a:gd name="mins" fmla="min sw sh"/>
              <a:gd name="dsw" fmla="+- 0 sw mins"/>
              <a:gd name="dsh" fmla="+- 0 sh mins"/>
              <a:gd name="p0x0" fmla="*/ 60 w 60"/>
              <a:gd name="p0y0" fmla="*/ 0 h 2289"/>
              <a:gd name="p0x1" fmla="*/ 60 w 60"/>
              <a:gd name="p0y1" fmla="*/ 2289 h 2289"/>
              <a:gd name="p0x2" fmla="*/ 26 w 60"/>
              <a:gd name="p0y2" fmla="*/ 2289 h 2289"/>
              <a:gd name="p0x3" fmla="*/ 0 w 60"/>
              <a:gd name="p0y3" fmla="*/ 2262 h 2289"/>
              <a:gd name="p0x4" fmla="*/ 0 w 60"/>
              <a:gd name="p0y4" fmla="*/ 2229 h 2289"/>
              <a:gd name="p0x5" fmla="*/ 0 w 60"/>
              <a:gd name="p0y5" fmla="*/ 60 h 2289"/>
              <a:gd name="p0x6" fmla="*/ 0 w 60"/>
              <a:gd name="p0y6" fmla="*/ 26 h 2289"/>
              <a:gd name="p0x7" fmla="*/ 26 w 60"/>
              <a:gd name="p0y7" fmla="*/ 0 h 2289"/>
              <a:gd name="p0x8" fmla="*/ 60 w 60"/>
              <a:gd name="p0y8" fmla="*/ 0 h 2289"/>
            </a:gdLst>
            <a:ahLst/>
            <a:cxnLst/>
            <a:pathLst>
              <a:path w="60" h="2198">
                <a:moveTo>
                  <a:pt x="60" y="0"/>
                </a:moveTo>
                <a:lnTo>
                  <a:pt x="60" y="2198"/>
                </a:lnTo>
                <a:cubicBezTo>
                  <a:pt x="23" y="2169"/>
                  <a:pt x="-2" y="2108"/>
                  <a:pt x="0" y="2064"/>
                </a:cubicBezTo>
                <a:lnTo>
                  <a:pt x="0" y="134"/>
                </a:lnTo>
                <a:cubicBezTo>
                  <a:pt x="-3" y="81"/>
                  <a:pt x="30" y="25"/>
                  <a:pt x="6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6600190" y="1757045"/>
            <a:ext cx="5129530" cy="4638675"/>
          </a:xfrm>
          <a:custGeom>
            <a:avLst/>
            <a:gdLst>
              <a:gd name="sw" fmla="*/ 1 w 8077"/>
              <a:gd name="sh" fmla="*/ 1 h 7305"/>
              <a:gd name="mins" fmla="min sw sh"/>
              <a:gd name="dsw" fmla="+- 0 sw mins"/>
              <a:gd name="dsh" fmla="+- 0 sh mins"/>
              <a:gd name="p0x0" fmla="*/ 180 w 8077"/>
              <a:gd name="p0y0" fmla="*/ 0 h 7305"/>
              <a:gd name="p0x1" fmla="*/ 7897 w 8077"/>
              <a:gd name="p0y1" fmla="*/ 0 h 7305"/>
              <a:gd name="p0x2" fmla="*/ 7997 w 8077"/>
              <a:gd name="p0y2" fmla="*/ 0 h 7305"/>
              <a:gd name="p0x3" fmla="*/ 8077 w 8077"/>
              <a:gd name="p0y3" fmla="*/ 80 h 7305"/>
              <a:gd name="p0x4" fmla="*/ 8077 w 8077"/>
              <a:gd name="p0y4" fmla="*/ 180 h 7305"/>
              <a:gd name="p0x5" fmla="*/ 8077 w 8077"/>
              <a:gd name="p0y5" fmla="*/ 7125 h 7305"/>
              <a:gd name="p0x6" fmla="*/ 8077 w 8077"/>
              <a:gd name="p0y6" fmla="*/ 7224 h 7305"/>
              <a:gd name="p0x7" fmla="*/ 7997 w 8077"/>
              <a:gd name="p0y7" fmla="*/ 7305 h 7305"/>
              <a:gd name="p0x8" fmla="*/ 7897 w 8077"/>
              <a:gd name="p0y8" fmla="*/ 7305 h 7305"/>
              <a:gd name="p0x9" fmla="*/ 180 w 8077"/>
              <a:gd name="p0y9" fmla="*/ 7305 h 7305"/>
              <a:gd name="p0x10" fmla="*/ 80 w 8077"/>
              <a:gd name="p0y10" fmla="*/ 7305 h 7305"/>
              <a:gd name="p0x11" fmla="*/ 0 w 8077"/>
              <a:gd name="p0y11" fmla="*/ 7224 h 7305"/>
              <a:gd name="p0x12" fmla="*/ 0 w 8077"/>
              <a:gd name="p0y12" fmla="*/ 7125 h 7305"/>
              <a:gd name="p0x13" fmla="*/ 0 w 8077"/>
              <a:gd name="p0y13" fmla="*/ 180 h 7305"/>
              <a:gd name="p0x14" fmla="*/ 0 w 8077"/>
              <a:gd name="p0y14" fmla="*/ 80 h 7305"/>
              <a:gd name="p0x15" fmla="*/ 80 w 8077"/>
              <a:gd name="p0y15" fmla="*/ 0 h 7305"/>
              <a:gd name="p0x16" fmla="*/ 180 w 8077"/>
              <a:gd name="p0y16" fmla="*/ 0 h 73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6795792" y="1895475"/>
            <a:ext cx="473898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对比基线与关注重点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3" name="表格 32"/>
          <p:cNvGraphicFramePr/>
          <p:nvPr>
            <p:custDataLst>
              <p:tags r:id="rId29"/>
            </p:custDataLst>
          </p:nvPr>
        </p:nvGraphicFramePr>
        <p:xfrm>
          <a:off x="6795770" y="2290445"/>
          <a:ext cx="4738982" cy="3966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684"/>
                <a:gridCol w="2464298"/>
              </a:tblGrid>
              <a:tr h="41433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对比基线</a:t>
                      </a:r>
                      <a:endParaRPr sz="1500" b="1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D9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关注重点</a:t>
                      </a:r>
                      <a:endParaRPr sz="1500" b="1">
                        <a:solidFill>
                          <a:srgbClr val="FFD9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accent1">
                        <a:alpha val="14118"/>
                      </a:schemeClr>
                    </a:solidFill>
                  </a:tcPr>
                </a:tc>
              </a:tr>
              <a:tr h="1193825">
                <a:tc rowSpan="3"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各架构干净权重</a:t>
                      </a:r>
                      <a:endParaRPr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干净精度</a:t>
                      </a:r>
                      <a:endParaRPr lang="zh-CN" altLang="en-US"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/>
                      <a:r>
                        <a:rPr lang="en-US"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NAT-Scratch </a:t>
                      </a:r>
                      <a:r>
                        <a:rPr lang="zh-CN" sz="1500" b="1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基线</a:t>
                      </a:r>
                      <a:endParaRPr lang="zh-CN" sz="1500" b="1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95250" marB="9525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FC7D00"/>
                          </a:solidFill>
                          <a:highlight>
                            <a:srgbClr val="00BFFF">
                              <a:alpha val="14118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训练区内增益保持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95250" marB="9525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chemeClr val="accent1"/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1182662">
                <a:tc vMerge="1">
                  <a:tcPr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FC7D00"/>
                          </a:solidFill>
                          <a:highlight>
                            <a:srgbClr val="00BFFF">
                              <a:alpha val="14118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外推区鲁棒性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  <a:tr h="1171575">
                <a:tc v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200" b="1">
                          <a:solidFill>
                            <a:srgbClr val="FC7D00"/>
                          </a:solidFill>
                          <a:highlight>
                            <a:srgbClr val="00BFFF">
                              <a:alpha val="14118"/>
                            </a:srgbClr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sz="1500" b="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干净精度牺牲程度</a:t>
                      </a:r>
                      <a:endParaRPr sz="1500" b="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6656367" y="1762125"/>
            <a:ext cx="5017812" cy="190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02" h="30">
                <a:moveTo>
                  <a:pt x="100" y="0"/>
                </a:moveTo>
                <a:lnTo>
                  <a:pt x="7803" y="0"/>
                </a:lnTo>
                <a:cubicBezTo>
                  <a:pt x="7839" y="0"/>
                  <a:pt x="7874" y="11"/>
                  <a:pt x="7902" y="30"/>
                </a:cubicBezTo>
                <a:lnTo>
                  <a:pt x="0" y="30"/>
                </a:lnTo>
                <a:cubicBezTo>
                  <a:pt x="29" y="11"/>
                  <a:pt x="63" y="0"/>
                  <a:pt x="10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7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73342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111252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：深层迁移核心结果</a:t>
            </a:r>
            <a:endParaRPr lang="zh-CN" altLang="en-US"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09600" y="95726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方案具备跨架构迁移能力，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效果最优，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需进一步优化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395095"/>
            <a:ext cx="5591175" cy="4295775"/>
          </a:xfrm>
          <a:custGeom>
            <a:avLst/>
            <a:gdLst>
              <a:gd name="sw" fmla="*/ 1 w 8805"/>
              <a:gd name="sh" fmla="*/ 1 h 6765"/>
              <a:gd name="mins" fmla="min sw sh"/>
              <a:gd name="dsw" fmla="+- 0 sw mins"/>
              <a:gd name="dsh" fmla="+- 0 sh mins"/>
              <a:gd name="p0x0" fmla="*/ 180 w 8805"/>
              <a:gd name="p0y0" fmla="*/ 0 h 6765"/>
              <a:gd name="p0x1" fmla="*/ 8625 w 8805"/>
              <a:gd name="p0y1" fmla="*/ 0 h 6765"/>
              <a:gd name="p0x2" fmla="*/ 8724 w 8805"/>
              <a:gd name="p0y2" fmla="*/ 0 h 6765"/>
              <a:gd name="p0x3" fmla="*/ 8805 w 8805"/>
              <a:gd name="p0y3" fmla="*/ 80 h 6765"/>
              <a:gd name="p0x4" fmla="*/ 8805 w 8805"/>
              <a:gd name="p0y4" fmla="*/ 180 h 6765"/>
              <a:gd name="p0x5" fmla="*/ 8805 w 8805"/>
              <a:gd name="p0y5" fmla="*/ 6585 h 6765"/>
              <a:gd name="p0x6" fmla="*/ 8805 w 8805"/>
              <a:gd name="p0y6" fmla="*/ 6684 h 6765"/>
              <a:gd name="p0x7" fmla="*/ 8724 w 8805"/>
              <a:gd name="p0y7" fmla="*/ 6765 h 6765"/>
              <a:gd name="p0x8" fmla="*/ 8625 w 8805"/>
              <a:gd name="p0y8" fmla="*/ 6765 h 6765"/>
              <a:gd name="p0x9" fmla="*/ 180 w 8805"/>
              <a:gd name="p0y9" fmla="*/ 6765 h 6765"/>
              <a:gd name="p0x10" fmla="*/ 80 w 8805"/>
              <a:gd name="p0y10" fmla="*/ 6765 h 6765"/>
              <a:gd name="p0x11" fmla="*/ 0 w 8805"/>
              <a:gd name="p0y11" fmla="*/ 6684 h 6765"/>
              <a:gd name="p0x12" fmla="*/ 0 w 8805"/>
              <a:gd name="p0y12" fmla="*/ 6585 h 6765"/>
              <a:gd name="p0x13" fmla="*/ 0 w 8805"/>
              <a:gd name="p0y13" fmla="*/ 180 h 6765"/>
              <a:gd name="p0x14" fmla="*/ 0 w 8805"/>
              <a:gd name="p0y14" fmla="*/ 80 h 6765"/>
              <a:gd name="p0x15" fmla="*/ 80 w 8805"/>
              <a:gd name="p0y15" fmla="*/ 0 h 6765"/>
              <a:gd name="p0x16" fmla="*/ 180 w 8805"/>
              <a:gd name="p0y16" fmla="*/ 0 h 67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57225" y="1590675"/>
            <a:ext cx="132791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VGG-11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1837055" y="1623695"/>
            <a:ext cx="897890" cy="285750"/>
          </a:xfrm>
          <a:custGeom>
            <a:avLst/>
            <a:gdLst>
              <a:gd name="sw" fmla="*/ 1 w 1414"/>
              <a:gd name="sh" fmla="*/ 1 h 450"/>
              <a:gd name="mins" fmla="min sw sh"/>
              <a:gd name="dsw" fmla="+- 0 sw mins"/>
              <a:gd name="dsh" fmla="+- 0 sh mins"/>
              <a:gd name="p0x0" fmla="*/ 225 w 1414"/>
              <a:gd name="p0y0" fmla="*/ 0 h 450"/>
              <a:gd name="p0x1" fmla="*/ 1189 w 1414"/>
              <a:gd name="p0y1" fmla="*/ 0 h 450"/>
              <a:gd name="p0x2" fmla="*/ 1313 w 1414"/>
              <a:gd name="p0y2" fmla="*/ 0 h 450"/>
              <a:gd name="p0x3" fmla="*/ 1414 w 1414"/>
              <a:gd name="p0y3" fmla="*/ 100 h 450"/>
              <a:gd name="p0x4" fmla="*/ 1414 w 1414"/>
              <a:gd name="p0y4" fmla="*/ 225 h 450"/>
              <a:gd name="p0x5" fmla="*/ 1414 w 1414"/>
              <a:gd name="p0y5" fmla="*/ 349 h 450"/>
              <a:gd name="p0x6" fmla="*/ 1313 w 1414"/>
              <a:gd name="p0y6" fmla="*/ 450 h 450"/>
              <a:gd name="p0x7" fmla="*/ 1189 w 1414"/>
              <a:gd name="p0y7" fmla="*/ 450 h 450"/>
              <a:gd name="p0x8" fmla="*/ 225 w 1414"/>
              <a:gd name="p0y8" fmla="*/ 450 h 450"/>
              <a:gd name="p0x9" fmla="*/ 100 w 1414"/>
              <a:gd name="p0y9" fmla="*/ 450 h 450"/>
              <a:gd name="p0x10" fmla="*/ 0 w 1414"/>
              <a:gd name="p0y10" fmla="*/ 349 h 450"/>
              <a:gd name="p0x11" fmla="*/ 0 w 1414"/>
              <a:gd name="p0y11" fmla="*/ 225 h 450"/>
              <a:gd name="p0x12" fmla="*/ 0 w 1414"/>
              <a:gd name="p0y12" fmla="*/ 100 h 450"/>
              <a:gd name="p0x13" fmla="*/ 100 w 1414"/>
              <a:gd name="p0y13" fmla="*/ 0 h 450"/>
              <a:gd name="p0x14" fmla="*/ 225 w 1414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 w="9525" cmpd="sng">
            <a:solidFill>
              <a:srgbClr val="43A07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975618" y="1666875"/>
            <a:ext cx="774202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spc="24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</a:rPr>
              <a:t>迁移成功</a:t>
            </a:r>
            <a:endParaRPr sz="1200" spc="24">
              <a:solidFill>
                <a:srgbClr val="B9EF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661670" y="2061845"/>
            <a:ext cx="2514600" cy="819150"/>
          </a:xfrm>
          <a:custGeom>
            <a:avLst/>
            <a:gdLst>
              <a:gd name="sw" fmla="*/ 1 w 3960"/>
              <a:gd name="sh" fmla="*/ 1 h 1290"/>
              <a:gd name="mins" fmla="min sw sh"/>
              <a:gd name="dsw" fmla="+- 0 sw mins"/>
              <a:gd name="dsh" fmla="+- 0 sh mins"/>
              <a:gd name="p0x0" fmla="*/ 120 w 3960"/>
              <a:gd name="p0y0" fmla="*/ 0 h 1290"/>
              <a:gd name="p0x1" fmla="*/ 3840 w 3960"/>
              <a:gd name="p0y1" fmla="*/ 0 h 1290"/>
              <a:gd name="p0x2" fmla="*/ 3906 w 3960"/>
              <a:gd name="p0y2" fmla="*/ 0 h 1290"/>
              <a:gd name="p0x3" fmla="*/ 3960 w 3960"/>
              <a:gd name="p0y3" fmla="*/ 53 h 1290"/>
              <a:gd name="p0x4" fmla="*/ 3960 w 3960"/>
              <a:gd name="p0y4" fmla="*/ 120 h 1290"/>
              <a:gd name="p0x5" fmla="*/ 3960 w 3960"/>
              <a:gd name="p0y5" fmla="*/ 1170 h 1290"/>
              <a:gd name="p0x6" fmla="*/ 3960 w 3960"/>
              <a:gd name="p0y6" fmla="*/ 1236 h 1290"/>
              <a:gd name="p0x7" fmla="*/ 3906 w 3960"/>
              <a:gd name="p0y7" fmla="*/ 1290 h 1290"/>
              <a:gd name="p0x8" fmla="*/ 3840 w 3960"/>
              <a:gd name="p0y8" fmla="*/ 1290 h 1290"/>
              <a:gd name="p0x9" fmla="*/ 120 w 3960"/>
              <a:gd name="p0y9" fmla="*/ 1290 h 1290"/>
              <a:gd name="p0x10" fmla="*/ 53 w 3960"/>
              <a:gd name="p0y10" fmla="*/ 1290 h 1290"/>
              <a:gd name="p0x11" fmla="*/ 0 w 3960"/>
              <a:gd name="p0y11" fmla="*/ 1236 h 1290"/>
              <a:gd name="p0x12" fmla="*/ 0 w 3960"/>
              <a:gd name="p0y12" fmla="*/ 1170 h 1290"/>
              <a:gd name="p0x13" fmla="*/ 0 w 3960"/>
              <a:gd name="p0y13" fmla="*/ 120 h 1290"/>
              <a:gd name="p0x14" fmla="*/ 0 w 3960"/>
              <a:gd name="p0y14" fmla="*/ 53 h 1290"/>
              <a:gd name="p0x15" fmla="*/ 53 w 3960"/>
              <a:gd name="p0y15" fmla="*/ 0 h 1290"/>
              <a:gd name="p0x16" fmla="*/ 120 w 396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313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81050" y="2143125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外推正侧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α=+0.3 </a:t>
            </a: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endParaRPr lang="zh-CN" altLang="en-US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81050" y="2376011"/>
            <a:ext cx="962844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50.25</a:t>
            </a: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781050" y="2652713"/>
            <a:ext cx="2276475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</a:t>
            </a:r>
            <a:r>
              <a:rPr lang="en-US" altLang="zh-CN"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clean </a:t>
            </a:r>
            <a:r>
              <a:rPr lang="zh-CN" altLang="en-US"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r>
              <a:rPr lang="en-US" altLang="zh-CN"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+13.55pp</a:t>
            </a:r>
            <a:endParaRPr lang="en-US" altLang="zh-CN" sz="900">
              <a:solidFill>
                <a:srgbClr val="B9EFD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3338195" y="2061845"/>
            <a:ext cx="2514600" cy="819150"/>
          </a:xfrm>
          <a:custGeom>
            <a:avLst/>
            <a:gdLst>
              <a:gd name="sw" fmla="*/ 1 w 3960"/>
              <a:gd name="sh" fmla="*/ 1 h 1290"/>
              <a:gd name="mins" fmla="min sw sh"/>
              <a:gd name="dsw" fmla="+- 0 sw mins"/>
              <a:gd name="dsh" fmla="+- 0 sh mins"/>
              <a:gd name="p0x0" fmla="*/ 120 w 3960"/>
              <a:gd name="p0y0" fmla="*/ 0 h 1290"/>
              <a:gd name="p0x1" fmla="*/ 3840 w 3960"/>
              <a:gd name="p0y1" fmla="*/ 0 h 1290"/>
              <a:gd name="p0x2" fmla="*/ 3906 w 3960"/>
              <a:gd name="p0y2" fmla="*/ 0 h 1290"/>
              <a:gd name="p0x3" fmla="*/ 3960 w 3960"/>
              <a:gd name="p0y3" fmla="*/ 53 h 1290"/>
              <a:gd name="p0x4" fmla="*/ 3960 w 3960"/>
              <a:gd name="p0y4" fmla="*/ 120 h 1290"/>
              <a:gd name="p0x5" fmla="*/ 3960 w 3960"/>
              <a:gd name="p0y5" fmla="*/ 1170 h 1290"/>
              <a:gd name="p0x6" fmla="*/ 3960 w 3960"/>
              <a:gd name="p0y6" fmla="*/ 1236 h 1290"/>
              <a:gd name="p0x7" fmla="*/ 3906 w 3960"/>
              <a:gd name="p0y7" fmla="*/ 1290 h 1290"/>
              <a:gd name="p0x8" fmla="*/ 3840 w 3960"/>
              <a:gd name="p0y8" fmla="*/ 1290 h 1290"/>
              <a:gd name="p0x9" fmla="*/ 120 w 3960"/>
              <a:gd name="p0y9" fmla="*/ 1290 h 1290"/>
              <a:gd name="p0x10" fmla="*/ 53 w 3960"/>
              <a:gd name="p0y10" fmla="*/ 1290 h 1290"/>
              <a:gd name="p0x11" fmla="*/ 0 w 3960"/>
              <a:gd name="p0y11" fmla="*/ 1236 h 1290"/>
              <a:gd name="p0x12" fmla="*/ 0 w 3960"/>
              <a:gd name="p0y12" fmla="*/ 1170 h 1290"/>
              <a:gd name="p0x13" fmla="*/ 0 w 3960"/>
              <a:gd name="p0y13" fmla="*/ 120 h 1290"/>
              <a:gd name="p0x14" fmla="*/ 0 w 3960"/>
              <a:gd name="p0y14" fmla="*/ 53 h 1290"/>
              <a:gd name="p0x15" fmla="*/ 53 w 3960"/>
              <a:gd name="p0y15" fmla="*/ 0 h 1290"/>
              <a:gd name="p0x16" fmla="*/ 120 w 3960"/>
              <a:gd name="p0y16" fmla="*/ 0 h 12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313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3457575" y="2143125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干净精度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3457575" y="2376011"/>
            <a:ext cx="962844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91.27</a:t>
            </a: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3457575" y="2652713"/>
            <a:ext cx="2276475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</a:rPr>
              <a:t>零牺牲</a:t>
            </a:r>
            <a:endParaRPr sz="900">
              <a:solidFill>
                <a:srgbClr val="B9EF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657225" y="327279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800" y="3301365"/>
            <a:ext cx="76200" cy="76200"/>
          </a:xfrm>
          <a:prstGeom prst="rect">
            <a:avLst/>
          </a:prstGeom>
          <a:noFill/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904875" y="3173387"/>
            <a:ext cx="503322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训练区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个扫描点全胜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，全面超越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NAT-Scratch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657225" y="418084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800" y="4209415"/>
            <a:ext cx="76200" cy="76200"/>
          </a:xfrm>
          <a:prstGeom prst="rect">
            <a:avLst/>
          </a:prstGeom>
          <a:noFill/>
        </p:spPr>
      </p:pic>
      <p:sp>
        <p:nvSpPr>
          <p:cNvPr id="26" name="文本框 25"/>
          <p:cNvSpPr txBox="1"/>
          <p:nvPr>
            <p:custDataLst>
              <p:tags r:id="rId25"/>
            </p:custDataLst>
          </p:nvPr>
        </p:nvSpPr>
        <p:spPr>
          <a:xfrm>
            <a:off x="904875" y="3928986"/>
            <a:ext cx="4953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外推正侧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α=+0.3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50.25%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（较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clean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+13.55pp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657225" y="508889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85800" y="5117465"/>
            <a:ext cx="76200" cy="76200"/>
          </a:xfrm>
          <a:prstGeom prst="rect">
            <a:avLst/>
          </a:prstGeom>
          <a:noFill/>
        </p:spPr>
      </p:pic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904875" y="4989385"/>
            <a:ext cx="24771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干净精度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91.27%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零牺牲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6138545" y="1395095"/>
            <a:ext cx="5591175" cy="4295775"/>
          </a:xfrm>
          <a:custGeom>
            <a:avLst/>
            <a:gdLst>
              <a:gd name="sw" fmla="*/ 1 w 8805"/>
              <a:gd name="sh" fmla="*/ 1 h 6765"/>
              <a:gd name="mins" fmla="min sw sh"/>
              <a:gd name="dsw" fmla="+- 0 sw mins"/>
              <a:gd name="dsh" fmla="+- 0 sh mins"/>
              <a:gd name="p0x0" fmla="*/ 180 w 8805"/>
              <a:gd name="p0y0" fmla="*/ 0 h 6765"/>
              <a:gd name="p0x1" fmla="*/ 8625 w 8805"/>
              <a:gd name="p0y1" fmla="*/ 0 h 6765"/>
              <a:gd name="p0x2" fmla="*/ 8724 w 8805"/>
              <a:gd name="p0y2" fmla="*/ 0 h 6765"/>
              <a:gd name="p0x3" fmla="*/ 8805 w 8805"/>
              <a:gd name="p0y3" fmla="*/ 80 h 6765"/>
              <a:gd name="p0x4" fmla="*/ 8805 w 8805"/>
              <a:gd name="p0y4" fmla="*/ 180 h 6765"/>
              <a:gd name="p0x5" fmla="*/ 8805 w 8805"/>
              <a:gd name="p0y5" fmla="*/ 6585 h 6765"/>
              <a:gd name="p0x6" fmla="*/ 8805 w 8805"/>
              <a:gd name="p0y6" fmla="*/ 6684 h 6765"/>
              <a:gd name="p0x7" fmla="*/ 8724 w 8805"/>
              <a:gd name="p0y7" fmla="*/ 6765 h 6765"/>
              <a:gd name="p0x8" fmla="*/ 8625 w 8805"/>
              <a:gd name="p0y8" fmla="*/ 6765 h 6765"/>
              <a:gd name="p0x9" fmla="*/ 180 w 8805"/>
              <a:gd name="p0y9" fmla="*/ 6765 h 6765"/>
              <a:gd name="p0x10" fmla="*/ 80 w 8805"/>
              <a:gd name="p0y10" fmla="*/ 6765 h 6765"/>
              <a:gd name="p0x11" fmla="*/ 0 w 8805"/>
              <a:gd name="p0y11" fmla="*/ 6684 h 6765"/>
              <a:gd name="p0x12" fmla="*/ 0 w 8805"/>
              <a:gd name="p0y12" fmla="*/ 6585 h 6765"/>
              <a:gd name="p0x13" fmla="*/ 0 w 8805"/>
              <a:gd name="p0y13" fmla="*/ 180 h 6765"/>
              <a:gd name="p0x14" fmla="*/ 0 w 8805"/>
              <a:gd name="p0y14" fmla="*/ 80 h 6765"/>
              <a:gd name="p0x15" fmla="*/ 80 w 8805"/>
              <a:gd name="p0y15" fmla="*/ 0 h 6765"/>
              <a:gd name="p0x16" fmla="*/ 180 w 8805"/>
              <a:gd name="p0y16" fmla="*/ 0 h 67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334125" y="1590675"/>
            <a:ext cx="165467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ResNet-18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7840980" y="1623695"/>
            <a:ext cx="897890" cy="285750"/>
          </a:xfrm>
          <a:custGeom>
            <a:avLst/>
            <a:gdLst>
              <a:gd name="sw" fmla="*/ 1 w 1414"/>
              <a:gd name="sh" fmla="*/ 1 h 450"/>
              <a:gd name="mins" fmla="min sw sh"/>
              <a:gd name="dsw" fmla="+- 0 sw mins"/>
              <a:gd name="dsh" fmla="+- 0 sh mins"/>
              <a:gd name="p0x0" fmla="*/ 225 w 1414"/>
              <a:gd name="p0y0" fmla="*/ 0 h 450"/>
              <a:gd name="p0x1" fmla="*/ 1189 w 1414"/>
              <a:gd name="p0y1" fmla="*/ 0 h 450"/>
              <a:gd name="p0x2" fmla="*/ 1313 w 1414"/>
              <a:gd name="p0y2" fmla="*/ 0 h 450"/>
              <a:gd name="p0x3" fmla="*/ 1414 w 1414"/>
              <a:gd name="p0y3" fmla="*/ 100 h 450"/>
              <a:gd name="p0x4" fmla="*/ 1414 w 1414"/>
              <a:gd name="p0y4" fmla="*/ 225 h 450"/>
              <a:gd name="p0x5" fmla="*/ 1414 w 1414"/>
              <a:gd name="p0y5" fmla="*/ 349 h 450"/>
              <a:gd name="p0x6" fmla="*/ 1313 w 1414"/>
              <a:gd name="p0y6" fmla="*/ 450 h 450"/>
              <a:gd name="p0x7" fmla="*/ 1189 w 1414"/>
              <a:gd name="p0y7" fmla="*/ 450 h 450"/>
              <a:gd name="p0x8" fmla="*/ 225 w 1414"/>
              <a:gd name="p0y8" fmla="*/ 450 h 450"/>
              <a:gd name="p0x9" fmla="*/ 100 w 1414"/>
              <a:gd name="p0y9" fmla="*/ 450 h 450"/>
              <a:gd name="p0x10" fmla="*/ 0 w 1414"/>
              <a:gd name="p0y10" fmla="*/ 349 h 450"/>
              <a:gd name="p0x11" fmla="*/ 0 w 1414"/>
              <a:gd name="p0y11" fmla="*/ 225 h 450"/>
              <a:gd name="p0x12" fmla="*/ 0 w 1414"/>
              <a:gd name="p0y12" fmla="*/ 100 h 450"/>
              <a:gd name="p0x13" fmla="*/ 100 w 1414"/>
              <a:gd name="p0y13" fmla="*/ 0 h 450"/>
              <a:gd name="p0x14" fmla="*/ 225 w 1414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88281"/>
              <a:lumOff val="11719"/>
              <a:alpha val="16078"/>
            </a:schemeClr>
          </a:solidFill>
          <a:ln w="9525" cmpd="sng">
            <a:solidFill>
              <a:schemeClr val="accent2">
                <a:lumMod val="88281"/>
                <a:lumOff val="1171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7979273" y="1666875"/>
            <a:ext cx="774202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spc="24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</a:rPr>
              <a:t>部分成功</a:t>
            </a:r>
            <a:endParaRPr sz="1200" spc="24">
              <a:solidFill>
                <a:srgbClr val="FFF0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6338570" y="2061845"/>
            <a:ext cx="2514600" cy="892175"/>
          </a:xfrm>
          <a:custGeom>
            <a:avLst/>
            <a:gdLst>
              <a:gd name="sw" fmla="*/ 1 w 3960"/>
              <a:gd name="sh" fmla="*/ 1 h 1405"/>
              <a:gd name="mins" fmla="min sw sh"/>
              <a:gd name="dsw" fmla="+- 0 sw mins"/>
              <a:gd name="dsh" fmla="+- 0 sh mins"/>
              <a:gd name="p0x0" fmla="*/ 120 w 3960"/>
              <a:gd name="p0y0" fmla="*/ 0 h 1405"/>
              <a:gd name="p0x1" fmla="*/ 3840 w 3960"/>
              <a:gd name="p0y1" fmla="*/ 0 h 1405"/>
              <a:gd name="p0x2" fmla="*/ 3906 w 3960"/>
              <a:gd name="p0y2" fmla="*/ 0 h 1405"/>
              <a:gd name="p0x3" fmla="*/ 3960 w 3960"/>
              <a:gd name="p0y3" fmla="*/ 53 h 1405"/>
              <a:gd name="p0x4" fmla="*/ 3960 w 3960"/>
              <a:gd name="p0y4" fmla="*/ 120 h 1405"/>
              <a:gd name="p0x5" fmla="*/ 3960 w 3960"/>
              <a:gd name="p0y5" fmla="*/ 1285 h 1405"/>
              <a:gd name="p0x6" fmla="*/ 3960 w 3960"/>
              <a:gd name="p0y6" fmla="*/ 1351 h 1405"/>
              <a:gd name="p0x7" fmla="*/ 3906 w 3960"/>
              <a:gd name="p0y7" fmla="*/ 1405 h 1405"/>
              <a:gd name="p0x8" fmla="*/ 3840 w 3960"/>
              <a:gd name="p0y8" fmla="*/ 1405 h 1405"/>
              <a:gd name="p0x9" fmla="*/ 120 w 3960"/>
              <a:gd name="p0y9" fmla="*/ 1405 h 1405"/>
              <a:gd name="p0x10" fmla="*/ 53 w 3960"/>
              <a:gd name="p0y10" fmla="*/ 1405 h 1405"/>
              <a:gd name="p0x11" fmla="*/ 0 w 3960"/>
              <a:gd name="p0y11" fmla="*/ 1351 h 1405"/>
              <a:gd name="p0x12" fmla="*/ 0 w 3960"/>
              <a:gd name="p0y12" fmla="*/ 1285 h 1405"/>
              <a:gd name="p0x13" fmla="*/ 0 w 3960"/>
              <a:gd name="p0y13" fmla="*/ 120 h 1405"/>
              <a:gd name="p0x14" fmla="*/ 0 w 3960"/>
              <a:gd name="p0y14" fmla="*/ 53 h 1405"/>
              <a:gd name="p0x15" fmla="*/ 53 w 3960"/>
              <a:gd name="p0y15" fmla="*/ 0 h 1405"/>
              <a:gd name="p0x16" fmla="*/ 120 w 3960"/>
              <a:gd name="p0y16" fmla="*/ 0 h 1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313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6457950" y="2143125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干净精度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6457950" y="2376011"/>
            <a:ext cx="962844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93.27</a:t>
            </a:r>
            <a:r>
              <a:rPr sz="15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sz="15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6457950" y="2652713"/>
            <a:ext cx="2276475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>
                <a:solidFill>
                  <a:srgbClr val="B9EFD3"/>
                </a:solidFill>
                <a:latin typeface="微软雅黑" panose="020B0503020204020204" charset="-122"/>
                <a:ea typeface="微软雅黑" panose="020B0503020204020204" charset="-122"/>
              </a:rPr>
              <a:t>四组权重最高</a:t>
            </a:r>
            <a:endParaRPr sz="900">
              <a:solidFill>
                <a:srgbClr val="B9EFD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7"/>
            </p:custDataLst>
          </p:nvPr>
        </p:nvSpPr>
        <p:spPr>
          <a:xfrm>
            <a:off x="9015095" y="2061845"/>
            <a:ext cx="2514600" cy="892175"/>
          </a:xfrm>
          <a:custGeom>
            <a:avLst/>
            <a:gdLst>
              <a:gd name="sw" fmla="*/ 1 w 3960"/>
              <a:gd name="sh" fmla="*/ 1 h 1405"/>
              <a:gd name="mins" fmla="min sw sh"/>
              <a:gd name="dsw" fmla="+- 0 sw mins"/>
              <a:gd name="dsh" fmla="+- 0 sh mins"/>
              <a:gd name="p0x0" fmla="*/ 120 w 3960"/>
              <a:gd name="p0y0" fmla="*/ 0 h 1405"/>
              <a:gd name="p0x1" fmla="*/ 3840 w 3960"/>
              <a:gd name="p0y1" fmla="*/ 0 h 1405"/>
              <a:gd name="p0x2" fmla="*/ 3906 w 3960"/>
              <a:gd name="p0y2" fmla="*/ 0 h 1405"/>
              <a:gd name="p0x3" fmla="*/ 3960 w 3960"/>
              <a:gd name="p0y3" fmla="*/ 53 h 1405"/>
              <a:gd name="p0x4" fmla="*/ 3960 w 3960"/>
              <a:gd name="p0y4" fmla="*/ 120 h 1405"/>
              <a:gd name="p0x5" fmla="*/ 3960 w 3960"/>
              <a:gd name="p0y5" fmla="*/ 1285 h 1405"/>
              <a:gd name="p0x6" fmla="*/ 3960 w 3960"/>
              <a:gd name="p0y6" fmla="*/ 1351 h 1405"/>
              <a:gd name="p0x7" fmla="*/ 3906 w 3960"/>
              <a:gd name="p0y7" fmla="*/ 1405 h 1405"/>
              <a:gd name="p0x8" fmla="*/ 3840 w 3960"/>
              <a:gd name="p0y8" fmla="*/ 1405 h 1405"/>
              <a:gd name="p0x9" fmla="*/ 120 w 3960"/>
              <a:gd name="p0y9" fmla="*/ 1405 h 1405"/>
              <a:gd name="p0x10" fmla="*/ 53 w 3960"/>
              <a:gd name="p0y10" fmla="*/ 1405 h 1405"/>
              <a:gd name="p0x11" fmla="*/ 0 w 3960"/>
              <a:gd name="p0y11" fmla="*/ 1351 h 1405"/>
              <a:gd name="p0x12" fmla="*/ 0 w 3960"/>
              <a:gd name="p0y12" fmla="*/ 1285 h 1405"/>
              <a:gd name="p0x13" fmla="*/ 0 w 3960"/>
              <a:gd name="p0y13" fmla="*/ 120 h 1405"/>
              <a:gd name="p0x14" fmla="*/ 0 w 3960"/>
              <a:gd name="p0y14" fmla="*/ 53 h 1405"/>
              <a:gd name="p0x15" fmla="*/ 53 w 3960"/>
              <a:gd name="p0y15" fmla="*/ 0 h 1405"/>
              <a:gd name="p0x16" fmla="*/ 120 w 3960"/>
              <a:gd name="p0y16" fmla="*/ 0 h 1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313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9134475" y="2143125"/>
            <a:ext cx="22764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外推表现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9134475" y="2372677"/>
            <a:ext cx="2276475" cy="364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6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中等失真提升显著</a:t>
            </a:r>
            <a:endParaRPr sz="16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9134475" y="2726007"/>
            <a:ext cx="2276475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0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</a:rPr>
              <a:t>极限失真增益有限</a:t>
            </a:r>
            <a:endParaRPr sz="900">
              <a:solidFill>
                <a:srgbClr val="FFF0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1"/>
            </p:custDataLst>
          </p:nvPr>
        </p:nvSpPr>
        <p:spPr>
          <a:xfrm>
            <a:off x="6334125" y="33851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62700" y="3413760"/>
            <a:ext cx="76200" cy="76200"/>
          </a:xfrm>
          <a:prstGeom prst="rect">
            <a:avLst/>
          </a:prstGeom>
          <a:noFill/>
        </p:spPr>
      </p:pic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6581775" y="3285230"/>
            <a:ext cx="32391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干净精度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93.27%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（四组权重最高）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4"/>
            </p:custDataLst>
          </p:nvPr>
        </p:nvSpPr>
        <p:spPr>
          <a:xfrm>
            <a:off x="6334125" y="421767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3A071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62700" y="4246245"/>
            <a:ext cx="76200" cy="76200"/>
          </a:xfrm>
          <a:prstGeom prst="rect">
            <a:avLst/>
          </a:prstGeom>
          <a:noFill/>
        </p:spPr>
      </p:pic>
      <p:sp>
        <p:nvSpPr>
          <p:cNvPr id="50" name="文本框 49"/>
          <p:cNvSpPr txBox="1"/>
          <p:nvPr>
            <p:custDataLst>
              <p:tags r:id="rId46"/>
            </p:custDataLst>
          </p:nvPr>
        </p:nvSpPr>
        <p:spPr>
          <a:xfrm>
            <a:off x="6581775" y="4118001"/>
            <a:ext cx="2538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外推区中等失真下提升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显著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7"/>
            </p:custDataLst>
          </p:nvPr>
        </p:nvSpPr>
        <p:spPr>
          <a:xfrm>
            <a:off x="6334125" y="505015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60 w 210"/>
              <a:gd name="p0y0" fmla="*/ 0 h 210"/>
              <a:gd name="p0x1" fmla="*/ 150 w 210"/>
              <a:gd name="p0y1" fmla="*/ 0 h 210"/>
              <a:gd name="p0x2" fmla="*/ 183 w 210"/>
              <a:gd name="p0y2" fmla="*/ 0 h 210"/>
              <a:gd name="p0x3" fmla="*/ 210 w 210"/>
              <a:gd name="p0y3" fmla="*/ 26 h 210"/>
              <a:gd name="p0x4" fmla="*/ 210 w 210"/>
              <a:gd name="p0y4" fmla="*/ 60 h 210"/>
              <a:gd name="p0x5" fmla="*/ 210 w 210"/>
              <a:gd name="p0y5" fmla="*/ 150 h 210"/>
              <a:gd name="p0x6" fmla="*/ 210 w 210"/>
              <a:gd name="p0y6" fmla="*/ 183 h 210"/>
              <a:gd name="p0x7" fmla="*/ 183 w 210"/>
              <a:gd name="p0y7" fmla="*/ 210 h 210"/>
              <a:gd name="p0x8" fmla="*/ 150 w 210"/>
              <a:gd name="p0y8" fmla="*/ 210 h 210"/>
              <a:gd name="p0x9" fmla="*/ 60 w 210"/>
              <a:gd name="p0y9" fmla="*/ 210 h 210"/>
              <a:gd name="p0x10" fmla="*/ 26 w 210"/>
              <a:gd name="p0y10" fmla="*/ 210 h 210"/>
              <a:gd name="p0x11" fmla="*/ 0 w 210"/>
              <a:gd name="p0y11" fmla="*/ 183 h 210"/>
              <a:gd name="p0x12" fmla="*/ 0 w 210"/>
              <a:gd name="p0y12" fmla="*/ 150 h 210"/>
              <a:gd name="p0x13" fmla="*/ 0 w 210"/>
              <a:gd name="p0y13" fmla="*/ 60 h 210"/>
              <a:gd name="p0x14" fmla="*/ 0 w 210"/>
              <a:gd name="p0y14" fmla="*/ 26 h 210"/>
              <a:gd name="p0x15" fmla="*/ 26 w 210"/>
              <a:gd name="p0y15" fmla="*/ 0 h 210"/>
              <a:gd name="p0x16" fmla="*/ 60 w 210"/>
              <a:gd name="p0y16" fmla="*/ 0 h 2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88281"/>
              <a:lumOff val="11719"/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6362700" y="5078730"/>
            <a:ext cx="76200" cy="76200"/>
          </a:xfrm>
          <a:prstGeom prst="rect">
            <a:avLst/>
          </a:prstGeom>
          <a:noFill/>
        </p:spPr>
      </p:pic>
      <p:sp>
        <p:nvSpPr>
          <p:cNvPr id="54" name="文本框 53"/>
          <p:cNvSpPr txBox="1"/>
          <p:nvPr>
            <p:custDataLst>
              <p:tags r:id="rId51"/>
            </p:custDataLst>
          </p:nvPr>
        </p:nvSpPr>
        <p:spPr>
          <a:xfrm>
            <a:off x="6581775" y="4950762"/>
            <a:ext cx="19669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极限失真下增益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有限</a:t>
            </a:r>
            <a:endParaRPr sz="15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52"/>
            </p:custDataLst>
          </p:nvPr>
        </p:nvSpPr>
        <p:spPr>
          <a:xfrm>
            <a:off x="461645" y="5852795"/>
            <a:ext cx="11268075" cy="542925"/>
          </a:xfrm>
          <a:custGeom>
            <a:avLst/>
            <a:gdLst>
              <a:gd name="sw" fmla="*/ 1 w 17745"/>
              <a:gd name="sh" fmla="*/ 1 h 855"/>
              <a:gd name="mins" fmla="min sw sh"/>
              <a:gd name="dsw" fmla="+- 0 sw mins"/>
              <a:gd name="dsh" fmla="+- 0 sh mins"/>
              <a:gd name="p0x0" fmla="*/ 120 w 17745"/>
              <a:gd name="p0y0" fmla="*/ 0 h 855"/>
              <a:gd name="p0x1" fmla="*/ 17625 w 17745"/>
              <a:gd name="p0y1" fmla="*/ 0 h 855"/>
              <a:gd name="p0x2" fmla="*/ 17691 w 17745"/>
              <a:gd name="p0y2" fmla="*/ 0 h 855"/>
              <a:gd name="p0x3" fmla="*/ 17745 w 17745"/>
              <a:gd name="p0y3" fmla="*/ 53 h 855"/>
              <a:gd name="p0x4" fmla="*/ 17745 w 17745"/>
              <a:gd name="p0y4" fmla="*/ 120 h 855"/>
              <a:gd name="p0x5" fmla="*/ 17745 w 17745"/>
              <a:gd name="p0y5" fmla="*/ 735 h 855"/>
              <a:gd name="p0x6" fmla="*/ 17745 w 17745"/>
              <a:gd name="p0y6" fmla="*/ 801 h 855"/>
              <a:gd name="p0x7" fmla="*/ 17691 w 17745"/>
              <a:gd name="p0y7" fmla="*/ 855 h 855"/>
              <a:gd name="p0x8" fmla="*/ 17625 w 17745"/>
              <a:gd name="p0y8" fmla="*/ 855 h 855"/>
              <a:gd name="p0x9" fmla="*/ 120 w 17745"/>
              <a:gd name="p0y9" fmla="*/ 855 h 855"/>
              <a:gd name="p0x10" fmla="*/ 53 w 17745"/>
              <a:gd name="p0y10" fmla="*/ 855 h 855"/>
              <a:gd name="p0x11" fmla="*/ 0 w 17745"/>
              <a:gd name="p0y11" fmla="*/ 801 h 855"/>
              <a:gd name="p0x12" fmla="*/ 0 w 17745"/>
              <a:gd name="p0y12" fmla="*/ 735 h 855"/>
              <a:gd name="p0x13" fmla="*/ 0 w 17745"/>
              <a:gd name="p0y13" fmla="*/ 120 h 855"/>
              <a:gd name="p0x14" fmla="*/ 0 w 17745"/>
              <a:gd name="p0y14" fmla="*/ 53 h 855"/>
              <a:gd name="p0x15" fmla="*/ 53 w 17745"/>
              <a:gd name="p0y15" fmla="*/ 0 h 855"/>
              <a:gd name="p0x16" fmla="*/ 120 w 1774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00BFFF">
                <a:alpha val="1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619125" y="5974556"/>
            <a:ext cx="4572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◆</a:t>
            </a:r>
            <a:endParaRPr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4"/>
            </p:custDataLst>
          </p:nvPr>
        </p:nvSpPr>
        <p:spPr>
          <a:xfrm>
            <a:off x="962101" y="5957888"/>
            <a:ext cx="744438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多点校准（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分层加权）修复了单点校准的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负侧外推短板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，外推鲁棒性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显著提升</a:t>
            </a:r>
            <a:endParaRPr sz="1500"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4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创新点与工程启示</a:t>
            </a:r>
            <a:endParaRPr lang="zh-CN" altLang="en-US"/>
          </a:p>
        </p:txBody>
      </p:sp>
      <p:sp>
        <p:nvSpPr>
          <p:cNvPr id="3" name="文本占位符 2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7200" y="1062038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两类反直觉发现</a:t>
            </a:r>
            <a:endParaRPr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676476" y="995363"/>
            <a:ext cx="29108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参数量悖论与训练范式反常反超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90245" y="1737995"/>
            <a:ext cx="960755" cy="323850"/>
          </a:xfrm>
          <a:custGeom>
            <a:avLst/>
            <a:gdLst>
              <a:gd name="sw" fmla="*/ 1 w 1512"/>
              <a:gd name="sh" fmla="*/ 1 h 510"/>
              <a:gd name="mins" fmla="min sw sh"/>
              <a:gd name="dsw" fmla="+- 0 sw mins"/>
              <a:gd name="dsh" fmla="+- 0 sh mins"/>
              <a:gd name="p0x0" fmla="*/ 255 w 1512"/>
              <a:gd name="p0y0" fmla="*/ 0 h 510"/>
              <a:gd name="p0x1" fmla="*/ 1257 w 1512"/>
              <a:gd name="p0y1" fmla="*/ 0 h 510"/>
              <a:gd name="p0x2" fmla="*/ 1398 w 1512"/>
              <a:gd name="p0y2" fmla="*/ 0 h 510"/>
              <a:gd name="p0x3" fmla="*/ 1512 w 1512"/>
              <a:gd name="p0y3" fmla="*/ 114 h 510"/>
              <a:gd name="p0x4" fmla="*/ 1512 w 1512"/>
              <a:gd name="p0y4" fmla="*/ 255 h 510"/>
              <a:gd name="p0x5" fmla="*/ 1512 w 1512"/>
              <a:gd name="p0y5" fmla="*/ 395 h 510"/>
              <a:gd name="p0x6" fmla="*/ 1398 w 1512"/>
              <a:gd name="p0y6" fmla="*/ 510 h 510"/>
              <a:gd name="p0x7" fmla="*/ 1257 w 1512"/>
              <a:gd name="p0y7" fmla="*/ 510 h 510"/>
              <a:gd name="p0x8" fmla="*/ 255 w 1512"/>
              <a:gd name="p0y8" fmla="*/ 510 h 510"/>
              <a:gd name="p0x9" fmla="*/ 114 w 1512"/>
              <a:gd name="p0y9" fmla="*/ 510 h 510"/>
              <a:gd name="p0x10" fmla="*/ 0 w 1512"/>
              <a:gd name="p0y10" fmla="*/ 395 h 510"/>
              <a:gd name="p0x11" fmla="*/ 0 w 1512"/>
              <a:gd name="p0y11" fmla="*/ 255 h 510"/>
              <a:gd name="p0x12" fmla="*/ 0 w 1512"/>
              <a:gd name="p0y12" fmla="*/ 114 h 510"/>
              <a:gd name="p0x13" fmla="*/ 114 w 1512"/>
              <a:gd name="p0y13" fmla="*/ 0 h 510"/>
              <a:gd name="p0x14" fmla="*/ 255 w 1512"/>
              <a:gd name="p0y14" fmla="*/ 0 h 5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847725" y="1800225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7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创新点一</a:t>
            </a:r>
            <a:endParaRPr sz="1200" b="1" spc="7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808264" y="1679258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参数量悖论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90245" y="2223770"/>
            <a:ext cx="5057775" cy="826770"/>
          </a:xfrm>
          <a:custGeom>
            <a:avLst/>
            <a:gdLst>
              <a:gd name="sw" fmla="*/ 1 w 7965"/>
              <a:gd name="sh" fmla="*/ 1 h 1301"/>
              <a:gd name="mins" fmla="min sw sh"/>
              <a:gd name="dsw" fmla="+- 0 sw mins"/>
              <a:gd name="dsh" fmla="+- 0 sh mins"/>
              <a:gd name="p0x0" fmla="*/ 120 w 7965"/>
              <a:gd name="p0y0" fmla="*/ 0 h 1301"/>
              <a:gd name="p0x1" fmla="*/ 7845 w 7965"/>
              <a:gd name="p0y1" fmla="*/ 0 h 1301"/>
              <a:gd name="p0x2" fmla="*/ 7911 w 7965"/>
              <a:gd name="p0y2" fmla="*/ 0 h 1301"/>
              <a:gd name="p0x3" fmla="*/ 7965 w 7965"/>
              <a:gd name="p0y3" fmla="*/ 53 h 1301"/>
              <a:gd name="p0x4" fmla="*/ 7965 w 7965"/>
              <a:gd name="p0y4" fmla="*/ 120 h 1301"/>
              <a:gd name="p0x5" fmla="*/ 7965 w 7965"/>
              <a:gd name="p0y5" fmla="*/ 1181 h 1301"/>
              <a:gd name="p0x6" fmla="*/ 7965 w 7965"/>
              <a:gd name="p0y6" fmla="*/ 1248 h 1301"/>
              <a:gd name="p0x7" fmla="*/ 7911 w 7965"/>
              <a:gd name="p0y7" fmla="*/ 1301 h 1301"/>
              <a:gd name="p0x8" fmla="*/ 7845 w 7965"/>
              <a:gd name="p0y8" fmla="*/ 1301 h 1301"/>
              <a:gd name="p0x9" fmla="*/ 120 w 7965"/>
              <a:gd name="p0y9" fmla="*/ 1301 h 1301"/>
              <a:gd name="p0x10" fmla="*/ 53 w 7965"/>
              <a:gd name="p0y10" fmla="*/ 1301 h 1301"/>
              <a:gd name="p0x11" fmla="*/ 0 w 7965"/>
              <a:gd name="p0y11" fmla="*/ 1248 h 1301"/>
              <a:gd name="p0x12" fmla="*/ 0 w 7965"/>
              <a:gd name="p0y12" fmla="*/ 1181 h 1301"/>
              <a:gd name="p0x13" fmla="*/ 0 w 7965"/>
              <a:gd name="p0y13" fmla="*/ 120 h 1301"/>
              <a:gd name="p0x14" fmla="*/ 0 w 7965"/>
              <a:gd name="p0y14" fmla="*/ 53 h 1301"/>
              <a:gd name="p0x15" fmla="*/ 53 w 7965"/>
              <a:gd name="p0y15" fmla="*/ 0 h 1301"/>
              <a:gd name="p0x16" fmla="*/ 120 w 7965"/>
              <a:gd name="p0y16" fmla="*/ 0 h 13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47725" y="2328863"/>
            <a:ext cx="47434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参数量越大鲁棒性越差</a:t>
            </a:r>
            <a:r>
              <a:rPr lang="en-US" altLang="zh-CN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47725" y="2642235"/>
            <a:ext cx="47434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残差连接的</a:t>
            </a:r>
            <a:r>
              <a:rPr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误差放大效应</a:t>
            </a: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远超参数冗余的容错收益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685800" y="35102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09701" y="358229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1181100" y="3477520"/>
            <a:ext cx="2538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架构选型原则：</a:t>
            </a:r>
            <a:r>
              <a:rPr sz="485"/>
              <a:t> 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小模型优先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685800" y="4137025"/>
            <a:ext cx="5067300" cy="732790"/>
            <a:chOff x="1080" y="6515"/>
            <a:chExt cx="7980" cy="1154"/>
          </a:xfrm>
        </p:grpSpPr>
        <p:sp>
          <p:nvSpPr>
            <p:cNvPr id="16" name="任意多边形 15"/>
            <p:cNvSpPr/>
            <p:nvPr>
              <p:custDataLst>
                <p:tags r:id="rId14"/>
              </p:custDataLst>
            </p:nvPr>
          </p:nvSpPr>
          <p:spPr>
            <a:xfrm>
              <a:off x="1080" y="6515"/>
              <a:ext cx="7980" cy="1155"/>
            </a:xfrm>
            <a:custGeom>
              <a:avLst/>
              <a:gdLst>
                <a:gd name="sw" fmla="*/ 1 w 7980"/>
                <a:gd name="sh" fmla="*/ 1 h 1155"/>
                <a:gd name="mins" fmla="min sw sh"/>
                <a:gd name="dsw" fmla="+- 0 sw mins"/>
                <a:gd name="dsh" fmla="+- 0 sh mins"/>
                <a:gd name="p0x0" fmla="*/ 0 w 7980"/>
                <a:gd name="p0y0" fmla="*/ 0 h 1155"/>
                <a:gd name="p0x1" fmla="*/ 7980 w 7980"/>
                <a:gd name="p0y1" fmla="*/ 0 h 1155"/>
                <a:gd name="p0x2" fmla="*/ 7980 w 7980"/>
                <a:gd name="p0y2" fmla="*/ 1155 h 1155"/>
                <a:gd name="p0x3" fmla="*/ 0 w 7980"/>
                <a:gd name="p0y3" fmla="*/ 1155 h 1155"/>
                <a:gd name="p0x4" fmla="*/ 0 w 7980"/>
                <a:gd name="p0y4" fmla="*/ 0 h 11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5"/>
              </p:custDataLst>
            </p:nvPr>
          </p:nvSpPr>
          <p:spPr>
            <a:xfrm>
              <a:off x="1080" y="6515"/>
              <a:ext cx="7980" cy="15"/>
            </a:xfrm>
            <a:custGeom>
              <a:avLst/>
              <a:gdLst>
                <a:gd name="sw" fmla="*/ 1 w 7980"/>
                <a:gd name="sh" fmla="*/ 1 h 15"/>
                <a:gd name="mins" fmla="min sw sh"/>
                <a:gd name="dsw" fmla="+- 0 sw mins"/>
                <a:gd name="dsh" fmla="+- 0 sh mins"/>
                <a:gd name="p0x0" fmla="*/ 0 w 7980"/>
                <a:gd name="p0y0" fmla="*/ 0 h 15"/>
                <a:gd name="p0x1" fmla="*/ 7980 w 7980"/>
                <a:gd name="p0y1" fmla="*/ 0 h 15"/>
                <a:gd name="p0x2" fmla="*/ 7980 w 7980"/>
                <a:gd name="p0y2" fmla="*/ 15 h 15"/>
                <a:gd name="p0x3" fmla="*/ 0 w 7980"/>
                <a:gd name="p0y3" fmla="*/ 15 h 15"/>
                <a:gd name="p0x4" fmla="*/ 0 w 79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685800" y="427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809701" y="4351887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5E8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5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1181100" y="4247112"/>
            <a:ext cx="4572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深层机制：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残差连接将失真信号直接传递至深层，与主分支失真叠加形成指数级放大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85800" y="5154295"/>
            <a:ext cx="5067300" cy="732790"/>
            <a:chOff x="1080" y="8117"/>
            <a:chExt cx="7980" cy="1154"/>
          </a:xfrm>
        </p:grpSpPr>
        <p:sp>
          <p:nvSpPr>
            <p:cNvPr id="22" name="任意多边形 21"/>
            <p:cNvSpPr/>
            <p:nvPr>
              <p:custDataLst>
                <p:tags r:id="rId19"/>
              </p:custDataLst>
            </p:nvPr>
          </p:nvSpPr>
          <p:spPr>
            <a:xfrm>
              <a:off x="1080" y="8117"/>
              <a:ext cx="7980" cy="1155"/>
            </a:xfrm>
            <a:custGeom>
              <a:avLst/>
              <a:gdLst>
                <a:gd name="sw" fmla="*/ 1 w 7980"/>
                <a:gd name="sh" fmla="*/ 1 h 1155"/>
                <a:gd name="mins" fmla="min sw sh"/>
                <a:gd name="dsw" fmla="+- 0 sw mins"/>
                <a:gd name="dsh" fmla="+- 0 sh mins"/>
                <a:gd name="p0x0" fmla="*/ 0 w 7980"/>
                <a:gd name="p0y0" fmla="*/ 0 h 1155"/>
                <a:gd name="p0x1" fmla="*/ 7980 w 7980"/>
                <a:gd name="p0y1" fmla="*/ 0 h 1155"/>
                <a:gd name="p0x2" fmla="*/ 7980 w 7980"/>
                <a:gd name="p0y2" fmla="*/ 1155 h 1155"/>
                <a:gd name="p0x3" fmla="*/ 0 w 7980"/>
                <a:gd name="p0y3" fmla="*/ 1155 h 1155"/>
                <a:gd name="p0x4" fmla="*/ 0 w 7980"/>
                <a:gd name="p0y4" fmla="*/ 0 h 11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0"/>
              </p:custDataLst>
            </p:nvPr>
          </p:nvSpPr>
          <p:spPr>
            <a:xfrm>
              <a:off x="1080" y="8117"/>
              <a:ext cx="7980" cy="15"/>
            </a:xfrm>
            <a:custGeom>
              <a:avLst/>
              <a:gdLst>
                <a:gd name="sw" fmla="*/ 1 w 7980"/>
                <a:gd name="sh" fmla="*/ 1 h 15"/>
                <a:gd name="mins" fmla="min sw sh"/>
                <a:gd name="dsw" fmla="+- 0 sw mins"/>
                <a:gd name="dsh" fmla="+- 0 sh mins"/>
                <a:gd name="p0x0" fmla="*/ 0 w 7980"/>
                <a:gd name="p0y0" fmla="*/ 0 h 15"/>
                <a:gd name="p0x1" fmla="*/ 7980 w 7980"/>
                <a:gd name="p0y1" fmla="*/ 0 h 15"/>
                <a:gd name="p0x2" fmla="*/ 7980 w 7980"/>
                <a:gd name="p0y2" fmla="*/ 15 h 15"/>
                <a:gd name="p0x3" fmla="*/ 0 w 7980"/>
                <a:gd name="p0y3" fmla="*/ 15 h 15"/>
                <a:gd name="p0x4" fmla="*/ 0 w 79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85800" y="5297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809701" y="536912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0A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D0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1181100" y="5264353"/>
            <a:ext cx="4572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对比结论：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纯前馈网络因无跨层短路路径而具有</a:t>
            </a:r>
            <a:r>
              <a:rPr sz="150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天然鲁棒性</a:t>
            </a:r>
            <a:endParaRPr sz="150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4"/>
            </p:custDataLst>
          </p:nvPr>
        </p:nvSpPr>
        <p:spPr>
          <a:xfrm>
            <a:off x="6443345" y="1737995"/>
            <a:ext cx="960755" cy="323850"/>
          </a:xfrm>
          <a:custGeom>
            <a:avLst/>
            <a:gdLst>
              <a:gd name="sw" fmla="*/ 1 w 1512"/>
              <a:gd name="sh" fmla="*/ 1 h 510"/>
              <a:gd name="mins" fmla="min sw sh"/>
              <a:gd name="dsw" fmla="+- 0 sw mins"/>
              <a:gd name="dsh" fmla="+- 0 sh mins"/>
              <a:gd name="p0x0" fmla="*/ 255 w 1512"/>
              <a:gd name="p0y0" fmla="*/ 0 h 510"/>
              <a:gd name="p0x1" fmla="*/ 1257 w 1512"/>
              <a:gd name="p0y1" fmla="*/ 0 h 510"/>
              <a:gd name="p0x2" fmla="*/ 1398 w 1512"/>
              <a:gd name="p0y2" fmla="*/ 0 h 510"/>
              <a:gd name="p0x3" fmla="*/ 1512 w 1512"/>
              <a:gd name="p0y3" fmla="*/ 114 h 510"/>
              <a:gd name="p0x4" fmla="*/ 1512 w 1512"/>
              <a:gd name="p0y4" fmla="*/ 255 h 510"/>
              <a:gd name="p0x5" fmla="*/ 1512 w 1512"/>
              <a:gd name="p0y5" fmla="*/ 395 h 510"/>
              <a:gd name="p0x6" fmla="*/ 1398 w 1512"/>
              <a:gd name="p0y6" fmla="*/ 510 h 510"/>
              <a:gd name="p0x7" fmla="*/ 1257 w 1512"/>
              <a:gd name="p0y7" fmla="*/ 510 h 510"/>
              <a:gd name="p0x8" fmla="*/ 255 w 1512"/>
              <a:gd name="p0y8" fmla="*/ 510 h 510"/>
              <a:gd name="p0x9" fmla="*/ 114 w 1512"/>
              <a:gd name="p0y9" fmla="*/ 510 h 510"/>
              <a:gd name="p0x10" fmla="*/ 0 w 1512"/>
              <a:gd name="p0y10" fmla="*/ 395 h 510"/>
              <a:gd name="p0x11" fmla="*/ 0 w 1512"/>
              <a:gd name="p0y11" fmla="*/ 255 h 510"/>
              <a:gd name="p0x12" fmla="*/ 0 w 1512"/>
              <a:gd name="p0y12" fmla="*/ 114 h 510"/>
              <a:gd name="p0x13" fmla="*/ 114 w 1512"/>
              <a:gd name="p0y13" fmla="*/ 0 h 510"/>
              <a:gd name="p0x14" fmla="*/ 255 w 1512"/>
              <a:gd name="p0y14" fmla="*/ 0 h 5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6600825" y="1800225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 spc="72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创新点二</a:t>
            </a:r>
            <a:endParaRPr sz="1200" b="1" spc="72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7561364" y="1679258"/>
            <a:ext cx="200694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反常反超</a:t>
            </a:r>
            <a:endParaRPr lang="zh-CN"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6443345" y="2223770"/>
            <a:ext cx="5057775" cy="826770"/>
          </a:xfrm>
          <a:custGeom>
            <a:avLst/>
            <a:gdLst>
              <a:gd name="sw" fmla="*/ 1 w 7965"/>
              <a:gd name="sh" fmla="*/ 1 h 1301"/>
              <a:gd name="mins" fmla="min sw sh"/>
              <a:gd name="dsw" fmla="+- 0 sw mins"/>
              <a:gd name="dsh" fmla="+- 0 sh mins"/>
              <a:gd name="p0x0" fmla="*/ 120 w 7965"/>
              <a:gd name="p0y0" fmla="*/ 0 h 1301"/>
              <a:gd name="p0x1" fmla="*/ 7845 w 7965"/>
              <a:gd name="p0y1" fmla="*/ 0 h 1301"/>
              <a:gd name="p0x2" fmla="*/ 7911 w 7965"/>
              <a:gd name="p0y2" fmla="*/ 0 h 1301"/>
              <a:gd name="p0x3" fmla="*/ 7965 w 7965"/>
              <a:gd name="p0y3" fmla="*/ 53 h 1301"/>
              <a:gd name="p0x4" fmla="*/ 7965 w 7965"/>
              <a:gd name="p0y4" fmla="*/ 120 h 1301"/>
              <a:gd name="p0x5" fmla="*/ 7965 w 7965"/>
              <a:gd name="p0y5" fmla="*/ 1181 h 1301"/>
              <a:gd name="p0x6" fmla="*/ 7965 w 7965"/>
              <a:gd name="p0y6" fmla="*/ 1248 h 1301"/>
              <a:gd name="p0x7" fmla="*/ 7911 w 7965"/>
              <a:gd name="p0y7" fmla="*/ 1301 h 1301"/>
              <a:gd name="p0x8" fmla="*/ 7845 w 7965"/>
              <a:gd name="p0y8" fmla="*/ 1301 h 1301"/>
              <a:gd name="p0x9" fmla="*/ 120 w 7965"/>
              <a:gd name="p0y9" fmla="*/ 1301 h 1301"/>
              <a:gd name="p0x10" fmla="*/ 53 w 7965"/>
              <a:gd name="p0y10" fmla="*/ 1301 h 1301"/>
              <a:gd name="p0x11" fmla="*/ 0 w 7965"/>
              <a:gd name="p0y11" fmla="*/ 1248 h 1301"/>
              <a:gd name="p0x12" fmla="*/ 0 w 7965"/>
              <a:gd name="p0y12" fmla="*/ 1181 h 1301"/>
              <a:gd name="p0x13" fmla="*/ 0 w 7965"/>
              <a:gd name="p0y13" fmla="*/ 120 h 1301"/>
              <a:gd name="p0x14" fmla="*/ 0 w 7965"/>
              <a:gd name="p0y14" fmla="*/ 53 h 1301"/>
              <a:gd name="p0x15" fmla="*/ 53 w 7965"/>
              <a:gd name="p0y15" fmla="*/ 0 h 1301"/>
              <a:gd name="p0x16" fmla="*/ 120 w 7965"/>
              <a:gd name="p0y16" fmla="*/ 0 h 13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33600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6600825" y="2328863"/>
            <a:ext cx="47434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非线性感知训练双策略（</a:t>
            </a:r>
            <a:r>
              <a:rPr lang="en-US" altLang="zh-CN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Finetune / Scratch</a:t>
            </a:r>
            <a:r>
              <a:rPr lang="zh-CN" altLang="en-US"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6600825" y="2642235"/>
            <a:ext cx="364815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纯前馈优先</a:t>
            </a:r>
            <a:r>
              <a:rPr lang="en-US" altLang="zh-CN"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Scratch</a:t>
            </a:r>
            <a:r>
              <a:rPr lang="zh-CN" altLang="en-US"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，残差改用</a:t>
            </a:r>
            <a:r>
              <a:rPr lang="en-US" altLang="zh-CN" sz="1350" b="1">
                <a:solidFill>
                  <a:srgbClr val="FFF2B3"/>
                </a:solidFill>
                <a:effectLst>
                  <a:outerShdw blurRad="285750" algn="ctr" rotWithShape="0">
                    <a:srgbClr val="FC7D00">
                      <a:alpha val="27843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Finetune"</a:t>
            </a:r>
            <a:endParaRPr lang="en-US" altLang="zh-CN" sz="1350" b="1">
              <a:solidFill>
                <a:srgbClr val="FFF2B3"/>
              </a:solidFill>
              <a:effectLst>
                <a:outerShdw blurRad="285750" algn="ctr" rotWithShape="0">
                  <a:srgbClr val="FC7D00">
                    <a:alpha val="27843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6438900" y="35102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6562801" y="358229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6934200" y="3477520"/>
            <a:ext cx="2919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范式建立：</a:t>
            </a:r>
            <a:r>
              <a:rPr sz="485"/>
              <a:t> </a:t>
            </a:r>
            <a:r>
              <a:rPr sz="150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分架构匹配训练策略</a:t>
            </a:r>
            <a:endParaRPr sz="1500" b="1">
              <a:solidFill>
                <a:srgbClr val="DAAB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6438900" y="4137025"/>
            <a:ext cx="5067300" cy="732790"/>
            <a:chOff x="10140" y="6515"/>
            <a:chExt cx="7980" cy="1154"/>
          </a:xfrm>
        </p:grpSpPr>
        <p:sp>
          <p:nvSpPr>
            <p:cNvPr id="37" name="任意多边形 36"/>
            <p:cNvSpPr/>
            <p:nvPr>
              <p:custDataLst>
                <p:tags r:id="rId33"/>
              </p:custDataLst>
            </p:nvPr>
          </p:nvSpPr>
          <p:spPr>
            <a:xfrm>
              <a:off x="10140" y="6515"/>
              <a:ext cx="7980" cy="1155"/>
            </a:xfrm>
            <a:custGeom>
              <a:avLst/>
              <a:gdLst>
                <a:gd name="sw" fmla="*/ 1 w 7980"/>
                <a:gd name="sh" fmla="*/ 1 h 1155"/>
                <a:gd name="mins" fmla="min sw sh"/>
                <a:gd name="dsw" fmla="+- 0 sw mins"/>
                <a:gd name="dsh" fmla="+- 0 sh mins"/>
                <a:gd name="p0x0" fmla="*/ 0 w 7980"/>
                <a:gd name="p0y0" fmla="*/ 0 h 1155"/>
                <a:gd name="p0x1" fmla="*/ 7980 w 7980"/>
                <a:gd name="p0y1" fmla="*/ 0 h 1155"/>
                <a:gd name="p0x2" fmla="*/ 7980 w 7980"/>
                <a:gd name="p0y2" fmla="*/ 1155 h 1155"/>
                <a:gd name="p0x3" fmla="*/ 0 w 7980"/>
                <a:gd name="p0y3" fmla="*/ 1155 h 1155"/>
                <a:gd name="p0x4" fmla="*/ 0 w 7980"/>
                <a:gd name="p0y4" fmla="*/ 0 h 11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4"/>
              </p:custDataLst>
            </p:nvPr>
          </p:nvSpPr>
          <p:spPr>
            <a:xfrm>
              <a:off x="10140" y="6515"/>
              <a:ext cx="7980" cy="15"/>
            </a:xfrm>
            <a:custGeom>
              <a:avLst/>
              <a:gdLst>
                <a:gd name="sw" fmla="*/ 1 w 7980"/>
                <a:gd name="sh" fmla="*/ 1 h 15"/>
                <a:gd name="mins" fmla="min sw sh"/>
                <a:gd name="dsw" fmla="+- 0 sw mins"/>
                <a:gd name="dsh" fmla="+- 0 sh mins"/>
                <a:gd name="p0x0" fmla="*/ 0 w 7980"/>
                <a:gd name="p0y0" fmla="*/ 0 h 15"/>
                <a:gd name="p0x1" fmla="*/ 7980 w 7980"/>
                <a:gd name="p0y1" fmla="*/ 0 h 15"/>
                <a:gd name="p0x2" fmla="*/ 7980 w 7980"/>
                <a:gd name="p0y2" fmla="*/ 15 h 15"/>
                <a:gd name="p0x3" fmla="*/ 0 w 7980"/>
                <a:gd name="p0y3" fmla="*/ 15 h 15"/>
                <a:gd name="p0x4" fmla="*/ 0 w 79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6438900" y="427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6562801" y="4351887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5E8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5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6934200" y="4247112"/>
            <a:ext cx="428728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反超机制：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Finetune 19.89%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优于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Scratch 15.64%</a:t>
            </a:r>
            <a:endParaRPr sz="15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6438900" y="5154295"/>
            <a:ext cx="5067300" cy="732790"/>
            <a:chOff x="10140" y="8117"/>
            <a:chExt cx="7980" cy="1154"/>
          </a:xfrm>
        </p:grpSpPr>
        <p:sp>
          <p:nvSpPr>
            <p:cNvPr id="43" name="任意多边形 42"/>
            <p:cNvSpPr/>
            <p:nvPr>
              <p:custDataLst>
                <p:tags r:id="rId38"/>
              </p:custDataLst>
            </p:nvPr>
          </p:nvSpPr>
          <p:spPr>
            <a:xfrm>
              <a:off x="10140" y="8117"/>
              <a:ext cx="7980" cy="1155"/>
            </a:xfrm>
            <a:custGeom>
              <a:avLst/>
              <a:gdLst>
                <a:gd name="sw" fmla="*/ 1 w 7980"/>
                <a:gd name="sh" fmla="*/ 1 h 1155"/>
                <a:gd name="mins" fmla="min sw sh"/>
                <a:gd name="dsw" fmla="+- 0 sw mins"/>
                <a:gd name="dsh" fmla="+- 0 sh mins"/>
                <a:gd name="p0x0" fmla="*/ 0 w 7980"/>
                <a:gd name="p0y0" fmla="*/ 0 h 1155"/>
                <a:gd name="p0x1" fmla="*/ 7980 w 7980"/>
                <a:gd name="p0y1" fmla="*/ 0 h 1155"/>
                <a:gd name="p0x2" fmla="*/ 7980 w 7980"/>
                <a:gd name="p0y2" fmla="*/ 1155 h 1155"/>
                <a:gd name="p0x3" fmla="*/ 0 w 7980"/>
                <a:gd name="p0y3" fmla="*/ 1155 h 1155"/>
                <a:gd name="p0x4" fmla="*/ 0 w 7980"/>
                <a:gd name="p0y4" fmla="*/ 0 h 115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39"/>
              </p:custDataLst>
            </p:nvPr>
          </p:nvSpPr>
          <p:spPr>
            <a:xfrm>
              <a:off x="10140" y="8117"/>
              <a:ext cx="7980" cy="15"/>
            </a:xfrm>
            <a:custGeom>
              <a:avLst/>
              <a:gdLst>
                <a:gd name="sw" fmla="*/ 1 w 7980"/>
                <a:gd name="sh" fmla="*/ 1 h 15"/>
                <a:gd name="mins" fmla="min sw sh"/>
                <a:gd name="dsw" fmla="+- 0 sw mins"/>
                <a:gd name="dsh" fmla="+- 0 sh mins"/>
                <a:gd name="p0x0" fmla="*/ 0 w 7980"/>
                <a:gd name="p0y0" fmla="*/ 0 h 15"/>
                <a:gd name="p0x1" fmla="*/ 7980 w 7980"/>
                <a:gd name="p0y1" fmla="*/ 0 h 15"/>
                <a:gd name="p0x2" fmla="*/ 7980 w 7980"/>
                <a:gd name="p0y2" fmla="*/ 15 h 15"/>
                <a:gd name="p0x3" fmla="*/ 0 w 7980"/>
                <a:gd name="p0y3" fmla="*/ 15 h 15"/>
                <a:gd name="p0x4" fmla="*/ 0 w 79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任意多边形 45"/>
          <p:cNvSpPr/>
          <p:nvPr>
            <p:custDataLst>
              <p:tags r:id="rId40"/>
            </p:custDataLst>
          </p:nvPr>
        </p:nvSpPr>
        <p:spPr>
          <a:xfrm>
            <a:off x="6438900" y="5297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3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1"/>
            </p:custDataLst>
          </p:nvPr>
        </p:nvSpPr>
        <p:spPr>
          <a:xfrm>
            <a:off x="6562801" y="536912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0A6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D0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2"/>
            </p:custDataLst>
          </p:nvPr>
        </p:nvSpPr>
        <p:spPr>
          <a:xfrm>
            <a:off x="6934200" y="5264353"/>
            <a:ext cx="443373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关键条件：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低学习率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残差恒等路径提供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信息安全通道</a:t>
            </a:r>
            <a:endParaRPr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43"/>
            </p:custDataLst>
          </p:nvPr>
        </p:nvSpPr>
        <p:spPr>
          <a:xfrm>
            <a:off x="457200" y="433388"/>
            <a:ext cx="3810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创新点一与创新点二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47700" y="433388"/>
            <a:ext cx="5551961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创新点三：</a:t>
            </a:r>
            <a:r>
              <a:rPr lang="en-US" sz="30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altLang="en-US" sz="300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机理修正</a:t>
            </a:r>
            <a:endParaRPr lang="zh-CN" altLang="en-US" sz="300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995363"/>
            <a:ext cx="943398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通过三假设竞争判决实验，正式修正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效应机理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strike="sngStrike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“随机共振”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“离散化分布重塑”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6"/>
            </p:custDataLst>
          </p:nvPr>
        </p:nvSpPr>
        <p:spPr>
          <a:xfrm>
            <a:off x="461645" y="5471795"/>
            <a:ext cx="5974080" cy="923925"/>
          </a:xfrm>
          <a:custGeom>
            <a:avLst/>
            <a:gdLst>
              <a:gd name="sw" fmla="*/ 1 w 9407"/>
              <a:gd name="sh" fmla="*/ 1 h 1455"/>
              <a:gd name="mins" fmla="min sw sh"/>
              <a:gd name="dsw" fmla="+- 0 sw mins"/>
              <a:gd name="dsh" fmla="+- 0 sh mins"/>
              <a:gd name="p0x0" fmla="*/ 120 w 9407"/>
              <a:gd name="p0y0" fmla="*/ 0 h 1455"/>
              <a:gd name="p0x1" fmla="*/ 9287 w 9407"/>
              <a:gd name="p0y1" fmla="*/ 0 h 1455"/>
              <a:gd name="p0x2" fmla="*/ 9353 w 9407"/>
              <a:gd name="p0y2" fmla="*/ 0 h 1455"/>
              <a:gd name="p0x3" fmla="*/ 9407 w 9407"/>
              <a:gd name="p0y3" fmla="*/ 53 h 1455"/>
              <a:gd name="p0x4" fmla="*/ 9407 w 9407"/>
              <a:gd name="p0y4" fmla="*/ 120 h 1455"/>
              <a:gd name="p0x5" fmla="*/ 9407 w 9407"/>
              <a:gd name="p0y5" fmla="*/ 1335 h 1455"/>
              <a:gd name="p0x6" fmla="*/ 9407 w 9407"/>
              <a:gd name="p0y6" fmla="*/ 1401 h 1455"/>
              <a:gd name="p0x7" fmla="*/ 9353 w 9407"/>
              <a:gd name="p0y7" fmla="*/ 1455 h 1455"/>
              <a:gd name="p0x8" fmla="*/ 9287 w 9407"/>
              <a:gd name="p0y8" fmla="*/ 1455 h 1455"/>
              <a:gd name="p0x9" fmla="*/ 120 w 9407"/>
              <a:gd name="p0y9" fmla="*/ 1455 h 1455"/>
              <a:gd name="p0x10" fmla="*/ 53 w 9407"/>
              <a:gd name="p0y10" fmla="*/ 1455 h 1455"/>
              <a:gd name="p0x11" fmla="*/ 0 w 9407"/>
              <a:gd name="p0y11" fmla="*/ 1401 h 1455"/>
              <a:gd name="p0x12" fmla="*/ 0 w 9407"/>
              <a:gd name="p0y12" fmla="*/ 1335 h 1455"/>
              <a:gd name="p0x13" fmla="*/ 0 w 9407"/>
              <a:gd name="p0y13" fmla="*/ 120 h 1455"/>
              <a:gd name="p0x14" fmla="*/ 0 w 9407"/>
              <a:gd name="p0y14" fmla="*/ 53 h 1455"/>
              <a:gd name="p0x15" fmla="*/ 53 w 9407"/>
              <a:gd name="p0y15" fmla="*/ 0 h 1455"/>
              <a:gd name="p0x16" fmla="*/ 120 w 9407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2700000"/>
          </a:gradFill>
          <a:ln w="9525" cmpd="sng">
            <a:solidFill>
              <a:srgbClr val="00BFFF">
                <a:alpha val="25098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695325" y="5834063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机理判定</a:t>
            </a:r>
            <a:endParaRPr sz="1200" b="1" spc="7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8"/>
            </p:custDataLst>
          </p:nvPr>
        </p:nvSpPr>
        <p:spPr>
          <a:xfrm>
            <a:off x="1493939" y="5614988"/>
            <a:ext cx="46767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增益来自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“离散化分布重塑</a:t>
            </a:r>
            <a:r>
              <a:rPr lang="en-US" altLang="zh-CN"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sz="1500" b="1">
                <a:solidFill>
                  <a:srgbClr val="FFF2B3"/>
                </a:solidFill>
                <a:effectLst>
                  <a:outerShdw blurRad="285750" algn="ctr" rotWithShape="0">
                    <a:srgbClr val="00BFFF">
                      <a:alpha val="4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载体”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，而非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 strike="sngStrike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“噪声抖动”</a:t>
            </a:r>
            <a:endParaRPr sz="1500" strike="sngStrike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9"/>
            </p:custDataLst>
          </p:nvPr>
        </p:nvSpPr>
        <p:spPr>
          <a:xfrm>
            <a:off x="6673850" y="5471795"/>
            <a:ext cx="5055870" cy="923925"/>
          </a:xfrm>
          <a:custGeom>
            <a:avLst/>
            <a:gdLst>
              <a:gd name="sw" fmla="*/ 1 w 7962"/>
              <a:gd name="sh" fmla="*/ 1 h 1455"/>
              <a:gd name="mins" fmla="min sw sh"/>
              <a:gd name="dsw" fmla="+- 0 sw mins"/>
              <a:gd name="dsh" fmla="+- 0 sh mins"/>
              <a:gd name="p0x0" fmla="*/ 120 w 7962"/>
              <a:gd name="p0y0" fmla="*/ 0 h 1455"/>
              <a:gd name="p0x1" fmla="*/ 7842 w 7962"/>
              <a:gd name="p0y1" fmla="*/ 0 h 1455"/>
              <a:gd name="p0x2" fmla="*/ 7908 w 7962"/>
              <a:gd name="p0y2" fmla="*/ 0 h 1455"/>
              <a:gd name="p0x3" fmla="*/ 7962 w 7962"/>
              <a:gd name="p0y3" fmla="*/ 53 h 1455"/>
              <a:gd name="p0x4" fmla="*/ 7962 w 7962"/>
              <a:gd name="p0y4" fmla="*/ 120 h 1455"/>
              <a:gd name="p0x5" fmla="*/ 7962 w 7962"/>
              <a:gd name="p0y5" fmla="*/ 1335 h 1455"/>
              <a:gd name="p0x6" fmla="*/ 7962 w 7962"/>
              <a:gd name="p0y6" fmla="*/ 1401 h 1455"/>
              <a:gd name="p0x7" fmla="*/ 7908 w 7962"/>
              <a:gd name="p0y7" fmla="*/ 1455 h 1455"/>
              <a:gd name="p0x8" fmla="*/ 7842 w 7962"/>
              <a:gd name="p0y8" fmla="*/ 1455 h 1455"/>
              <a:gd name="p0x9" fmla="*/ 120 w 7962"/>
              <a:gd name="p0y9" fmla="*/ 1455 h 1455"/>
              <a:gd name="p0x10" fmla="*/ 53 w 7962"/>
              <a:gd name="p0y10" fmla="*/ 1455 h 1455"/>
              <a:gd name="p0x11" fmla="*/ 0 w 7962"/>
              <a:gd name="p0y11" fmla="*/ 1401 h 1455"/>
              <a:gd name="p0x12" fmla="*/ 0 w 7962"/>
              <a:gd name="p0y12" fmla="*/ 1335 h 1455"/>
              <a:gd name="p0x13" fmla="*/ 0 w 7962"/>
              <a:gd name="p0y13" fmla="*/ 120 h 1455"/>
              <a:gd name="p0x14" fmla="*/ 0 w 7962"/>
              <a:gd name="p0y14" fmla="*/ 53 h 1455"/>
              <a:gd name="p0x15" fmla="*/ 53 w 7962"/>
              <a:gd name="p0y15" fmla="*/ 0 h 1455"/>
              <a:gd name="p0x16" fmla="*/ 120 w 7962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10"/>
            </p:custDataLst>
          </p:nvPr>
        </p:nvSpPr>
        <p:spPr>
          <a:xfrm>
            <a:off x="6911975" y="5791200"/>
            <a:ext cx="1053465" cy="285750"/>
          </a:xfrm>
          <a:custGeom>
            <a:avLst/>
            <a:gdLst>
              <a:gd name="sw" fmla="*/ 1 w 1659"/>
              <a:gd name="sh" fmla="*/ 1 h 450"/>
              <a:gd name="mins" fmla="min sw sh"/>
              <a:gd name="dsw" fmla="+- 0 sw mins"/>
              <a:gd name="dsh" fmla="+- 0 sh mins"/>
              <a:gd name="p0x0" fmla="*/ 225 w 1659"/>
              <a:gd name="p0y0" fmla="*/ 0 h 450"/>
              <a:gd name="p0x1" fmla="*/ 1434 w 1659"/>
              <a:gd name="p0y1" fmla="*/ 0 h 450"/>
              <a:gd name="p0x2" fmla="*/ 1558 w 1659"/>
              <a:gd name="p0y2" fmla="*/ 0 h 450"/>
              <a:gd name="p0x3" fmla="*/ 1659 w 1659"/>
              <a:gd name="p0y3" fmla="*/ 100 h 450"/>
              <a:gd name="p0x4" fmla="*/ 1659 w 1659"/>
              <a:gd name="p0y4" fmla="*/ 225 h 450"/>
              <a:gd name="p0x5" fmla="*/ 1659 w 1659"/>
              <a:gd name="p0y5" fmla="*/ 349 h 450"/>
              <a:gd name="p0x6" fmla="*/ 1558 w 1659"/>
              <a:gd name="p0y6" fmla="*/ 450 h 450"/>
              <a:gd name="p0x7" fmla="*/ 1434 w 1659"/>
              <a:gd name="p0y7" fmla="*/ 450 h 450"/>
              <a:gd name="p0x8" fmla="*/ 225 w 1659"/>
              <a:gd name="p0y8" fmla="*/ 450 h 450"/>
              <a:gd name="p0x9" fmla="*/ 100 w 1659"/>
              <a:gd name="p0y9" fmla="*/ 450 h 450"/>
              <a:gd name="p0x10" fmla="*/ 0 w 1659"/>
              <a:gd name="p0y10" fmla="*/ 349 h 450"/>
              <a:gd name="p0x11" fmla="*/ 0 w 1659"/>
              <a:gd name="p0y11" fmla="*/ 225 h 450"/>
              <a:gd name="p0x12" fmla="*/ 0 w 1659"/>
              <a:gd name="p0y12" fmla="*/ 100 h 450"/>
              <a:gd name="p0x13" fmla="*/ 100 w 1659"/>
              <a:gd name="p0y13" fmla="*/ 0 h 450"/>
              <a:gd name="p0x14" fmla="*/ 225 w 1659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00BFFF">
                <a:alpha val="2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7050215" y="5834063"/>
            <a:ext cx="9296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spc="24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科学性意义</a:t>
            </a:r>
            <a:endParaRPr sz="1200" spc="24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8084648" y="5614988"/>
            <a:ext cx="34865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修正了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存算一体领域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效应的主流解释，为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精度设计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提供新依据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3"/>
            </p:custDataLst>
          </p:nvPr>
        </p:nvSpPr>
        <p:spPr>
          <a:xfrm>
            <a:off x="461645" y="1471295"/>
            <a:ext cx="5514975" cy="3838575"/>
          </a:xfrm>
          <a:custGeom>
            <a:avLst/>
            <a:gdLst>
              <a:gd name="sw" fmla="*/ 1 w 8685"/>
              <a:gd name="sh" fmla="*/ 1 h 6045"/>
              <a:gd name="mins" fmla="min sw sh"/>
              <a:gd name="dsw" fmla="+- 0 sw mins"/>
              <a:gd name="dsh" fmla="+- 0 sh mins"/>
              <a:gd name="p0x0" fmla="*/ 180 w 8685"/>
              <a:gd name="p0y0" fmla="*/ 0 h 6045"/>
              <a:gd name="p0x1" fmla="*/ 8505 w 8685"/>
              <a:gd name="p0y1" fmla="*/ 0 h 6045"/>
              <a:gd name="p0x2" fmla="*/ 8604 w 8685"/>
              <a:gd name="p0y2" fmla="*/ 0 h 6045"/>
              <a:gd name="p0x3" fmla="*/ 8685 w 8685"/>
              <a:gd name="p0y3" fmla="*/ 80 h 6045"/>
              <a:gd name="p0x4" fmla="*/ 8685 w 8685"/>
              <a:gd name="p0y4" fmla="*/ 180 h 6045"/>
              <a:gd name="p0x5" fmla="*/ 8685 w 8685"/>
              <a:gd name="p0y5" fmla="*/ 5865 h 6045"/>
              <a:gd name="p0x6" fmla="*/ 8685 w 8685"/>
              <a:gd name="p0y6" fmla="*/ 5964 h 6045"/>
              <a:gd name="p0x7" fmla="*/ 8604 w 8685"/>
              <a:gd name="p0y7" fmla="*/ 6045 h 6045"/>
              <a:gd name="p0x8" fmla="*/ 8505 w 8685"/>
              <a:gd name="p0y8" fmla="*/ 6045 h 6045"/>
              <a:gd name="p0x9" fmla="*/ 180 w 8685"/>
              <a:gd name="p0y9" fmla="*/ 6045 h 6045"/>
              <a:gd name="p0x10" fmla="*/ 80 w 8685"/>
              <a:gd name="p0y10" fmla="*/ 6045 h 6045"/>
              <a:gd name="p0x11" fmla="*/ 0 w 8685"/>
              <a:gd name="p0y11" fmla="*/ 5964 h 6045"/>
              <a:gd name="p0x12" fmla="*/ 0 w 8685"/>
              <a:gd name="p0y12" fmla="*/ 5865 h 6045"/>
              <a:gd name="p0x13" fmla="*/ 0 w 8685"/>
              <a:gd name="p0y13" fmla="*/ 180 h 6045"/>
              <a:gd name="p0x14" fmla="*/ 0 w 8685"/>
              <a:gd name="p0y14" fmla="*/ 80 h 6045"/>
              <a:gd name="p0x15" fmla="*/ 80 w 8685"/>
              <a:gd name="p0y15" fmla="*/ 0 h 6045"/>
              <a:gd name="p0x16" fmla="*/ 180 w 8685"/>
              <a:gd name="p0y16" fmla="*/ 0 h 60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4"/>
            </p:custDataLst>
          </p:nvPr>
        </p:nvSpPr>
        <p:spPr>
          <a:xfrm>
            <a:off x="699770" y="18713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819226" y="193833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6"/>
            </p:custDataLst>
          </p:nvPr>
        </p:nvSpPr>
        <p:spPr>
          <a:xfrm>
            <a:off x="1152525" y="1688783"/>
            <a:ext cx="3715198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揭示一：粗离散化重塑输入分布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7"/>
            </p:custDataLst>
          </p:nvPr>
        </p:nvSpPr>
        <p:spPr>
          <a:xfrm>
            <a:off x="4986655" y="1838325"/>
            <a:ext cx="751840" cy="400050"/>
          </a:xfrm>
          <a:custGeom>
            <a:avLst/>
            <a:gdLst>
              <a:gd name="sw" fmla="*/ 1 w 1184"/>
              <a:gd name="sh" fmla="*/ 1 h 630"/>
              <a:gd name="mins" fmla="min sw sh"/>
              <a:gd name="dsw" fmla="+- 0 sw mins"/>
              <a:gd name="dsh" fmla="+- 0 sh mins"/>
              <a:gd name="p0x0" fmla="*/ 60 w 1184"/>
              <a:gd name="p0y0" fmla="*/ 0 h 630"/>
              <a:gd name="p0x1" fmla="*/ 1124 w 1184"/>
              <a:gd name="p0y1" fmla="*/ 0 h 630"/>
              <a:gd name="p0x2" fmla="*/ 1157 w 1184"/>
              <a:gd name="p0y2" fmla="*/ 0 h 630"/>
              <a:gd name="p0x3" fmla="*/ 1184 w 1184"/>
              <a:gd name="p0y3" fmla="*/ 26 h 630"/>
              <a:gd name="p0x4" fmla="*/ 1184 w 1184"/>
              <a:gd name="p0y4" fmla="*/ 60 h 630"/>
              <a:gd name="p0x5" fmla="*/ 1184 w 1184"/>
              <a:gd name="p0y5" fmla="*/ 570 h 630"/>
              <a:gd name="p0x6" fmla="*/ 1184 w 1184"/>
              <a:gd name="p0y6" fmla="*/ 603 h 630"/>
              <a:gd name="p0x7" fmla="*/ 1157 w 1184"/>
              <a:gd name="p0y7" fmla="*/ 630 h 630"/>
              <a:gd name="p0x8" fmla="*/ 1124 w 1184"/>
              <a:gd name="p0y8" fmla="*/ 630 h 630"/>
              <a:gd name="p0x9" fmla="*/ 60 w 1184"/>
              <a:gd name="p0y9" fmla="*/ 630 h 630"/>
              <a:gd name="p0x10" fmla="*/ 26 w 1184"/>
              <a:gd name="p0y10" fmla="*/ 630 h 630"/>
              <a:gd name="p0x11" fmla="*/ 0 w 1184"/>
              <a:gd name="p0y11" fmla="*/ 603 h 630"/>
              <a:gd name="p0x12" fmla="*/ 0 w 1184"/>
              <a:gd name="p0y12" fmla="*/ 570 h 630"/>
              <a:gd name="p0x13" fmla="*/ 0 w 1184"/>
              <a:gd name="p0y13" fmla="*/ 60 h 630"/>
              <a:gd name="p0x14" fmla="*/ 0 w 1184"/>
              <a:gd name="p0y14" fmla="*/ 26 h 630"/>
              <a:gd name="p0x15" fmla="*/ 26 w 1184"/>
              <a:gd name="p0y15" fmla="*/ 0 h 630"/>
              <a:gd name="p0x16" fmla="*/ 60 w 1184"/>
              <a:gd name="p0y16" fmla="*/ 0 h 6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00BFFF">
                <a:alpha val="2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8"/>
            </p:custDataLst>
          </p:nvPr>
        </p:nvSpPr>
        <p:spPr>
          <a:xfrm>
            <a:off x="5086798" y="1862138"/>
            <a:ext cx="552003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4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正向验证</a:t>
            </a:r>
            <a:endParaRPr sz="1050" spc="4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9"/>
            </p:custDataLst>
          </p:nvPr>
        </p:nvSpPr>
        <p:spPr>
          <a:xfrm>
            <a:off x="699770" y="2566670"/>
            <a:ext cx="2438400" cy="826770"/>
          </a:xfrm>
          <a:custGeom>
            <a:avLst/>
            <a:gdLst>
              <a:gd name="sw" fmla="*/ 1 w 3840"/>
              <a:gd name="sh" fmla="*/ 1 h 1301"/>
              <a:gd name="mins" fmla="min sw sh"/>
              <a:gd name="dsw" fmla="+- 0 sw mins"/>
              <a:gd name="dsh" fmla="+- 0 sh mins"/>
              <a:gd name="p0x0" fmla="*/ 120 w 3840"/>
              <a:gd name="p0y0" fmla="*/ 0 h 1301"/>
              <a:gd name="p0x1" fmla="*/ 3720 w 3840"/>
              <a:gd name="p0y1" fmla="*/ 0 h 1301"/>
              <a:gd name="p0x2" fmla="*/ 3786 w 3840"/>
              <a:gd name="p0y2" fmla="*/ 0 h 1301"/>
              <a:gd name="p0x3" fmla="*/ 3840 w 3840"/>
              <a:gd name="p0y3" fmla="*/ 53 h 1301"/>
              <a:gd name="p0x4" fmla="*/ 3840 w 3840"/>
              <a:gd name="p0y4" fmla="*/ 120 h 1301"/>
              <a:gd name="p0x5" fmla="*/ 3840 w 3840"/>
              <a:gd name="p0y5" fmla="*/ 1181 h 1301"/>
              <a:gd name="p0x6" fmla="*/ 3840 w 3840"/>
              <a:gd name="p0y6" fmla="*/ 1248 h 1301"/>
              <a:gd name="p0x7" fmla="*/ 3786 w 3840"/>
              <a:gd name="p0y7" fmla="*/ 1301 h 1301"/>
              <a:gd name="p0x8" fmla="*/ 3720 w 3840"/>
              <a:gd name="p0y8" fmla="*/ 1301 h 1301"/>
              <a:gd name="p0x9" fmla="*/ 120 w 3840"/>
              <a:gd name="p0y9" fmla="*/ 1301 h 1301"/>
              <a:gd name="p0x10" fmla="*/ 53 w 3840"/>
              <a:gd name="p0y10" fmla="*/ 1301 h 1301"/>
              <a:gd name="p0x11" fmla="*/ 0 w 3840"/>
              <a:gd name="p0y11" fmla="*/ 1248 h 1301"/>
              <a:gd name="p0x12" fmla="*/ 0 w 3840"/>
              <a:gd name="p0y12" fmla="*/ 1181 h 1301"/>
              <a:gd name="p0x13" fmla="*/ 0 w 3840"/>
              <a:gd name="p0y13" fmla="*/ 120 h 1301"/>
              <a:gd name="p0x14" fmla="*/ 0 w 3840"/>
              <a:gd name="p0y14" fmla="*/ 53 h 1301"/>
              <a:gd name="p0x15" fmla="*/ 53 w 3840"/>
              <a:gd name="p0y15" fmla="*/ 0 h 1301"/>
              <a:gd name="p0x16" fmla="*/ 120 w 3840"/>
              <a:gd name="p0y16" fmla="*/ 0 h 13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857250" y="2704148"/>
            <a:ext cx="866251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en-US" sz="21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sz="21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</a:t>
            </a:r>
            <a:endParaRPr lang="zh-CN" sz="210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857250" y="3036541"/>
            <a:ext cx="108346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粗离散化</a:t>
            </a:r>
            <a:endParaRPr lang="zh-CN"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2"/>
            </p:custDataLst>
          </p:nvPr>
        </p:nvSpPr>
        <p:spPr>
          <a:xfrm>
            <a:off x="3300095" y="2566670"/>
            <a:ext cx="2438400" cy="826770"/>
          </a:xfrm>
          <a:custGeom>
            <a:avLst/>
            <a:gdLst>
              <a:gd name="sw" fmla="*/ 1 w 3840"/>
              <a:gd name="sh" fmla="*/ 1 h 1301"/>
              <a:gd name="mins" fmla="min sw sh"/>
              <a:gd name="dsw" fmla="+- 0 sw mins"/>
              <a:gd name="dsh" fmla="+- 0 sh mins"/>
              <a:gd name="p0x0" fmla="*/ 120 w 3840"/>
              <a:gd name="p0y0" fmla="*/ 0 h 1301"/>
              <a:gd name="p0x1" fmla="*/ 3720 w 3840"/>
              <a:gd name="p0y1" fmla="*/ 0 h 1301"/>
              <a:gd name="p0x2" fmla="*/ 3786 w 3840"/>
              <a:gd name="p0y2" fmla="*/ 0 h 1301"/>
              <a:gd name="p0x3" fmla="*/ 3840 w 3840"/>
              <a:gd name="p0y3" fmla="*/ 53 h 1301"/>
              <a:gd name="p0x4" fmla="*/ 3840 w 3840"/>
              <a:gd name="p0y4" fmla="*/ 120 h 1301"/>
              <a:gd name="p0x5" fmla="*/ 3840 w 3840"/>
              <a:gd name="p0y5" fmla="*/ 1181 h 1301"/>
              <a:gd name="p0x6" fmla="*/ 3840 w 3840"/>
              <a:gd name="p0y6" fmla="*/ 1248 h 1301"/>
              <a:gd name="p0x7" fmla="*/ 3786 w 3840"/>
              <a:gd name="p0y7" fmla="*/ 1301 h 1301"/>
              <a:gd name="p0x8" fmla="*/ 3720 w 3840"/>
              <a:gd name="p0y8" fmla="*/ 1301 h 1301"/>
              <a:gd name="p0x9" fmla="*/ 120 w 3840"/>
              <a:gd name="p0y9" fmla="*/ 1301 h 1301"/>
              <a:gd name="p0x10" fmla="*/ 53 w 3840"/>
              <a:gd name="p0y10" fmla="*/ 1301 h 1301"/>
              <a:gd name="p0x11" fmla="*/ 0 w 3840"/>
              <a:gd name="p0y11" fmla="*/ 1248 h 1301"/>
              <a:gd name="p0x12" fmla="*/ 0 w 3840"/>
              <a:gd name="p0y12" fmla="*/ 1181 h 1301"/>
              <a:gd name="p0x13" fmla="*/ 0 w 3840"/>
              <a:gd name="p0y13" fmla="*/ 120 h 1301"/>
              <a:gd name="p0x14" fmla="*/ 0 w 3840"/>
              <a:gd name="p0y14" fmla="*/ 53 h 1301"/>
              <a:gd name="p0x15" fmla="*/ 53 w 3840"/>
              <a:gd name="p0y15" fmla="*/ 0 h 1301"/>
              <a:gd name="p0x16" fmla="*/ 120 w 3840"/>
              <a:gd name="p0y16" fmla="*/ 0 h 13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5882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3457575" y="2704148"/>
            <a:ext cx="1247623" cy="325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21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endParaRPr sz="21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3457575" y="3036541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精度增益</a:t>
            </a:r>
            <a:endParaRPr sz="12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695325" y="3536604"/>
            <a:ext cx="5048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粗离散化（</a:t>
            </a:r>
            <a:r>
              <a:rPr lang="en-US" altLang="zh-CN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级）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重塑被失真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压平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的分类器输入分布，由此产生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的精度增益。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466725" y="1476375"/>
            <a:ext cx="5505450" cy="19050"/>
          </a:xfrm>
          <a:custGeom>
            <a:avLst/>
            <a:gdLst>
              <a:gd name="sw" fmla="*/ 1 w 8670"/>
              <a:gd name="sh" fmla="*/ 1 h 30"/>
              <a:gd name="mins" fmla="min sw sh"/>
              <a:gd name="dsw" fmla="+- 0 sw mins"/>
              <a:gd name="dsh" fmla="+- 0 sh mins"/>
              <a:gd name="p0x0" fmla="*/ 30 w 8670"/>
              <a:gd name="p0y0" fmla="*/ 0 h 30"/>
              <a:gd name="p0x1" fmla="*/ 8640 w 8670"/>
              <a:gd name="p0y1" fmla="*/ 0 h 30"/>
              <a:gd name="p0x2" fmla="*/ 8656 w 8670"/>
              <a:gd name="p0y2" fmla="*/ 0 h 30"/>
              <a:gd name="p0x3" fmla="*/ 8670 w 8670"/>
              <a:gd name="p0y3" fmla="*/ 13 h 30"/>
              <a:gd name="p0x4" fmla="*/ 8670 w 8670"/>
              <a:gd name="p0y4" fmla="*/ 30 h 30"/>
              <a:gd name="p0x5" fmla="*/ 0 w 8670"/>
              <a:gd name="p0y5" fmla="*/ 30 h 30"/>
              <a:gd name="p0x6" fmla="*/ 0 w 8670"/>
              <a:gd name="p0y6" fmla="*/ 13 h 30"/>
              <a:gd name="p0x7" fmla="*/ 13 w 8670"/>
              <a:gd name="p0y7" fmla="*/ 0 h 30"/>
              <a:gd name="p0x8" fmla="*/ 30 w 8670"/>
              <a:gd name="p0y8" fmla="*/ 0 h 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50000">
                <a:schemeClr val="accent1">
                  <a:alpha val="70001"/>
                </a:schemeClr>
              </a:gs>
              <a:gs pos="100000">
                <a:schemeClr val="accent1">
                  <a:alpha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6214745" y="1471295"/>
            <a:ext cx="5514975" cy="3838575"/>
          </a:xfrm>
          <a:custGeom>
            <a:avLst/>
            <a:gdLst>
              <a:gd name="sw" fmla="*/ 1 w 8685"/>
              <a:gd name="sh" fmla="*/ 1 h 6045"/>
              <a:gd name="mins" fmla="min sw sh"/>
              <a:gd name="dsw" fmla="+- 0 sw mins"/>
              <a:gd name="dsh" fmla="+- 0 sh mins"/>
              <a:gd name="p0x0" fmla="*/ 180 w 8685"/>
              <a:gd name="p0y0" fmla="*/ 0 h 6045"/>
              <a:gd name="p0x1" fmla="*/ 8505 w 8685"/>
              <a:gd name="p0y1" fmla="*/ 0 h 6045"/>
              <a:gd name="p0x2" fmla="*/ 8604 w 8685"/>
              <a:gd name="p0y2" fmla="*/ 0 h 6045"/>
              <a:gd name="p0x3" fmla="*/ 8685 w 8685"/>
              <a:gd name="p0y3" fmla="*/ 80 h 6045"/>
              <a:gd name="p0x4" fmla="*/ 8685 w 8685"/>
              <a:gd name="p0y4" fmla="*/ 180 h 6045"/>
              <a:gd name="p0x5" fmla="*/ 8685 w 8685"/>
              <a:gd name="p0y5" fmla="*/ 5865 h 6045"/>
              <a:gd name="p0x6" fmla="*/ 8685 w 8685"/>
              <a:gd name="p0y6" fmla="*/ 5964 h 6045"/>
              <a:gd name="p0x7" fmla="*/ 8604 w 8685"/>
              <a:gd name="p0y7" fmla="*/ 6045 h 6045"/>
              <a:gd name="p0x8" fmla="*/ 8505 w 8685"/>
              <a:gd name="p0y8" fmla="*/ 6045 h 6045"/>
              <a:gd name="p0x9" fmla="*/ 180 w 8685"/>
              <a:gd name="p0y9" fmla="*/ 6045 h 6045"/>
              <a:gd name="p0x10" fmla="*/ 80 w 8685"/>
              <a:gd name="p0y10" fmla="*/ 6045 h 6045"/>
              <a:gd name="p0x11" fmla="*/ 0 w 8685"/>
              <a:gd name="p0y11" fmla="*/ 5964 h 6045"/>
              <a:gd name="p0x12" fmla="*/ 0 w 8685"/>
              <a:gd name="p0y12" fmla="*/ 5865 h 6045"/>
              <a:gd name="p0x13" fmla="*/ 0 w 8685"/>
              <a:gd name="p0y13" fmla="*/ 180 h 6045"/>
              <a:gd name="p0x14" fmla="*/ 0 w 8685"/>
              <a:gd name="p0y14" fmla="*/ 80 h 6045"/>
              <a:gd name="p0x15" fmla="*/ 80 w 8685"/>
              <a:gd name="p0y15" fmla="*/ 0 h 6045"/>
              <a:gd name="p0x16" fmla="*/ 180 w 8685"/>
              <a:gd name="p0y16" fmla="*/ 0 h 60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6452870" y="17094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alpha val="1607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572326" y="1776413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5E8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5E8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6905625" y="1693545"/>
            <a:ext cx="3467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揭示二：竞争假说排除实验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10224770" y="1764030"/>
            <a:ext cx="755015" cy="224155"/>
          </a:xfrm>
          <a:custGeom>
            <a:avLst/>
            <a:gdLst>
              <a:gd name="sw" fmla="*/ 1 w 1188"/>
              <a:gd name="sh" fmla="*/ 1 h 352"/>
              <a:gd name="mins" fmla="min sw sh"/>
              <a:gd name="dsw" fmla="+- 0 sw mins"/>
              <a:gd name="dsh" fmla="+- 0 sh mins"/>
              <a:gd name="p0x0" fmla="*/ 60 w 1188"/>
              <a:gd name="p0y0" fmla="*/ 0 h 352"/>
              <a:gd name="p0x1" fmla="*/ 1128 w 1188"/>
              <a:gd name="p0y1" fmla="*/ 0 h 352"/>
              <a:gd name="p0x2" fmla="*/ 1161 w 1188"/>
              <a:gd name="p0y2" fmla="*/ 0 h 352"/>
              <a:gd name="p0x3" fmla="*/ 1188 w 1188"/>
              <a:gd name="p0y3" fmla="*/ 26 h 352"/>
              <a:gd name="p0x4" fmla="*/ 1188 w 1188"/>
              <a:gd name="p0y4" fmla="*/ 60 h 352"/>
              <a:gd name="p0x5" fmla="*/ 1188 w 1188"/>
              <a:gd name="p0y5" fmla="*/ 292 h 352"/>
              <a:gd name="p0x6" fmla="*/ 1188 w 1188"/>
              <a:gd name="p0y6" fmla="*/ 325 h 352"/>
              <a:gd name="p0x7" fmla="*/ 1161 w 1188"/>
              <a:gd name="p0y7" fmla="*/ 352 h 352"/>
              <a:gd name="p0x8" fmla="*/ 1128 w 1188"/>
              <a:gd name="p0y8" fmla="*/ 352 h 352"/>
              <a:gd name="p0x9" fmla="*/ 60 w 1188"/>
              <a:gd name="p0y9" fmla="*/ 352 h 352"/>
              <a:gd name="p0x10" fmla="*/ 26 w 1188"/>
              <a:gd name="p0y10" fmla="*/ 352 h 352"/>
              <a:gd name="p0x11" fmla="*/ 0 w 1188"/>
              <a:gd name="p0y11" fmla="*/ 325 h 352"/>
              <a:gd name="p0x12" fmla="*/ 0 w 1188"/>
              <a:gd name="p0y12" fmla="*/ 292 h 352"/>
              <a:gd name="p0x13" fmla="*/ 0 w 1188"/>
              <a:gd name="p0y13" fmla="*/ 60 h 352"/>
              <a:gd name="p0x14" fmla="*/ 0 w 1188"/>
              <a:gd name="p0y14" fmla="*/ 26 h 352"/>
              <a:gd name="p0x15" fmla="*/ 26 w 1188"/>
              <a:gd name="p0y15" fmla="*/ 0 h 352"/>
              <a:gd name="p0x16" fmla="*/ 60 w 1188"/>
              <a:gd name="p0y16" fmla="*/ 0 h 35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00BFFF">
                <a:alpha val="20000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10325100" y="1788319"/>
            <a:ext cx="68810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spc="42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反向排除</a:t>
            </a:r>
            <a:endParaRPr sz="1050" spc="42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3"/>
            </p:custDataLst>
          </p:nvPr>
        </p:nvSpPr>
        <p:spPr>
          <a:xfrm>
            <a:off x="6452870" y="2242820"/>
            <a:ext cx="5038725" cy="847725"/>
          </a:xfrm>
          <a:custGeom>
            <a:avLst/>
            <a:gdLst>
              <a:gd name="sw" fmla="*/ 1 w 7935"/>
              <a:gd name="sh" fmla="*/ 1 h 1335"/>
              <a:gd name="mins" fmla="min sw sh"/>
              <a:gd name="dsw" fmla="+- 0 sw mins"/>
              <a:gd name="dsh" fmla="+- 0 sh mins"/>
              <a:gd name="p0x0" fmla="*/ 120 w 7935"/>
              <a:gd name="p0y0" fmla="*/ 0 h 1335"/>
              <a:gd name="p0x1" fmla="*/ 7815 w 7935"/>
              <a:gd name="p0y1" fmla="*/ 0 h 1335"/>
              <a:gd name="p0x2" fmla="*/ 7881 w 7935"/>
              <a:gd name="p0y2" fmla="*/ 0 h 1335"/>
              <a:gd name="p0x3" fmla="*/ 7935 w 7935"/>
              <a:gd name="p0y3" fmla="*/ 53 h 1335"/>
              <a:gd name="p0x4" fmla="*/ 7935 w 7935"/>
              <a:gd name="p0y4" fmla="*/ 120 h 1335"/>
              <a:gd name="p0x5" fmla="*/ 7935 w 7935"/>
              <a:gd name="p0y5" fmla="*/ 1215 h 1335"/>
              <a:gd name="p0x6" fmla="*/ 7935 w 7935"/>
              <a:gd name="p0y6" fmla="*/ 1281 h 1335"/>
              <a:gd name="p0x7" fmla="*/ 7881 w 7935"/>
              <a:gd name="p0y7" fmla="*/ 1335 h 1335"/>
              <a:gd name="p0x8" fmla="*/ 7815 w 7935"/>
              <a:gd name="p0y8" fmla="*/ 1335 h 1335"/>
              <a:gd name="p0x9" fmla="*/ 120 w 7935"/>
              <a:gd name="p0y9" fmla="*/ 1335 h 1335"/>
              <a:gd name="p0x10" fmla="*/ 53 w 7935"/>
              <a:gd name="p0y10" fmla="*/ 1335 h 1335"/>
              <a:gd name="p0x11" fmla="*/ 0 w 7935"/>
              <a:gd name="p0y11" fmla="*/ 1281 h 1335"/>
              <a:gd name="p0x12" fmla="*/ 0 w 7935"/>
              <a:gd name="p0y12" fmla="*/ 1215 h 1335"/>
              <a:gd name="p0x13" fmla="*/ 0 w 7935"/>
              <a:gd name="p0y13" fmla="*/ 120 h 1335"/>
              <a:gd name="p0x14" fmla="*/ 0 w 7935"/>
              <a:gd name="p0y14" fmla="*/ 53 h 1335"/>
              <a:gd name="p0x15" fmla="*/ 53 w 7935"/>
              <a:gd name="p0y15" fmla="*/ 0 h 1335"/>
              <a:gd name="p0x16" fmla="*/ 120 w 793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5252">
              <a:alpha val="5882"/>
            </a:srgbClr>
          </a:solidFill>
          <a:ln w="9525" cmpd="sng">
            <a:solidFill>
              <a:srgbClr val="FF5252">
                <a:alpha val="21961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6610350" y="2381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6679406" y="2381278"/>
            <a:ext cx="280988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 b="1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200" b="1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6991350" y="2347913"/>
            <a:ext cx="425291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注入高斯噪声后精度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单调下降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，排除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</a:rPr>
              <a:t>随机去相关假说</a:t>
            </a:r>
            <a:endParaRPr sz="1500"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7"/>
            </p:custDataLst>
          </p:nvPr>
        </p:nvSpPr>
        <p:spPr>
          <a:xfrm>
            <a:off x="6452870" y="3214370"/>
            <a:ext cx="5038725" cy="847725"/>
          </a:xfrm>
          <a:custGeom>
            <a:avLst/>
            <a:gdLst>
              <a:gd name="sw" fmla="*/ 1 w 7935"/>
              <a:gd name="sh" fmla="*/ 1 h 1335"/>
              <a:gd name="mins" fmla="min sw sh"/>
              <a:gd name="dsw" fmla="+- 0 sw mins"/>
              <a:gd name="dsh" fmla="+- 0 sh mins"/>
              <a:gd name="p0x0" fmla="*/ 120 w 7935"/>
              <a:gd name="p0y0" fmla="*/ 0 h 1335"/>
              <a:gd name="p0x1" fmla="*/ 7815 w 7935"/>
              <a:gd name="p0y1" fmla="*/ 0 h 1335"/>
              <a:gd name="p0x2" fmla="*/ 7881 w 7935"/>
              <a:gd name="p0y2" fmla="*/ 0 h 1335"/>
              <a:gd name="p0x3" fmla="*/ 7935 w 7935"/>
              <a:gd name="p0y3" fmla="*/ 53 h 1335"/>
              <a:gd name="p0x4" fmla="*/ 7935 w 7935"/>
              <a:gd name="p0y4" fmla="*/ 120 h 1335"/>
              <a:gd name="p0x5" fmla="*/ 7935 w 7935"/>
              <a:gd name="p0y5" fmla="*/ 1215 h 1335"/>
              <a:gd name="p0x6" fmla="*/ 7935 w 7935"/>
              <a:gd name="p0y6" fmla="*/ 1281 h 1335"/>
              <a:gd name="p0x7" fmla="*/ 7881 w 7935"/>
              <a:gd name="p0y7" fmla="*/ 1335 h 1335"/>
              <a:gd name="p0x8" fmla="*/ 7815 w 7935"/>
              <a:gd name="p0y8" fmla="*/ 1335 h 1335"/>
              <a:gd name="p0x9" fmla="*/ 120 w 7935"/>
              <a:gd name="p0y9" fmla="*/ 1335 h 1335"/>
              <a:gd name="p0x10" fmla="*/ 53 w 7935"/>
              <a:gd name="p0y10" fmla="*/ 1335 h 1335"/>
              <a:gd name="p0x11" fmla="*/ 0 w 7935"/>
              <a:gd name="p0y11" fmla="*/ 1281 h 1335"/>
              <a:gd name="p0x12" fmla="*/ 0 w 7935"/>
              <a:gd name="p0y12" fmla="*/ 1215 h 1335"/>
              <a:gd name="p0x13" fmla="*/ 0 w 7935"/>
              <a:gd name="p0y13" fmla="*/ 120 h 1335"/>
              <a:gd name="p0x14" fmla="*/ 0 w 7935"/>
              <a:gd name="p0y14" fmla="*/ 53 h 1335"/>
              <a:gd name="p0x15" fmla="*/ 53 w 7935"/>
              <a:gd name="p0y15" fmla="*/ 0 h 1335"/>
              <a:gd name="p0x16" fmla="*/ 120 w 793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5252">
              <a:alpha val="5882"/>
            </a:srgbClr>
          </a:solidFill>
          <a:ln w="9525" cmpd="sng">
            <a:solidFill>
              <a:srgbClr val="FF5252">
                <a:alpha val="21961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6610350" y="3352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94848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9"/>
            </p:custDataLst>
          </p:nvPr>
        </p:nvSpPr>
        <p:spPr>
          <a:xfrm>
            <a:off x="6679406" y="3352829"/>
            <a:ext cx="280988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 b="1">
                <a:solidFill>
                  <a:srgbClr val="FFCACA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200" b="1">
              <a:solidFill>
                <a:srgbClr val="FFCAC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0"/>
            </p:custDataLst>
          </p:nvPr>
        </p:nvSpPr>
        <p:spPr>
          <a:xfrm>
            <a:off x="6991350" y="3319463"/>
            <a:ext cx="363839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SimpleCNN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sz="15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无增益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，排除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lang="en-US" altLang="zh-CN" sz="15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altLang="en-US" sz="1500" b="1">
                <a:solidFill>
                  <a:srgbClr val="D948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单因素假说</a:t>
            </a:r>
            <a:endParaRPr lang="zh-CN" altLang="en-US" sz="1500" b="1">
              <a:solidFill>
                <a:srgbClr val="D948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1"/>
            </p:custDataLst>
          </p:nvPr>
        </p:nvSpPr>
        <p:spPr>
          <a:xfrm>
            <a:off x="6448425" y="4243388"/>
            <a:ext cx="5048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两组对照实验一致表明：增益机制并非来自噪声抖动或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单因素作用。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7143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7948613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创新点四：判决框架与迁移验证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09600" y="919163"/>
            <a:ext cx="83296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提出三假设竞争判决框架，以可验证预测驱动机理研究，为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误差效应分析提供方法论范式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6"/>
            </p:custDataLst>
          </p:nvPr>
        </p:nvSpPr>
        <p:spPr>
          <a:xfrm>
            <a:off x="3462020" y="5829300"/>
            <a:ext cx="5267325" cy="566420"/>
          </a:xfrm>
          <a:custGeom>
            <a:avLst/>
            <a:gdLst>
              <a:gd name="sw" fmla="*/ 1 w 8295"/>
              <a:gd name="sh" fmla="*/ 1 h 892"/>
              <a:gd name="mins" fmla="min sw sh"/>
              <a:gd name="dsw" fmla="+- 0 sw mins"/>
              <a:gd name="dsh" fmla="+- 0 sh mins"/>
              <a:gd name="p0x0" fmla="*/ 446 w 8295"/>
              <a:gd name="p0y0" fmla="*/ 0 h 892"/>
              <a:gd name="p0x1" fmla="*/ 7848 w 8295"/>
              <a:gd name="p0y1" fmla="*/ 0 h 892"/>
              <a:gd name="p0x2" fmla="*/ 8095 w 8295"/>
              <a:gd name="p0y2" fmla="*/ 0 h 892"/>
              <a:gd name="p0x3" fmla="*/ 8295 w 8295"/>
              <a:gd name="p0y3" fmla="*/ 199 h 892"/>
              <a:gd name="p0x4" fmla="*/ 8295 w 8295"/>
              <a:gd name="p0y4" fmla="*/ 446 h 892"/>
              <a:gd name="p0x5" fmla="*/ 8295 w 8295"/>
              <a:gd name="p0y5" fmla="*/ 692 h 892"/>
              <a:gd name="p0x6" fmla="*/ 8095 w 8295"/>
              <a:gd name="p0y6" fmla="*/ 892 h 892"/>
              <a:gd name="p0x7" fmla="*/ 7848 w 8295"/>
              <a:gd name="p0y7" fmla="*/ 892 h 892"/>
              <a:gd name="p0x8" fmla="*/ 446 w 8295"/>
              <a:gd name="p0y8" fmla="*/ 892 h 892"/>
              <a:gd name="p0x9" fmla="*/ 199 w 8295"/>
              <a:gd name="p0y9" fmla="*/ 892 h 892"/>
              <a:gd name="p0x10" fmla="*/ 0 w 8295"/>
              <a:gd name="p0y10" fmla="*/ 692 h 892"/>
              <a:gd name="p0x11" fmla="*/ 0 w 8295"/>
              <a:gd name="p0y11" fmla="*/ 446 h 892"/>
              <a:gd name="p0x12" fmla="*/ 0 w 8295"/>
              <a:gd name="p0y12" fmla="*/ 199 h 892"/>
              <a:gd name="p0x13" fmla="*/ 199 w 8295"/>
              <a:gd name="p0y13" fmla="*/ 0 h 892"/>
              <a:gd name="p0x14" fmla="*/ 446 w 8295"/>
              <a:gd name="p0y14" fmla="*/ 0 h 8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chemeClr val="accent2">
                  <a:alpha val="16078"/>
                </a:schemeClr>
              </a:gs>
            </a:gsLst>
            <a:lin ang="0"/>
          </a:gradFill>
          <a:ln w="9525" cmpd="sng">
            <a:solidFill>
              <a:schemeClr val="accent1"/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7"/>
            </p:custDataLst>
          </p:nvPr>
        </p:nvSpPr>
        <p:spPr>
          <a:xfrm>
            <a:off x="3695700" y="606488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3905250" y="5986463"/>
            <a:ext cx="476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框架可推广至其他非理想效应的机理解析与方案验证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9"/>
            </p:custDataLst>
          </p:nvPr>
        </p:nvSpPr>
        <p:spPr>
          <a:xfrm>
            <a:off x="8401050" y="606488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0"/>
            </p:custDataLst>
          </p:nvPr>
        </p:nvSpPr>
        <p:spPr>
          <a:xfrm>
            <a:off x="461645" y="1318895"/>
            <a:ext cx="5534025" cy="4310380"/>
          </a:xfrm>
          <a:custGeom>
            <a:avLst/>
            <a:gdLst>
              <a:gd name="sw" fmla="*/ 1 w 8715"/>
              <a:gd name="sh" fmla="*/ 1 h 6787"/>
              <a:gd name="mins" fmla="min sw sh"/>
              <a:gd name="dsw" fmla="+- 0 sw mins"/>
              <a:gd name="dsh" fmla="+- 0 sh mins"/>
              <a:gd name="p0x0" fmla="*/ 120 w 8715"/>
              <a:gd name="p0y0" fmla="*/ 0 h 6787"/>
              <a:gd name="p0x1" fmla="*/ 8595 w 8715"/>
              <a:gd name="p0y1" fmla="*/ 0 h 6787"/>
              <a:gd name="p0x2" fmla="*/ 8661 w 8715"/>
              <a:gd name="p0y2" fmla="*/ 0 h 6787"/>
              <a:gd name="p0x3" fmla="*/ 8715 w 8715"/>
              <a:gd name="p0y3" fmla="*/ 53 h 6787"/>
              <a:gd name="p0x4" fmla="*/ 8715 w 8715"/>
              <a:gd name="p0y4" fmla="*/ 120 h 6787"/>
              <a:gd name="p0x5" fmla="*/ 8715 w 8715"/>
              <a:gd name="p0y5" fmla="*/ 6667 h 6787"/>
              <a:gd name="p0x6" fmla="*/ 8715 w 8715"/>
              <a:gd name="p0y6" fmla="*/ 6733 h 6787"/>
              <a:gd name="p0x7" fmla="*/ 8661 w 8715"/>
              <a:gd name="p0y7" fmla="*/ 6787 h 6787"/>
              <a:gd name="p0x8" fmla="*/ 8595 w 8715"/>
              <a:gd name="p0y8" fmla="*/ 6787 h 6787"/>
              <a:gd name="p0x9" fmla="*/ 120 w 8715"/>
              <a:gd name="p0y9" fmla="*/ 6787 h 6787"/>
              <a:gd name="p0x10" fmla="*/ 53 w 8715"/>
              <a:gd name="p0y10" fmla="*/ 6787 h 6787"/>
              <a:gd name="p0x11" fmla="*/ 0 w 8715"/>
              <a:gd name="p0y11" fmla="*/ 6733 h 6787"/>
              <a:gd name="p0x12" fmla="*/ 0 w 8715"/>
              <a:gd name="p0y12" fmla="*/ 6667 h 6787"/>
              <a:gd name="p0x13" fmla="*/ 0 w 8715"/>
              <a:gd name="p0y13" fmla="*/ 120 h 6787"/>
              <a:gd name="p0x14" fmla="*/ 0 w 8715"/>
              <a:gd name="p0y14" fmla="*/ 53 h 6787"/>
              <a:gd name="p0x15" fmla="*/ 53 w 8715"/>
              <a:gd name="p0y15" fmla="*/ 0 h 6787"/>
              <a:gd name="p0x16" fmla="*/ 120 w 8715"/>
              <a:gd name="p0y16" fmla="*/ 0 h 67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1"/>
            </p:custDataLst>
          </p:nvPr>
        </p:nvSpPr>
        <p:spPr>
          <a:xfrm>
            <a:off x="695325" y="1543050"/>
            <a:ext cx="0" cy="352425"/>
          </a:xfrm>
          <a:custGeom>
            <a:avLst/>
            <a:gdLst>
              <a:gd name="sw" fmla="*/ 1 w 120"/>
              <a:gd name="sh" fmla="*/ 1 h 555"/>
              <a:gd name="mins" fmla="min sw sh"/>
              <a:gd name="dsw" fmla="+- 0 sw mins"/>
              <a:gd name="dsh" fmla="+- 0 sh mins"/>
              <a:gd name="p0x0" fmla="*/ 60 w 120"/>
              <a:gd name="p0y0" fmla="*/ 0 h 555"/>
              <a:gd name="p0x1" fmla="*/ -60 w 120"/>
              <a:gd name="p0y1" fmla="*/ 0 h 555"/>
              <a:gd name="p0x2" fmla="*/ -26 w 120"/>
              <a:gd name="p0y2" fmla="*/ 0 h 555"/>
              <a:gd name="p0x3" fmla="*/ 0 w 120"/>
              <a:gd name="p0y3" fmla="*/ 26 h 555"/>
              <a:gd name="p0x4" fmla="*/ 0 w 120"/>
              <a:gd name="p0y4" fmla="*/ 60 h 555"/>
              <a:gd name="p0x5" fmla="*/ 0 w 120"/>
              <a:gd name="p0y5" fmla="*/ 495 h 555"/>
              <a:gd name="p0x6" fmla="*/ 0 w 120"/>
              <a:gd name="p0y6" fmla="*/ 528 h 555"/>
              <a:gd name="p0x7" fmla="*/ -26 w 120"/>
              <a:gd name="p0y7" fmla="*/ 555 h 555"/>
              <a:gd name="p0x8" fmla="*/ -60 w 120"/>
              <a:gd name="p0y8" fmla="*/ 555 h 555"/>
              <a:gd name="p0x9" fmla="*/ 60 w 120"/>
              <a:gd name="p0y9" fmla="*/ 555 h 555"/>
              <a:gd name="p0x10" fmla="*/ 26 w 120"/>
              <a:gd name="p0y10" fmla="*/ 555 h 555"/>
              <a:gd name="p0x11" fmla="*/ 0 w 120"/>
              <a:gd name="p0y11" fmla="*/ 528 h 555"/>
              <a:gd name="p0x12" fmla="*/ 0 w 120"/>
              <a:gd name="p0y12" fmla="*/ 495 h 555"/>
              <a:gd name="p0x13" fmla="*/ 0 w 120"/>
              <a:gd name="p0y13" fmla="*/ 60 h 555"/>
              <a:gd name="p0x14" fmla="*/ 0 w 120"/>
              <a:gd name="p0y14" fmla="*/ 26 h 555"/>
              <a:gd name="p0x15" fmla="*/ 26 w 120"/>
              <a:gd name="p0y15" fmla="*/ 0 h 555"/>
              <a:gd name="p0x16" fmla="*/ 60 w 120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790575" y="1536382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方法论机制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695325" y="1985963"/>
            <a:ext cx="5067300" cy="709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三假设各自导出可验证预测，通过实验逐项排除，最终锁定正确机理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699770" y="2953385"/>
            <a:ext cx="5057775" cy="490855"/>
          </a:xfrm>
          <a:custGeom>
            <a:avLst/>
            <a:gdLst>
              <a:gd name="sw" fmla="*/ 1 w 7965"/>
              <a:gd name="sh" fmla="*/ 1 h 772"/>
              <a:gd name="mins" fmla="min sw sh"/>
              <a:gd name="dsw" fmla="+- 0 sw mins"/>
              <a:gd name="dsh" fmla="+- 0 sh mins"/>
              <a:gd name="p0x0" fmla="*/ 120 w 7965"/>
              <a:gd name="p0y0" fmla="*/ 0 h 772"/>
              <a:gd name="p0x1" fmla="*/ 7845 w 7965"/>
              <a:gd name="p0y1" fmla="*/ 0 h 772"/>
              <a:gd name="p0x2" fmla="*/ 7911 w 7965"/>
              <a:gd name="p0y2" fmla="*/ 0 h 772"/>
              <a:gd name="p0x3" fmla="*/ 7965 w 7965"/>
              <a:gd name="p0y3" fmla="*/ 53 h 772"/>
              <a:gd name="p0x4" fmla="*/ 7965 w 7965"/>
              <a:gd name="p0y4" fmla="*/ 120 h 772"/>
              <a:gd name="p0x5" fmla="*/ 7965 w 7965"/>
              <a:gd name="p0y5" fmla="*/ 652 h 772"/>
              <a:gd name="p0x6" fmla="*/ 7965 w 7965"/>
              <a:gd name="p0y6" fmla="*/ 718 h 772"/>
              <a:gd name="p0x7" fmla="*/ 7911 w 7965"/>
              <a:gd name="p0y7" fmla="*/ 772 h 772"/>
              <a:gd name="p0x8" fmla="*/ 7845 w 7965"/>
              <a:gd name="p0y8" fmla="*/ 772 h 772"/>
              <a:gd name="p0x9" fmla="*/ 120 w 7965"/>
              <a:gd name="p0y9" fmla="*/ 772 h 772"/>
              <a:gd name="p0x10" fmla="*/ 53 w 7965"/>
              <a:gd name="p0y10" fmla="*/ 772 h 772"/>
              <a:gd name="p0x11" fmla="*/ 0 w 7965"/>
              <a:gd name="p0y11" fmla="*/ 718 h 772"/>
              <a:gd name="p0x12" fmla="*/ 0 w 7965"/>
              <a:gd name="p0y12" fmla="*/ 652 h 772"/>
              <a:gd name="p0x13" fmla="*/ 0 w 7965"/>
              <a:gd name="p0y13" fmla="*/ 120 h 772"/>
              <a:gd name="p0x14" fmla="*/ 0 w 7965"/>
              <a:gd name="p0y14" fmla="*/ 53 h 772"/>
              <a:gd name="p0x15" fmla="*/ 53 w 7965"/>
              <a:gd name="p0y15" fmla="*/ 0 h 772"/>
              <a:gd name="p0x16" fmla="*/ 120 w 796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2657475" y="3073003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随机去相关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699770" y="3526155"/>
            <a:ext cx="5057775" cy="490855"/>
          </a:xfrm>
          <a:custGeom>
            <a:avLst/>
            <a:gdLst>
              <a:gd name="sw" fmla="*/ 1 w 7965"/>
              <a:gd name="sh" fmla="*/ 1 h 772"/>
              <a:gd name="mins" fmla="min sw sh"/>
              <a:gd name="dsw" fmla="+- 0 sw mins"/>
              <a:gd name="dsh" fmla="+- 0 sh mins"/>
              <a:gd name="p0x0" fmla="*/ 120 w 7965"/>
              <a:gd name="p0y0" fmla="*/ 0 h 772"/>
              <a:gd name="p0x1" fmla="*/ 7845 w 7965"/>
              <a:gd name="p0y1" fmla="*/ 0 h 772"/>
              <a:gd name="p0x2" fmla="*/ 7911 w 7965"/>
              <a:gd name="p0y2" fmla="*/ 0 h 772"/>
              <a:gd name="p0x3" fmla="*/ 7965 w 7965"/>
              <a:gd name="p0y3" fmla="*/ 53 h 772"/>
              <a:gd name="p0x4" fmla="*/ 7965 w 7965"/>
              <a:gd name="p0y4" fmla="*/ 120 h 772"/>
              <a:gd name="p0x5" fmla="*/ 7965 w 7965"/>
              <a:gd name="p0y5" fmla="*/ 652 h 772"/>
              <a:gd name="p0x6" fmla="*/ 7965 w 7965"/>
              <a:gd name="p0y6" fmla="*/ 718 h 772"/>
              <a:gd name="p0x7" fmla="*/ 7911 w 7965"/>
              <a:gd name="p0y7" fmla="*/ 772 h 772"/>
              <a:gd name="p0x8" fmla="*/ 7845 w 7965"/>
              <a:gd name="p0y8" fmla="*/ 772 h 772"/>
              <a:gd name="p0x9" fmla="*/ 120 w 7965"/>
              <a:gd name="p0y9" fmla="*/ 772 h 772"/>
              <a:gd name="p0x10" fmla="*/ 53 w 7965"/>
              <a:gd name="p0y10" fmla="*/ 772 h 772"/>
              <a:gd name="p0x11" fmla="*/ 0 w 7965"/>
              <a:gd name="p0y11" fmla="*/ 718 h 772"/>
              <a:gd name="p0x12" fmla="*/ 0 w 7965"/>
              <a:gd name="p0y12" fmla="*/ 652 h 772"/>
              <a:gd name="p0x13" fmla="*/ 0 w 7965"/>
              <a:gd name="p0y13" fmla="*/ 120 h 772"/>
              <a:gd name="p0x14" fmla="*/ 0 w 7965"/>
              <a:gd name="p0y14" fmla="*/ 53 h 772"/>
              <a:gd name="p0x15" fmla="*/ 53 w 7965"/>
              <a:gd name="p0y15" fmla="*/ 0 h 772"/>
              <a:gd name="p0x16" fmla="*/ 120 w 796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2752725" y="364569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分布重塑</a:t>
            </a:r>
            <a:endParaRPr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8"/>
            </p:custDataLst>
          </p:nvPr>
        </p:nvSpPr>
        <p:spPr>
          <a:xfrm>
            <a:off x="699770" y="4098925"/>
            <a:ext cx="5057775" cy="490855"/>
          </a:xfrm>
          <a:custGeom>
            <a:avLst/>
            <a:gdLst>
              <a:gd name="sw" fmla="*/ 1 w 7965"/>
              <a:gd name="sh" fmla="*/ 1 h 772"/>
              <a:gd name="mins" fmla="min sw sh"/>
              <a:gd name="dsw" fmla="+- 0 sw mins"/>
              <a:gd name="dsh" fmla="+- 0 sh mins"/>
              <a:gd name="p0x0" fmla="*/ 120 w 7965"/>
              <a:gd name="p0y0" fmla="*/ 0 h 772"/>
              <a:gd name="p0x1" fmla="*/ 7845 w 7965"/>
              <a:gd name="p0y1" fmla="*/ 0 h 772"/>
              <a:gd name="p0x2" fmla="*/ 7911 w 7965"/>
              <a:gd name="p0y2" fmla="*/ 0 h 772"/>
              <a:gd name="p0x3" fmla="*/ 7965 w 7965"/>
              <a:gd name="p0y3" fmla="*/ 53 h 772"/>
              <a:gd name="p0x4" fmla="*/ 7965 w 7965"/>
              <a:gd name="p0y4" fmla="*/ 120 h 772"/>
              <a:gd name="p0x5" fmla="*/ 7965 w 7965"/>
              <a:gd name="p0y5" fmla="*/ 652 h 772"/>
              <a:gd name="p0x6" fmla="*/ 7965 w 7965"/>
              <a:gd name="p0y6" fmla="*/ 718 h 772"/>
              <a:gd name="p0x7" fmla="*/ 7911 w 7965"/>
              <a:gd name="p0y7" fmla="*/ 772 h 772"/>
              <a:gd name="p0x8" fmla="*/ 7845 w 7965"/>
              <a:gd name="p0y8" fmla="*/ 772 h 772"/>
              <a:gd name="p0x9" fmla="*/ 120 w 7965"/>
              <a:gd name="p0y9" fmla="*/ 772 h 772"/>
              <a:gd name="p0x10" fmla="*/ 53 w 7965"/>
              <a:gd name="p0y10" fmla="*/ 772 h 772"/>
              <a:gd name="p0x11" fmla="*/ 0 w 7965"/>
              <a:gd name="p0y11" fmla="*/ 718 h 772"/>
              <a:gd name="p0x12" fmla="*/ 0 w 7965"/>
              <a:gd name="p0y12" fmla="*/ 652 h 772"/>
              <a:gd name="p0x13" fmla="*/ 0 w 7965"/>
              <a:gd name="p0y13" fmla="*/ 120 h 772"/>
              <a:gd name="p0x14" fmla="*/ 0 w 7965"/>
              <a:gd name="p0y14" fmla="*/ 53 h 772"/>
              <a:gd name="p0x15" fmla="*/ 53 w 7965"/>
              <a:gd name="p0y15" fmla="*/ 0 h 772"/>
              <a:gd name="p0x16" fmla="*/ 120 w 796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2550166" y="4218384"/>
            <a:ext cx="135753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</a:t>
            </a:r>
            <a:r>
              <a:rPr lang="zh-CN" sz="15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endParaRPr lang="zh-CN" sz="15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2505970" y="4652010"/>
            <a:ext cx="1445943" cy="25431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lang="en-US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</a:t>
            </a:r>
            <a:r>
              <a:rPr lang="zh-CN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逐项排除</a:t>
            </a:r>
            <a:endParaRPr lang="zh-CN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1"/>
            </p:custDataLst>
          </p:nvPr>
        </p:nvSpPr>
        <p:spPr>
          <a:xfrm>
            <a:off x="699770" y="4900295"/>
            <a:ext cx="5057775" cy="490855"/>
          </a:xfrm>
          <a:custGeom>
            <a:avLst/>
            <a:gdLst>
              <a:gd name="sw" fmla="*/ 1 w 7965"/>
              <a:gd name="sh" fmla="*/ 1 h 772"/>
              <a:gd name="mins" fmla="min sw sh"/>
              <a:gd name="dsw" fmla="+- 0 sw mins"/>
              <a:gd name="dsh" fmla="+- 0 sh mins"/>
              <a:gd name="p0x0" fmla="*/ 120 w 7965"/>
              <a:gd name="p0y0" fmla="*/ 0 h 772"/>
              <a:gd name="p0x1" fmla="*/ 7845 w 7965"/>
              <a:gd name="p0y1" fmla="*/ 0 h 772"/>
              <a:gd name="p0x2" fmla="*/ 7911 w 7965"/>
              <a:gd name="p0y2" fmla="*/ 0 h 772"/>
              <a:gd name="p0x3" fmla="*/ 7965 w 7965"/>
              <a:gd name="p0y3" fmla="*/ 53 h 772"/>
              <a:gd name="p0x4" fmla="*/ 7965 w 7965"/>
              <a:gd name="p0y4" fmla="*/ 120 h 772"/>
              <a:gd name="p0x5" fmla="*/ 7965 w 7965"/>
              <a:gd name="p0y5" fmla="*/ 652 h 772"/>
              <a:gd name="p0x6" fmla="*/ 7965 w 7965"/>
              <a:gd name="p0y6" fmla="*/ 718 h 772"/>
              <a:gd name="p0x7" fmla="*/ 7911 w 7965"/>
              <a:gd name="p0y7" fmla="*/ 772 h 772"/>
              <a:gd name="p0x8" fmla="*/ 7845 w 7965"/>
              <a:gd name="p0y8" fmla="*/ 772 h 772"/>
              <a:gd name="p0x9" fmla="*/ 120 w 7965"/>
              <a:gd name="p0y9" fmla="*/ 772 h 772"/>
              <a:gd name="p0x10" fmla="*/ 53 w 7965"/>
              <a:gd name="p0y10" fmla="*/ 772 h 772"/>
              <a:gd name="p0x11" fmla="*/ 0 w 7965"/>
              <a:gd name="p0y11" fmla="*/ 718 h 772"/>
              <a:gd name="p0x12" fmla="*/ 0 w 7965"/>
              <a:gd name="p0y12" fmla="*/ 652 h 772"/>
              <a:gd name="p0x13" fmla="*/ 0 w 7965"/>
              <a:gd name="p0y13" fmla="*/ 120 h 772"/>
              <a:gd name="p0x14" fmla="*/ 0 w 7965"/>
              <a:gd name="p0y14" fmla="*/ 53 h 772"/>
              <a:gd name="p0x15" fmla="*/ 53 w 7965"/>
              <a:gd name="p0y15" fmla="*/ 0 h 772"/>
              <a:gd name="p0x16" fmla="*/ 120 w 796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1514475" y="5019675"/>
            <a:ext cx="3429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锁定正确机理</a:t>
            </a:r>
            <a:r>
              <a:rPr sz="150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：实验逐项验证假设预测</a:t>
            </a:r>
            <a:endParaRPr sz="1500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3"/>
            </p:custDataLst>
          </p:nvPr>
        </p:nvSpPr>
        <p:spPr>
          <a:xfrm>
            <a:off x="6195695" y="1318895"/>
            <a:ext cx="5534025" cy="4509135"/>
          </a:xfrm>
          <a:custGeom>
            <a:avLst/>
            <a:gdLst>
              <a:gd name="sw" fmla="*/ 1 w 8715"/>
              <a:gd name="sh" fmla="*/ 1 h 7100"/>
              <a:gd name="mins" fmla="min sw sh"/>
              <a:gd name="dsw" fmla="+- 0 sw mins"/>
              <a:gd name="dsh" fmla="+- 0 sh mins"/>
              <a:gd name="p0x0" fmla="*/ 120 w 8715"/>
              <a:gd name="p0y0" fmla="*/ 0 h 7100"/>
              <a:gd name="p0x1" fmla="*/ 8595 w 8715"/>
              <a:gd name="p0y1" fmla="*/ 0 h 7100"/>
              <a:gd name="p0x2" fmla="*/ 8661 w 8715"/>
              <a:gd name="p0y2" fmla="*/ 0 h 7100"/>
              <a:gd name="p0x3" fmla="*/ 8715 w 8715"/>
              <a:gd name="p0y3" fmla="*/ 53 h 7100"/>
              <a:gd name="p0x4" fmla="*/ 8715 w 8715"/>
              <a:gd name="p0y4" fmla="*/ 120 h 7100"/>
              <a:gd name="p0x5" fmla="*/ 8715 w 8715"/>
              <a:gd name="p0y5" fmla="*/ 6980 h 7100"/>
              <a:gd name="p0x6" fmla="*/ 8715 w 8715"/>
              <a:gd name="p0y6" fmla="*/ 7047 h 7100"/>
              <a:gd name="p0x7" fmla="*/ 8661 w 8715"/>
              <a:gd name="p0y7" fmla="*/ 7100 h 7100"/>
              <a:gd name="p0x8" fmla="*/ 8595 w 8715"/>
              <a:gd name="p0y8" fmla="*/ 7100 h 7100"/>
              <a:gd name="p0x9" fmla="*/ 120 w 8715"/>
              <a:gd name="p0y9" fmla="*/ 7100 h 7100"/>
              <a:gd name="p0x10" fmla="*/ 53 w 8715"/>
              <a:gd name="p0y10" fmla="*/ 7100 h 7100"/>
              <a:gd name="p0x11" fmla="*/ 0 w 8715"/>
              <a:gd name="p0y11" fmla="*/ 7047 h 7100"/>
              <a:gd name="p0x12" fmla="*/ 0 w 8715"/>
              <a:gd name="p0y12" fmla="*/ 6980 h 7100"/>
              <a:gd name="p0x13" fmla="*/ 0 w 8715"/>
              <a:gd name="p0y13" fmla="*/ 120 h 7100"/>
              <a:gd name="p0x14" fmla="*/ 0 w 8715"/>
              <a:gd name="p0y14" fmla="*/ 53 h 7100"/>
              <a:gd name="p0x15" fmla="*/ 53 w 8715"/>
              <a:gd name="p0y15" fmla="*/ 0 h 7100"/>
              <a:gd name="p0x16" fmla="*/ 120 w 8715"/>
              <a:gd name="p0y16" fmla="*/ 0 h 71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4"/>
            </p:custDataLst>
          </p:nvPr>
        </p:nvSpPr>
        <p:spPr>
          <a:xfrm>
            <a:off x="6429375" y="1543050"/>
            <a:ext cx="0" cy="352425"/>
          </a:xfrm>
          <a:custGeom>
            <a:avLst/>
            <a:gdLst>
              <a:gd name="sw" fmla="*/ 1 w 120"/>
              <a:gd name="sh" fmla="*/ 1 h 555"/>
              <a:gd name="mins" fmla="min sw sh"/>
              <a:gd name="dsw" fmla="+- 0 sw mins"/>
              <a:gd name="dsh" fmla="+- 0 sh mins"/>
              <a:gd name="p0x0" fmla="*/ 60 w 120"/>
              <a:gd name="p0y0" fmla="*/ 0 h 555"/>
              <a:gd name="p0x1" fmla="*/ -60 w 120"/>
              <a:gd name="p0y1" fmla="*/ 0 h 555"/>
              <a:gd name="p0x2" fmla="*/ -26 w 120"/>
              <a:gd name="p0y2" fmla="*/ 0 h 555"/>
              <a:gd name="p0x3" fmla="*/ 0 w 120"/>
              <a:gd name="p0y3" fmla="*/ 26 h 555"/>
              <a:gd name="p0x4" fmla="*/ 0 w 120"/>
              <a:gd name="p0y4" fmla="*/ 60 h 555"/>
              <a:gd name="p0x5" fmla="*/ 0 w 120"/>
              <a:gd name="p0y5" fmla="*/ 495 h 555"/>
              <a:gd name="p0x6" fmla="*/ 0 w 120"/>
              <a:gd name="p0y6" fmla="*/ 528 h 555"/>
              <a:gd name="p0x7" fmla="*/ -26 w 120"/>
              <a:gd name="p0y7" fmla="*/ 555 h 555"/>
              <a:gd name="p0x8" fmla="*/ -60 w 120"/>
              <a:gd name="p0y8" fmla="*/ 555 h 555"/>
              <a:gd name="p0x9" fmla="*/ 60 w 120"/>
              <a:gd name="p0y9" fmla="*/ 555 h 555"/>
              <a:gd name="p0x10" fmla="*/ 26 w 120"/>
              <a:gd name="p0y10" fmla="*/ 555 h 555"/>
              <a:gd name="p0x11" fmla="*/ 0 w 120"/>
              <a:gd name="p0y11" fmla="*/ 528 h 555"/>
              <a:gd name="p0x12" fmla="*/ 0 w 120"/>
              <a:gd name="p0y12" fmla="*/ 495 h 555"/>
              <a:gd name="p0x13" fmla="*/ 0 w 120"/>
              <a:gd name="p0y13" fmla="*/ 60 h 555"/>
              <a:gd name="p0x14" fmla="*/ 0 w 120"/>
              <a:gd name="p0y14" fmla="*/ 26 h 555"/>
              <a:gd name="p0x15" fmla="*/ 26 w 120"/>
              <a:gd name="p0y15" fmla="*/ 0 h 555"/>
              <a:gd name="p0x16" fmla="*/ 60 w 120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5"/>
            </p:custDataLst>
          </p:nvPr>
        </p:nvSpPr>
        <p:spPr>
          <a:xfrm>
            <a:off x="6524625" y="1536382"/>
            <a:ext cx="217095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跨架构迁移验证</a:t>
            </a:r>
            <a:endParaRPr sz="2100" b="1" spc="42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26"/>
            </p:custDataLst>
          </p:nvPr>
        </p:nvGraphicFramePr>
        <p:xfrm>
          <a:off x="6429375" y="2076450"/>
          <a:ext cx="5067300" cy="1969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478"/>
                <a:gridCol w="3445821"/>
              </a:tblGrid>
              <a:tr h="614362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架构</a:t>
                      </a:r>
                      <a:endParaRPr sz="150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验证结果</a:t>
                      </a:r>
                      <a:endParaRPr sz="150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619125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个扫描点</a:t>
                      </a:r>
                      <a:r>
                        <a:rPr lang="en-US" altLang="zh-CN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b="1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全胜</a:t>
                      </a:r>
                      <a:r>
                        <a:rPr lang="zh-CN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，干净精度</a:t>
                      </a:r>
                      <a:r>
                        <a:rPr lang="en-US" altLang="zh-CN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b="1">
                          <a:solidFill>
                            <a:schemeClr val="accent6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零牺牲</a:t>
                      </a:r>
                      <a:endParaRPr sz="1500" b="1">
                        <a:solidFill>
                          <a:schemeClr val="accent6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6078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B>
                    <a:noFill/>
                  </a:tcPr>
                </a:tc>
              </a:tr>
              <a:tr h="73625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ResNet-18</a:t>
                      </a:r>
                      <a:endParaRPr sz="1500" b="1">
                        <a:solidFill>
                          <a:srgbClr val="FFFAF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四组权重最高干净精度</a:t>
                      </a:r>
                      <a:r>
                        <a:rPr lang="en-US" altLang="zh-CN" sz="1500" b="0">
                          <a:solidFill>
                            <a:srgbClr val="FFFAF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21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93.27%</a:t>
                      </a:r>
                      <a:endParaRPr sz="2100" b="1">
                        <a:solidFill>
                          <a:srgbClr val="C5722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90500" marR="190500" marT="152400" marB="1524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FFFFFF">
                          <a:alpha val="10196"/>
                        </a:srgbClr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任意多边形 23"/>
          <p:cNvSpPr/>
          <p:nvPr>
            <p:custDataLst>
              <p:tags r:id="rId27"/>
            </p:custDataLst>
          </p:nvPr>
        </p:nvSpPr>
        <p:spPr>
          <a:xfrm>
            <a:off x="6433820" y="4241165"/>
            <a:ext cx="5057775" cy="1348740"/>
          </a:xfrm>
          <a:custGeom>
            <a:avLst/>
            <a:gdLst>
              <a:gd name="sw" fmla="*/ 1 w 7965"/>
              <a:gd name="sh" fmla="*/ 1 h 2123"/>
              <a:gd name="mins" fmla="min sw sh"/>
              <a:gd name="dsw" fmla="+- 0 sw mins"/>
              <a:gd name="dsh" fmla="+- 0 sh mins"/>
              <a:gd name="p0x0" fmla="*/ 120 w 7965"/>
              <a:gd name="p0y0" fmla="*/ 0 h 2123"/>
              <a:gd name="p0x1" fmla="*/ 7845 w 7965"/>
              <a:gd name="p0y1" fmla="*/ 0 h 2123"/>
              <a:gd name="p0x2" fmla="*/ 7911 w 7965"/>
              <a:gd name="p0y2" fmla="*/ 0 h 2123"/>
              <a:gd name="p0x3" fmla="*/ 7965 w 7965"/>
              <a:gd name="p0y3" fmla="*/ 53 h 2123"/>
              <a:gd name="p0x4" fmla="*/ 7965 w 7965"/>
              <a:gd name="p0y4" fmla="*/ 120 h 2123"/>
              <a:gd name="p0x5" fmla="*/ 7965 w 7965"/>
              <a:gd name="p0y5" fmla="*/ 2003 h 2123"/>
              <a:gd name="p0x6" fmla="*/ 7965 w 7965"/>
              <a:gd name="p0y6" fmla="*/ 2070 h 2123"/>
              <a:gd name="p0x7" fmla="*/ 7911 w 7965"/>
              <a:gd name="p0y7" fmla="*/ 2123 h 2123"/>
              <a:gd name="p0x8" fmla="*/ 7845 w 7965"/>
              <a:gd name="p0y8" fmla="*/ 2123 h 2123"/>
              <a:gd name="p0x9" fmla="*/ 120 w 7965"/>
              <a:gd name="p0y9" fmla="*/ 2123 h 2123"/>
              <a:gd name="p0x10" fmla="*/ 53 w 7965"/>
              <a:gd name="p0y10" fmla="*/ 2123 h 2123"/>
              <a:gd name="p0x11" fmla="*/ 0 w 7965"/>
              <a:gd name="p0y11" fmla="*/ 2070 h 2123"/>
              <a:gd name="p0x12" fmla="*/ 0 w 7965"/>
              <a:gd name="p0y12" fmla="*/ 2003 h 2123"/>
              <a:gd name="p0x13" fmla="*/ 0 w 7965"/>
              <a:gd name="p0y13" fmla="*/ 120 h 2123"/>
              <a:gd name="p0x14" fmla="*/ 0 w 7965"/>
              <a:gd name="p0y14" fmla="*/ 53 h 2123"/>
              <a:gd name="p0x15" fmla="*/ 53 w 7965"/>
              <a:gd name="p0y15" fmla="*/ 0 h 2123"/>
              <a:gd name="p0x16" fmla="*/ 120 w 7965"/>
              <a:gd name="p0y16" fmla="*/ 0 h 21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8"/>
            </p:custDataLst>
          </p:nvPr>
        </p:nvSpPr>
        <p:spPr>
          <a:xfrm>
            <a:off x="6629400" y="4383376"/>
            <a:ext cx="4667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多点校准修复单点外推短板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9"/>
            </p:custDataLst>
          </p:nvPr>
        </p:nvSpPr>
        <p:spPr>
          <a:xfrm>
            <a:off x="6629400" y="4732915"/>
            <a:ext cx="477983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exp2 @α=+0.3</a:t>
            </a:r>
            <a:r>
              <a:rPr lang="zh-CN" altLang="en-US" sz="21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1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50.25%</a:t>
            </a:r>
            <a:endParaRPr lang="en-US" altLang="zh-CN" sz="21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6629400" y="5143443"/>
            <a:ext cx="46672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</a:t>
            </a:r>
            <a:r>
              <a:rPr lang="en-US" altLang="zh-CN"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clean </a:t>
            </a:r>
            <a:r>
              <a:rPr sz="1350" b="1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+13.55pp</a:t>
            </a:r>
            <a:r>
              <a:rPr sz="135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，解决单点校准负侧外推问题</a:t>
            </a:r>
            <a:endParaRPr sz="135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2667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工程部署启示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9953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硬件协同部署五原则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从研究发现到</a:t>
            </a:r>
            <a:r>
              <a:rPr lang="en-US" altLang="zh-CN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CiM </a:t>
            </a:r>
            <a:r>
              <a:rPr lang="zh-CN" altLang="en-US"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芯片设计的可操作指导</a:t>
            </a:r>
            <a:endParaRPr lang="zh-CN" altLang="en-US"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547495"/>
            <a:ext cx="3622675" cy="2324100"/>
          </a:xfrm>
          <a:custGeom>
            <a:avLst/>
            <a:gdLst>
              <a:gd name="sw" fmla="*/ 1 w 5704"/>
              <a:gd name="sh" fmla="*/ 1 h 3660"/>
              <a:gd name="mins" fmla="min sw sh"/>
              <a:gd name="dsw" fmla="+- 0 sw mins"/>
              <a:gd name="dsh" fmla="+- 0 sh mins"/>
              <a:gd name="p0x0" fmla="*/ 180 w 5704"/>
              <a:gd name="p0y0" fmla="*/ 0 h 3660"/>
              <a:gd name="p0x1" fmla="*/ 5524 w 5704"/>
              <a:gd name="p0y1" fmla="*/ 0 h 3660"/>
              <a:gd name="p0x2" fmla="*/ 5624 w 5704"/>
              <a:gd name="p0y2" fmla="*/ 0 h 3660"/>
              <a:gd name="p0x3" fmla="*/ 5704 w 5704"/>
              <a:gd name="p0y3" fmla="*/ 80 h 3660"/>
              <a:gd name="p0x4" fmla="*/ 5704 w 5704"/>
              <a:gd name="p0y4" fmla="*/ 180 h 3660"/>
              <a:gd name="p0x5" fmla="*/ 5704 w 5704"/>
              <a:gd name="p0y5" fmla="*/ 3480 h 3660"/>
              <a:gd name="p0x6" fmla="*/ 5704 w 5704"/>
              <a:gd name="p0y6" fmla="*/ 3579 h 3660"/>
              <a:gd name="p0x7" fmla="*/ 5624 w 5704"/>
              <a:gd name="p0y7" fmla="*/ 3660 h 3660"/>
              <a:gd name="p0x8" fmla="*/ 5524 w 5704"/>
              <a:gd name="p0y8" fmla="*/ 3660 h 3660"/>
              <a:gd name="p0x9" fmla="*/ 180 w 5704"/>
              <a:gd name="p0y9" fmla="*/ 3660 h 3660"/>
              <a:gd name="p0x10" fmla="*/ 80 w 5704"/>
              <a:gd name="p0y10" fmla="*/ 3660 h 3660"/>
              <a:gd name="p0x11" fmla="*/ 0 w 5704"/>
              <a:gd name="p0y11" fmla="*/ 3579 h 3660"/>
              <a:gd name="p0x12" fmla="*/ 0 w 5704"/>
              <a:gd name="p0y12" fmla="*/ 3480 h 3660"/>
              <a:gd name="p0x13" fmla="*/ 0 w 5704"/>
              <a:gd name="p0y13" fmla="*/ 180 h 3660"/>
              <a:gd name="p0x14" fmla="*/ 0 w 5704"/>
              <a:gd name="p0y14" fmla="*/ 80 h 3660"/>
              <a:gd name="p0x15" fmla="*/ 80 w 5704"/>
              <a:gd name="p0y15" fmla="*/ 0 h 3660"/>
              <a:gd name="p0x16" fmla="*/ 180 w 5704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/>
        </p:nvGrpSpPr>
        <p:grpSpPr>
          <a:xfrm>
            <a:off x="657225" y="1743075"/>
            <a:ext cx="3230880" cy="466090"/>
            <a:chOff x="1035" y="2745"/>
            <a:chExt cx="5088" cy="734"/>
          </a:xfrm>
        </p:grpSpPr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1035" y="2745"/>
              <a:ext cx="5089" cy="735"/>
            </a:xfrm>
            <a:custGeom>
              <a:avLst/>
              <a:gdLst>
                <a:gd name="sw" fmla="*/ 1 w 5089"/>
                <a:gd name="sh" fmla="*/ 1 h 735"/>
                <a:gd name="mins" fmla="min sw sh"/>
                <a:gd name="dsw" fmla="+- 0 sw mins"/>
                <a:gd name="dsh" fmla="+- 0 sh mins"/>
                <a:gd name="p0x0" fmla="*/ 0 w 5089"/>
                <a:gd name="p0y0" fmla="*/ 0 h 735"/>
                <a:gd name="p0x1" fmla="*/ 5089 w 5089"/>
                <a:gd name="p0y1" fmla="*/ 0 h 735"/>
                <a:gd name="p0x2" fmla="*/ 5089 w 5089"/>
                <a:gd name="p0y2" fmla="*/ 735 h 735"/>
                <a:gd name="p0x3" fmla="*/ 0 w 5089"/>
                <a:gd name="p0y3" fmla="*/ 735 h 735"/>
                <a:gd name="p0x4" fmla="*/ 0 w 508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1035" y="3465"/>
              <a:ext cx="5089" cy="15"/>
            </a:xfrm>
            <a:custGeom>
              <a:avLst/>
              <a:gdLst>
                <a:gd name="sw" fmla="*/ 1 w 5089"/>
                <a:gd name="sh" fmla="*/ 1 h 15"/>
                <a:gd name="mins" fmla="min sw sh"/>
                <a:gd name="dsw" fmla="+- 0 sw mins"/>
                <a:gd name="dsh" fmla="+- 0 sh mins"/>
                <a:gd name="p0x0" fmla="*/ 5089 w 5089"/>
                <a:gd name="p0y0" fmla="*/ 15 h 15"/>
                <a:gd name="p0x1" fmla="*/ 0 w 5089"/>
                <a:gd name="p0y1" fmla="*/ 15 h 15"/>
                <a:gd name="p0x2" fmla="*/ 0 w 5089"/>
                <a:gd name="p0y2" fmla="*/ 0 h 15"/>
                <a:gd name="p0x3" fmla="*/ 5089 w 5089"/>
                <a:gd name="p0y3" fmla="*/ 0 h 15"/>
                <a:gd name="p0x4" fmla="*/ 5089 w 508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661670" y="17475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63267" y="17740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114425" y="173164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优先浅层小模型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57225" y="2195513"/>
            <a:ext cx="3232099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边缘端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CiM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推理选择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SimpleCNN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等浅层架构；参数量冗余加剧非线性脆弱性。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661670" y="3242945"/>
            <a:ext cx="3222625" cy="624187"/>
          </a:xfrm>
          <a:custGeom>
            <a:avLst/>
            <a:gdLst>
              <a:gd name="sw" fmla="*/ 1 w 5074"/>
              <a:gd name="sh" fmla="*/ 1 h 1057"/>
              <a:gd name="mins" fmla="min sw sh"/>
              <a:gd name="dsw" fmla="+- 0 sw mins"/>
              <a:gd name="dsh" fmla="+- 0 sh mins"/>
              <a:gd name="p0x0" fmla="*/ 120 w 5074"/>
              <a:gd name="p0y0" fmla="*/ 0 h 1057"/>
              <a:gd name="p0x1" fmla="*/ 4954 w 5074"/>
              <a:gd name="p0y1" fmla="*/ 0 h 1057"/>
              <a:gd name="p0x2" fmla="*/ 5021 w 5074"/>
              <a:gd name="p0y2" fmla="*/ 0 h 1057"/>
              <a:gd name="p0x3" fmla="*/ 5074 w 5074"/>
              <a:gd name="p0y3" fmla="*/ 53 h 1057"/>
              <a:gd name="p0x4" fmla="*/ 5074 w 5074"/>
              <a:gd name="p0y4" fmla="*/ 120 h 1057"/>
              <a:gd name="p0x5" fmla="*/ 5074 w 5074"/>
              <a:gd name="p0y5" fmla="*/ 937 h 1057"/>
              <a:gd name="p0x6" fmla="*/ 5074 w 5074"/>
              <a:gd name="p0y6" fmla="*/ 1003 h 1057"/>
              <a:gd name="p0x7" fmla="*/ 5021 w 5074"/>
              <a:gd name="p0y7" fmla="*/ 1057 h 1057"/>
              <a:gd name="p0x8" fmla="*/ 4954 w 5074"/>
              <a:gd name="p0y8" fmla="*/ 1057 h 1057"/>
              <a:gd name="p0x9" fmla="*/ 120 w 5074"/>
              <a:gd name="p0y9" fmla="*/ 1057 h 1057"/>
              <a:gd name="p0x10" fmla="*/ 53 w 5074"/>
              <a:gd name="p0y10" fmla="*/ 1057 h 1057"/>
              <a:gd name="p0x11" fmla="*/ 0 w 5074"/>
              <a:gd name="p0y11" fmla="*/ 1003 h 1057"/>
              <a:gd name="p0x12" fmla="*/ 0 w 5074"/>
              <a:gd name="p0y12" fmla="*/ 937 h 1057"/>
              <a:gd name="p0x13" fmla="*/ 0 w 5074"/>
              <a:gd name="p0y13" fmla="*/ 120 h 1057"/>
              <a:gd name="p0x14" fmla="*/ 0 w 5074"/>
              <a:gd name="p0y14" fmla="*/ 53 h 1057"/>
              <a:gd name="p0x15" fmla="*/ 53 w 5074"/>
              <a:gd name="p0y15" fmla="*/ 0 h 1057"/>
              <a:gd name="p0x16" fmla="*/ 120 w 5074"/>
              <a:gd name="p0y16" fmla="*/ 0 h 1057"/>
            </a:gdLst>
            <a:ahLst/>
            <a:cxnLst/>
            <a:pathLst>
              <a:path w="5075" h="983">
                <a:moveTo>
                  <a:pt x="120" y="0"/>
                </a:moveTo>
                <a:lnTo>
                  <a:pt x="4955" y="0"/>
                </a:lnTo>
                <a:cubicBezTo>
                  <a:pt x="5022" y="-2"/>
                  <a:pt x="5077" y="60"/>
                  <a:pt x="5075" y="120"/>
                </a:cubicBezTo>
                <a:lnTo>
                  <a:pt x="5075" y="938"/>
                </a:lnTo>
                <a:cubicBezTo>
                  <a:pt x="5076" y="953"/>
                  <a:pt x="5069" y="979"/>
                  <a:pt x="5066" y="983"/>
                </a:cubicBezTo>
                <a:lnTo>
                  <a:pt x="9" y="983"/>
                </a:lnTo>
                <a:cubicBezTo>
                  <a:pt x="4" y="975"/>
                  <a:pt x="-1" y="948"/>
                  <a:pt x="0" y="938"/>
                </a:cubicBezTo>
                <a:lnTo>
                  <a:pt x="0" y="120"/>
                </a:lnTo>
                <a:cubicBezTo>
                  <a:pt x="-2" y="53"/>
                  <a:pt x="60" y="-2"/>
                  <a:pt x="120" y="0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697164" y="3309461"/>
            <a:ext cx="1361704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SimpleCNN</a:t>
            </a:r>
            <a:endParaRPr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673123" y="3605213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边缘端推荐架构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4284345" y="1547495"/>
            <a:ext cx="3622675" cy="2324100"/>
          </a:xfrm>
          <a:custGeom>
            <a:avLst/>
            <a:gdLst>
              <a:gd name="sw" fmla="*/ 1 w 5705"/>
              <a:gd name="sh" fmla="*/ 1 h 3660"/>
              <a:gd name="mins" fmla="min sw sh"/>
              <a:gd name="dsw" fmla="+- 0 sw mins"/>
              <a:gd name="dsh" fmla="+- 0 sh mins"/>
              <a:gd name="p0x0" fmla="*/ 180 w 5705"/>
              <a:gd name="p0y0" fmla="*/ 0 h 3660"/>
              <a:gd name="p0x1" fmla="*/ 5525 w 5705"/>
              <a:gd name="p0y1" fmla="*/ 0 h 3660"/>
              <a:gd name="p0x2" fmla="*/ 5624 w 5705"/>
              <a:gd name="p0y2" fmla="*/ 0 h 3660"/>
              <a:gd name="p0x3" fmla="*/ 5705 w 5705"/>
              <a:gd name="p0y3" fmla="*/ 80 h 3660"/>
              <a:gd name="p0x4" fmla="*/ 5705 w 5705"/>
              <a:gd name="p0y4" fmla="*/ 180 h 3660"/>
              <a:gd name="p0x5" fmla="*/ 5705 w 5705"/>
              <a:gd name="p0y5" fmla="*/ 3480 h 3660"/>
              <a:gd name="p0x6" fmla="*/ 5705 w 5705"/>
              <a:gd name="p0y6" fmla="*/ 3579 h 3660"/>
              <a:gd name="p0x7" fmla="*/ 5624 w 5705"/>
              <a:gd name="p0y7" fmla="*/ 3660 h 3660"/>
              <a:gd name="p0x8" fmla="*/ 5525 w 5705"/>
              <a:gd name="p0y8" fmla="*/ 3660 h 3660"/>
              <a:gd name="p0x9" fmla="*/ 180 w 5705"/>
              <a:gd name="p0y9" fmla="*/ 3660 h 3660"/>
              <a:gd name="p0x10" fmla="*/ 80 w 5705"/>
              <a:gd name="p0y10" fmla="*/ 3660 h 3660"/>
              <a:gd name="p0x11" fmla="*/ 0 w 5705"/>
              <a:gd name="p0y11" fmla="*/ 3579 h 3660"/>
              <a:gd name="p0x12" fmla="*/ 0 w 5705"/>
              <a:gd name="p0y12" fmla="*/ 3480 h 3660"/>
              <a:gd name="p0x13" fmla="*/ 0 w 5705"/>
              <a:gd name="p0y13" fmla="*/ 180 h 3660"/>
              <a:gd name="p0x14" fmla="*/ 0 w 5705"/>
              <a:gd name="p0y14" fmla="*/ 80 h 3660"/>
              <a:gd name="p0x15" fmla="*/ 80 w 5705"/>
              <a:gd name="p0y15" fmla="*/ 0 h 3660"/>
              <a:gd name="p0x16" fmla="*/ 180 w 570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4479290" y="1743075"/>
            <a:ext cx="3232150" cy="466090"/>
            <a:chOff x="7054" y="2745"/>
            <a:chExt cx="5090" cy="734"/>
          </a:xfrm>
        </p:grpSpPr>
        <p:sp>
          <p:nvSpPr>
            <p:cNvPr id="20" name="任意多边形 19"/>
            <p:cNvSpPr/>
            <p:nvPr>
              <p:custDataLst>
                <p:tags r:id="rId17"/>
              </p:custDataLst>
            </p:nvPr>
          </p:nvSpPr>
          <p:spPr>
            <a:xfrm>
              <a:off x="7054" y="2745"/>
              <a:ext cx="5090" cy="735"/>
            </a:xfrm>
            <a:custGeom>
              <a:avLst/>
              <a:gdLst>
                <a:gd name="sw" fmla="*/ 1 w 5090"/>
                <a:gd name="sh" fmla="*/ 1 h 735"/>
                <a:gd name="mins" fmla="min sw sh"/>
                <a:gd name="dsw" fmla="+- 0 sw mins"/>
                <a:gd name="dsh" fmla="+- 0 sh mins"/>
                <a:gd name="p0x0" fmla="*/ 0 w 5090"/>
                <a:gd name="p0y0" fmla="*/ 0 h 735"/>
                <a:gd name="p0x1" fmla="*/ 5090 w 5090"/>
                <a:gd name="p0y1" fmla="*/ 0 h 735"/>
                <a:gd name="p0x2" fmla="*/ 5090 w 5090"/>
                <a:gd name="p0y2" fmla="*/ 735 h 735"/>
                <a:gd name="p0x3" fmla="*/ 0 w 5090"/>
                <a:gd name="p0y3" fmla="*/ 735 h 735"/>
                <a:gd name="p0x4" fmla="*/ 0 w 50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任意多边形 20"/>
            <p:cNvSpPr/>
            <p:nvPr>
              <p:custDataLst>
                <p:tags r:id="rId18"/>
              </p:custDataLst>
            </p:nvPr>
          </p:nvSpPr>
          <p:spPr>
            <a:xfrm>
              <a:off x="7054" y="3465"/>
              <a:ext cx="5090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4484370" y="17475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4585916" y="17740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4937074" y="1731645"/>
            <a:ext cx="2667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训练策略分架构匹配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479874" y="2284362"/>
            <a:ext cx="32321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避免极限失真下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Scratch </a:t>
            </a:r>
            <a:r>
              <a:rPr lang="zh-CN" alt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退化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，按架构类型匹配训练策略。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4479874" y="3111398"/>
            <a:ext cx="18056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纯前馈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NAT-Scratch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4479874" y="3387623"/>
            <a:ext cx="17264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NAT-Finetune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5"/>
            </p:custDataLst>
          </p:nvPr>
        </p:nvSpPr>
        <p:spPr>
          <a:xfrm>
            <a:off x="8107045" y="1547495"/>
            <a:ext cx="3622675" cy="2324100"/>
          </a:xfrm>
          <a:custGeom>
            <a:avLst/>
            <a:gdLst>
              <a:gd name="sw" fmla="*/ 1 w 5705"/>
              <a:gd name="sh" fmla="*/ 1 h 3660"/>
              <a:gd name="mins" fmla="min sw sh"/>
              <a:gd name="dsw" fmla="+- 0 sw mins"/>
              <a:gd name="dsh" fmla="+- 0 sh mins"/>
              <a:gd name="p0x0" fmla="*/ 180 w 5705"/>
              <a:gd name="p0y0" fmla="*/ 0 h 3660"/>
              <a:gd name="p0x1" fmla="*/ 5525 w 5705"/>
              <a:gd name="p0y1" fmla="*/ 0 h 3660"/>
              <a:gd name="p0x2" fmla="*/ 5624 w 5705"/>
              <a:gd name="p0y2" fmla="*/ 0 h 3660"/>
              <a:gd name="p0x3" fmla="*/ 5705 w 5705"/>
              <a:gd name="p0y3" fmla="*/ 80 h 3660"/>
              <a:gd name="p0x4" fmla="*/ 5705 w 5705"/>
              <a:gd name="p0y4" fmla="*/ 180 h 3660"/>
              <a:gd name="p0x5" fmla="*/ 5705 w 5705"/>
              <a:gd name="p0y5" fmla="*/ 3480 h 3660"/>
              <a:gd name="p0x6" fmla="*/ 5705 w 5705"/>
              <a:gd name="p0y6" fmla="*/ 3579 h 3660"/>
              <a:gd name="p0x7" fmla="*/ 5624 w 5705"/>
              <a:gd name="p0y7" fmla="*/ 3660 h 3660"/>
              <a:gd name="p0x8" fmla="*/ 5525 w 5705"/>
              <a:gd name="p0y8" fmla="*/ 3660 h 3660"/>
              <a:gd name="p0x9" fmla="*/ 180 w 5705"/>
              <a:gd name="p0y9" fmla="*/ 3660 h 3660"/>
              <a:gd name="p0x10" fmla="*/ 80 w 5705"/>
              <a:gd name="p0y10" fmla="*/ 3660 h 3660"/>
              <a:gd name="p0x11" fmla="*/ 0 w 5705"/>
              <a:gd name="p0y11" fmla="*/ 3579 h 3660"/>
              <a:gd name="p0x12" fmla="*/ 0 w 5705"/>
              <a:gd name="p0y12" fmla="*/ 3480 h 3660"/>
              <a:gd name="p0x13" fmla="*/ 0 w 5705"/>
              <a:gd name="p0y13" fmla="*/ 180 h 3660"/>
              <a:gd name="p0x14" fmla="*/ 0 w 5705"/>
              <a:gd name="p0y14" fmla="*/ 80 h 3660"/>
              <a:gd name="p0x15" fmla="*/ 80 w 5705"/>
              <a:gd name="p0y15" fmla="*/ 0 h 3660"/>
              <a:gd name="p0x16" fmla="*/ 180 w 570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3" name="组合 72"/>
          <p:cNvGrpSpPr/>
          <p:nvPr/>
        </p:nvGrpSpPr>
        <p:grpSpPr>
          <a:xfrm>
            <a:off x="8301990" y="1743075"/>
            <a:ext cx="3232150" cy="466090"/>
            <a:chOff x="13074" y="2745"/>
            <a:chExt cx="5090" cy="734"/>
          </a:xfrm>
        </p:grpSpPr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13074" y="2745"/>
              <a:ext cx="5091" cy="735"/>
            </a:xfrm>
            <a:custGeom>
              <a:avLst/>
              <a:gdLst>
                <a:gd name="sw" fmla="*/ 1 w 5090"/>
                <a:gd name="sh" fmla="*/ 1 h 735"/>
                <a:gd name="mins" fmla="min sw sh"/>
                <a:gd name="dsw" fmla="+- 0 sw mins"/>
                <a:gd name="dsh" fmla="+- 0 sh mins"/>
                <a:gd name="p0x0" fmla="*/ 0 w 5090"/>
                <a:gd name="p0y0" fmla="*/ 0 h 735"/>
                <a:gd name="p0x1" fmla="*/ 5090 w 5090"/>
                <a:gd name="p0y1" fmla="*/ 0 h 735"/>
                <a:gd name="p0x2" fmla="*/ 5090 w 5090"/>
                <a:gd name="p0y2" fmla="*/ 735 h 735"/>
                <a:gd name="p0x3" fmla="*/ 0 w 5090"/>
                <a:gd name="p0y3" fmla="*/ 735 h 735"/>
                <a:gd name="p0x4" fmla="*/ 0 w 50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任意多边形 31"/>
            <p:cNvSpPr/>
            <p:nvPr>
              <p:custDataLst>
                <p:tags r:id="rId27"/>
              </p:custDataLst>
            </p:nvPr>
          </p:nvSpPr>
          <p:spPr>
            <a:xfrm>
              <a:off x="13074" y="3465"/>
              <a:ext cx="5091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4" name="任意多边形 33"/>
          <p:cNvSpPr/>
          <p:nvPr>
            <p:custDataLst>
              <p:tags r:id="rId28"/>
            </p:custDataLst>
          </p:nvPr>
        </p:nvSpPr>
        <p:spPr>
          <a:xfrm>
            <a:off x="8307070" y="174752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8408642" y="1774031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8759799" y="1731645"/>
            <a:ext cx="286784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方案性价比最优</a:t>
            </a:r>
            <a:endParaRPr lang="zh-CN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1"/>
            </p:custDataLst>
          </p:nvPr>
        </p:nvSpPr>
        <p:spPr>
          <a:xfrm>
            <a:off x="8302599" y="2216125"/>
            <a:ext cx="32321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FeatureCalibration + </a:t>
            </a:r>
            <a:r>
              <a:rPr lang="zh-CN" alt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分层加权</a:t>
            </a:r>
            <a:r>
              <a:rPr lang="en-US" alt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2"/>
            </p:custDataLst>
          </p:nvPr>
        </p:nvSpPr>
        <p:spPr>
          <a:xfrm>
            <a:off x="8307070" y="2979420"/>
            <a:ext cx="1549400" cy="671195"/>
          </a:xfrm>
          <a:custGeom>
            <a:avLst/>
            <a:gdLst>
              <a:gd name="sw" fmla="*/ 1 w 2440"/>
              <a:gd name="sh" fmla="*/ 1 h 1057"/>
              <a:gd name="mins" fmla="min sw sh"/>
              <a:gd name="dsw" fmla="+- 0 sw mins"/>
              <a:gd name="dsh" fmla="+- 0 sh mins"/>
              <a:gd name="p0x0" fmla="*/ 120 w 2440"/>
              <a:gd name="p0y0" fmla="*/ 0 h 1057"/>
              <a:gd name="p0x1" fmla="*/ 2320 w 2440"/>
              <a:gd name="p0y1" fmla="*/ 0 h 1057"/>
              <a:gd name="p0x2" fmla="*/ 2386 w 2440"/>
              <a:gd name="p0y2" fmla="*/ 0 h 1057"/>
              <a:gd name="p0x3" fmla="*/ 2440 w 2440"/>
              <a:gd name="p0y3" fmla="*/ 53 h 1057"/>
              <a:gd name="p0x4" fmla="*/ 2440 w 2440"/>
              <a:gd name="p0y4" fmla="*/ 120 h 1057"/>
              <a:gd name="p0x5" fmla="*/ 2440 w 2440"/>
              <a:gd name="p0y5" fmla="*/ 937 h 1057"/>
              <a:gd name="p0x6" fmla="*/ 2440 w 2440"/>
              <a:gd name="p0y6" fmla="*/ 1003 h 1057"/>
              <a:gd name="p0x7" fmla="*/ 2386 w 2440"/>
              <a:gd name="p0y7" fmla="*/ 1057 h 1057"/>
              <a:gd name="p0x8" fmla="*/ 2320 w 2440"/>
              <a:gd name="p0y8" fmla="*/ 1057 h 1057"/>
              <a:gd name="p0x9" fmla="*/ 120 w 2440"/>
              <a:gd name="p0y9" fmla="*/ 1057 h 1057"/>
              <a:gd name="p0x10" fmla="*/ 53 w 2440"/>
              <a:gd name="p0y10" fmla="*/ 1057 h 1057"/>
              <a:gd name="p0x11" fmla="*/ 0 w 2440"/>
              <a:gd name="p0y11" fmla="*/ 1003 h 1057"/>
              <a:gd name="p0x12" fmla="*/ 0 w 2440"/>
              <a:gd name="p0y12" fmla="*/ 937 h 1057"/>
              <a:gd name="p0x13" fmla="*/ 0 w 2440"/>
              <a:gd name="p0y13" fmla="*/ 120 h 1057"/>
              <a:gd name="p0x14" fmla="*/ 0 w 2440"/>
              <a:gd name="p0y14" fmla="*/ 53 h 1057"/>
              <a:gd name="p0x15" fmla="*/ 53 w 2440"/>
              <a:gd name="p0y15" fmla="*/ 0 h 1057"/>
              <a:gd name="p0x16" fmla="*/ 120 w 2440"/>
              <a:gd name="p0y16" fmla="*/ 0 h 10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3"/>
            </p:custDataLst>
          </p:nvPr>
        </p:nvSpPr>
        <p:spPr>
          <a:xfrm>
            <a:off x="8714260" y="3045885"/>
            <a:ext cx="945137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1.6</a:t>
            </a:r>
            <a:r>
              <a:rPr lang="zh-CN" altLang="en-US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4"/>
            </p:custDataLst>
          </p:nvPr>
        </p:nvSpPr>
        <p:spPr>
          <a:xfrm>
            <a:off x="8739112" y="3341637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额外参数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35"/>
            </p:custDataLst>
          </p:nvPr>
        </p:nvSpPr>
        <p:spPr>
          <a:xfrm>
            <a:off x="9980295" y="2979420"/>
            <a:ext cx="1549400" cy="671195"/>
          </a:xfrm>
          <a:custGeom>
            <a:avLst/>
            <a:gdLst>
              <a:gd name="sw" fmla="*/ 1 w 2440"/>
              <a:gd name="sh" fmla="*/ 1 h 1057"/>
              <a:gd name="mins" fmla="min sw sh"/>
              <a:gd name="dsw" fmla="+- 0 sw mins"/>
              <a:gd name="dsh" fmla="+- 0 sh mins"/>
              <a:gd name="p0x0" fmla="*/ 120 w 2440"/>
              <a:gd name="p0y0" fmla="*/ 0 h 1057"/>
              <a:gd name="p0x1" fmla="*/ 2320 w 2440"/>
              <a:gd name="p0y1" fmla="*/ 0 h 1057"/>
              <a:gd name="p0x2" fmla="*/ 2386 w 2440"/>
              <a:gd name="p0y2" fmla="*/ 0 h 1057"/>
              <a:gd name="p0x3" fmla="*/ 2440 w 2440"/>
              <a:gd name="p0y3" fmla="*/ 53 h 1057"/>
              <a:gd name="p0x4" fmla="*/ 2440 w 2440"/>
              <a:gd name="p0y4" fmla="*/ 120 h 1057"/>
              <a:gd name="p0x5" fmla="*/ 2440 w 2440"/>
              <a:gd name="p0y5" fmla="*/ 937 h 1057"/>
              <a:gd name="p0x6" fmla="*/ 2440 w 2440"/>
              <a:gd name="p0y6" fmla="*/ 1003 h 1057"/>
              <a:gd name="p0x7" fmla="*/ 2386 w 2440"/>
              <a:gd name="p0y7" fmla="*/ 1057 h 1057"/>
              <a:gd name="p0x8" fmla="*/ 2320 w 2440"/>
              <a:gd name="p0y8" fmla="*/ 1057 h 1057"/>
              <a:gd name="p0x9" fmla="*/ 120 w 2440"/>
              <a:gd name="p0y9" fmla="*/ 1057 h 1057"/>
              <a:gd name="p0x10" fmla="*/ 53 w 2440"/>
              <a:gd name="p0y10" fmla="*/ 1057 h 1057"/>
              <a:gd name="p0x11" fmla="*/ 0 w 2440"/>
              <a:gd name="p0y11" fmla="*/ 1003 h 1057"/>
              <a:gd name="p0x12" fmla="*/ 0 w 2440"/>
              <a:gd name="p0y12" fmla="*/ 937 h 1057"/>
              <a:gd name="p0x13" fmla="*/ 0 w 2440"/>
              <a:gd name="p0y13" fmla="*/ 120 h 1057"/>
              <a:gd name="p0x14" fmla="*/ 0 w 2440"/>
              <a:gd name="p0y14" fmla="*/ 53 h 1057"/>
              <a:gd name="p0x15" fmla="*/ 53 w 2440"/>
              <a:gd name="p0y15" fmla="*/ 0 h 1057"/>
              <a:gd name="p0x16" fmla="*/ 120 w 2440"/>
              <a:gd name="p0y16" fmla="*/ 0 h 10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36"/>
            </p:custDataLst>
          </p:nvPr>
        </p:nvSpPr>
        <p:spPr>
          <a:xfrm>
            <a:off x="10271675" y="3045885"/>
            <a:ext cx="1176861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+13.68pp</a:t>
            </a:r>
            <a:endParaRPr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7"/>
            </p:custDataLst>
          </p:nvPr>
        </p:nvSpPr>
        <p:spPr>
          <a:xfrm>
            <a:off x="10326662" y="3341637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鲁棒性提升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38"/>
            </p:custDataLst>
          </p:nvPr>
        </p:nvSpPr>
        <p:spPr>
          <a:xfrm>
            <a:off x="461645" y="4071620"/>
            <a:ext cx="7445375" cy="2324100"/>
          </a:xfrm>
          <a:custGeom>
            <a:avLst/>
            <a:gdLst>
              <a:gd name="sw" fmla="*/ 1 w 11724"/>
              <a:gd name="sh" fmla="*/ 1 h 3660"/>
              <a:gd name="mins" fmla="min sw sh"/>
              <a:gd name="dsw" fmla="+- 0 sw mins"/>
              <a:gd name="dsh" fmla="+- 0 sh mins"/>
              <a:gd name="p0x0" fmla="*/ 180 w 11724"/>
              <a:gd name="p0y0" fmla="*/ 0 h 3660"/>
              <a:gd name="p0x1" fmla="*/ 11544 w 11724"/>
              <a:gd name="p0y1" fmla="*/ 0 h 3660"/>
              <a:gd name="p0x2" fmla="*/ 11644 w 11724"/>
              <a:gd name="p0y2" fmla="*/ 0 h 3660"/>
              <a:gd name="p0x3" fmla="*/ 11724 w 11724"/>
              <a:gd name="p0y3" fmla="*/ 80 h 3660"/>
              <a:gd name="p0x4" fmla="*/ 11724 w 11724"/>
              <a:gd name="p0y4" fmla="*/ 180 h 3660"/>
              <a:gd name="p0x5" fmla="*/ 11724 w 11724"/>
              <a:gd name="p0y5" fmla="*/ 3480 h 3660"/>
              <a:gd name="p0x6" fmla="*/ 11724 w 11724"/>
              <a:gd name="p0y6" fmla="*/ 3579 h 3660"/>
              <a:gd name="p0x7" fmla="*/ 11644 w 11724"/>
              <a:gd name="p0y7" fmla="*/ 3660 h 3660"/>
              <a:gd name="p0x8" fmla="*/ 11544 w 11724"/>
              <a:gd name="p0y8" fmla="*/ 3660 h 3660"/>
              <a:gd name="p0x9" fmla="*/ 180 w 11724"/>
              <a:gd name="p0y9" fmla="*/ 3660 h 3660"/>
              <a:gd name="p0x10" fmla="*/ 80 w 11724"/>
              <a:gd name="p0y10" fmla="*/ 3660 h 3660"/>
              <a:gd name="p0x11" fmla="*/ 0 w 11724"/>
              <a:gd name="p0y11" fmla="*/ 3579 h 3660"/>
              <a:gd name="p0x12" fmla="*/ 0 w 11724"/>
              <a:gd name="p0y12" fmla="*/ 3480 h 3660"/>
              <a:gd name="p0x13" fmla="*/ 0 w 11724"/>
              <a:gd name="p0y13" fmla="*/ 180 h 3660"/>
              <a:gd name="p0x14" fmla="*/ 0 w 11724"/>
              <a:gd name="p0y14" fmla="*/ 80 h 3660"/>
              <a:gd name="p0x15" fmla="*/ 80 w 11724"/>
              <a:gd name="p0y15" fmla="*/ 0 h 3660"/>
              <a:gd name="p0x16" fmla="*/ 180 w 11724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657225" y="4267200"/>
            <a:ext cx="7053580" cy="466090"/>
            <a:chOff x="1035" y="6720"/>
            <a:chExt cx="11108" cy="734"/>
          </a:xfrm>
        </p:grpSpPr>
        <p:sp>
          <p:nvSpPr>
            <p:cNvPr id="46" name="任意多边形 45"/>
            <p:cNvSpPr/>
            <p:nvPr>
              <p:custDataLst>
                <p:tags r:id="rId39"/>
              </p:custDataLst>
            </p:nvPr>
          </p:nvSpPr>
          <p:spPr>
            <a:xfrm>
              <a:off x="1035" y="6720"/>
              <a:ext cx="11109" cy="735"/>
            </a:xfrm>
            <a:custGeom>
              <a:avLst/>
              <a:gdLst>
                <a:gd name="sw" fmla="*/ 1 w 11109"/>
                <a:gd name="sh" fmla="*/ 1 h 735"/>
                <a:gd name="mins" fmla="min sw sh"/>
                <a:gd name="dsw" fmla="+- 0 sw mins"/>
                <a:gd name="dsh" fmla="+- 0 sh mins"/>
                <a:gd name="p0x0" fmla="*/ 0 w 11109"/>
                <a:gd name="p0y0" fmla="*/ 0 h 735"/>
                <a:gd name="p0x1" fmla="*/ 11109 w 11109"/>
                <a:gd name="p0y1" fmla="*/ 0 h 735"/>
                <a:gd name="p0x2" fmla="*/ 11109 w 11109"/>
                <a:gd name="p0y2" fmla="*/ 735 h 735"/>
                <a:gd name="p0x3" fmla="*/ 0 w 11109"/>
                <a:gd name="p0y3" fmla="*/ 735 h 735"/>
                <a:gd name="p0x4" fmla="*/ 0 w 1110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0"/>
              </p:custDataLst>
            </p:nvPr>
          </p:nvSpPr>
          <p:spPr>
            <a:xfrm>
              <a:off x="1035" y="7440"/>
              <a:ext cx="11109" cy="15"/>
            </a:xfrm>
            <a:custGeom>
              <a:avLst/>
              <a:gdLst>
                <a:gd name="sw" fmla="*/ 1 w 11109"/>
                <a:gd name="sh" fmla="*/ 1 h 15"/>
                <a:gd name="mins" fmla="min sw sh"/>
                <a:gd name="dsw" fmla="+- 0 sw mins"/>
                <a:gd name="dsh" fmla="+- 0 sh mins"/>
                <a:gd name="p0x0" fmla="*/ 11109 w 11109"/>
                <a:gd name="p0y0" fmla="*/ 15 h 15"/>
                <a:gd name="p0x1" fmla="*/ 0 w 11109"/>
                <a:gd name="p0y1" fmla="*/ 15 h 15"/>
                <a:gd name="p0x2" fmla="*/ 0 w 11109"/>
                <a:gd name="p0y2" fmla="*/ 0 h 15"/>
                <a:gd name="p0x3" fmla="*/ 11109 w 11109"/>
                <a:gd name="p0y3" fmla="*/ 0 h 15"/>
                <a:gd name="p0x4" fmla="*/ 11109 w 1110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任意多边形 48"/>
          <p:cNvSpPr/>
          <p:nvPr>
            <p:custDataLst>
              <p:tags r:id="rId41"/>
            </p:custDataLst>
          </p:nvPr>
        </p:nvSpPr>
        <p:spPr>
          <a:xfrm>
            <a:off x="661670" y="42716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2"/>
            </p:custDataLst>
          </p:nvPr>
        </p:nvSpPr>
        <p:spPr>
          <a:xfrm>
            <a:off x="763267" y="4298156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3"/>
            </p:custDataLst>
          </p:nvPr>
        </p:nvSpPr>
        <p:spPr>
          <a:xfrm>
            <a:off x="1114425" y="4255770"/>
            <a:ext cx="2823343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ADC </a:t>
            </a:r>
            <a:r>
              <a:rPr 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零成本补偿</a:t>
            </a:r>
            <a:endParaRPr lang="zh-CN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657225" y="4740249"/>
            <a:ext cx="705482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密集架构直接采用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DAAB24"/>
                </a:solidFill>
                <a:latin typeface="微软雅黑" panose="020B0503020204020204" charset="-122"/>
                <a:ea typeface="微软雅黑" panose="020B0503020204020204" charset="-122"/>
              </a:rPr>
              <a:t>4bit ADC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，利用离散化分布重塑获得非线性失真补偿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（注噪方案已否决）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45"/>
            </p:custDataLst>
          </p:nvPr>
        </p:nvSpPr>
        <p:spPr>
          <a:xfrm>
            <a:off x="661670" y="5503545"/>
            <a:ext cx="3460750" cy="671195"/>
          </a:xfrm>
          <a:custGeom>
            <a:avLst/>
            <a:gdLst>
              <a:gd name="sw" fmla="*/ 1 w 5450"/>
              <a:gd name="sh" fmla="*/ 1 h 1057"/>
              <a:gd name="mins" fmla="min sw sh"/>
              <a:gd name="dsw" fmla="+- 0 sw mins"/>
              <a:gd name="dsh" fmla="+- 0 sh mins"/>
              <a:gd name="p0x0" fmla="*/ 120 w 5450"/>
              <a:gd name="p0y0" fmla="*/ 0 h 1057"/>
              <a:gd name="p0x1" fmla="*/ 5330 w 5450"/>
              <a:gd name="p0y1" fmla="*/ 0 h 1057"/>
              <a:gd name="p0x2" fmla="*/ 5396 w 5450"/>
              <a:gd name="p0y2" fmla="*/ 0 h 1057"/>
              <a:gd name="p0x3" fmla="*/ 5450 w 5450"/>
              <a:gd name="p0y3" fmla="*/ 53 h 1057"/>
              <a:gd name="p0x4" fmla="*/ 5450 w 5450"/>
              <a:gd name="p0y4" fmla="*/ 120 h 1057"/>
              <a:gd name="p0x5" fmla="*/ 5450 w 5450"/>
              <a:gd name="p0y5" fmla="*/ 937 h 1057"/>
              <a:gd name="p0x6" fmla="*/ 5450 w 5450"/>
              <a:gd name="p0y6" fmla="*/ 1003 h 1057"/>
              <a:gd name="p0x7" fmla="*/ 5396 w 5450"/>
              <a:gd name="p0y7" fmla="*/ 1057 h 1057"/>
              <a:gd name="p0x8" fmla="*/ 5330 w 5450"/>
              <a:gd name="p0y8" fmla="*/ 1057 h 1057"/>
              <a:gd name="p0x9" fmla="*/ 120 w 5450"/>
              <a:gd name="p0y9" fmla="*/ 1057 h 1057"/>
              <a:gd name="p0x10" fmla="*/ 53 w 5450"/>
              <a:gd name="p0y10" fmla="*/ 1057 h 1057"/>
              <a:gd name="p0x11" fmla="*/ 0 w 5450"/>
              <a:gd name="p0y11" fmla="*/ 1003 h 1057"/>
              <a:gd name="p0x12" fmla="*/ 0 w 5450"/>
              <a:gd name="p0y12" fmla="*/ 937 h 1057"/>
              <a:gd name="p0x13" fmla="*/ 0 w 5450"/>
              <a:gd name="p0y13" fmla="*/ 120 h 1057"/>
              <a:gd name="p0x14" fmla="*/ 0 w 5450"/>
              <a:gd name="p0y14" fmla="*/ 53 h 1057"/>
              <a:gd name="p0x15" fmla="*/ 53 w 5450"/>
              <a:gd name="p0y15" fmla="*/ 0 h 1057"/>
              <a:gd name="p0x16" fmla="*/ 120 w 5450"/>
              <a:gd name="p0y16" fmla="*/ 0 h 10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6"/>
            </p:custDataLst>
          </p:nvPr>
        </p:nvSpPr>
        <p:spPr>
          <a:xfrm>
            <a:off x="1974056" y="5570010"/>
            <a:ext cx="1046112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+6.53pp</a:t>
            </a:r>
            <a:endParaRPr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7"/>
            </p:custDataLst>
          </p:nvPr>
        </p:nvSpPr>
        <p:spPr>
          <a:xfrm>
            <a:off x="1792262" y="586576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非线性失真补偿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48"/>
            </p:custDataLst>
          </p:nvPr>
        </p:nvSpPr>
        <p:spPr>
          <a:xfrm>
            <a:off x="4246245" y="5503545"/>
            <a:ext cx="3460750" cy="671195"/>
          </a:xfrm>
          <a:custGeom>
            <a:avLst/>
            <a:gdLst>
              <a:gd name="sw" fmla="*/ 1 w 5450"/>
              <a:gd name="sh" fmla="*/ 1 h 1057"/>
              <a:gd name="mins" fmla="min sw sh"/>
              <a:gd name="dsw" fmla="+- 0 sw mins"/>
              <a:gd name="dsh" fmla="+- 0 sh mins"/>
              <a:gd name="p0x0" fmla="*/ 120 w 5450"/>
              <a:gd name="p0y0" fmla="*/ 0 h 1057"/>
              <a:gd name="p0x1" fmla="*/ 5330 w 5450"/>
              <a:gd name="p0y1" fmla="*/ 0 h 1057"/>
              <a:gd name="p0x2" fmla="*/ 5396 w 5450"/>
              <a:gd name="p0y2" fmla="*/ 0 h 1057"/>
              <a:gd name="p0x3" fmla="*/ 5450 w 5450"/>
              <a:gd name="p0y3" fmla="*/ 53 h 1057"/>
              <a:gd name="p0x4" fmla="*/ 5450 w 5450"/>
              <a:gd name="p0y4" fmla="*/ 120 h 1057"/>
              <a:gd name="p0x5" fmla="*/ 5450 w 5450"/>
              <a:gd name="p0y5" fmla="*/ 937 h 1057"/>
              <a:gd name="p0x6" fmla="*/ 5450 w 5450"/>
              <a:gd name="p0y6" fmla="*/ 1003 h 1057"/>
              <a:gd name="p0x7" fmla="*/ 5396 w 5450"/>
              <a:gd name="p0y7" fmla="*/ 1057 h 1057"/>
              <a:gd name="p0x8" fmla="*/ 5330 w 5450"/>
              <a:gd name="p0y8" fmla="*/ 1057 h 1057"/>
              <a:gd name="p0x9" fmla="*/ 120 w 5450"/>
              <a:gd name="p0y9" fmla="*/ 1057 h 1057"/>
              <a:gd name="p0x10" fmla="*/ 53 w 5450"/>
              <a:gd name="p0y10" fmla="*/ 1057 h 1057"/>
              <a:gd name="p0x11" fmla="*/ 0 w 5450"/>
              <a:gd name="p0y11" fmla="*/ 1003 h 1057"/>
              <a:gd name="p0x12" fmla="*/ 0 w 5450"/>
              <a:gd name="p0y12" fmla="*/ 937 h 1057"/>
              <a:gd name="p0x13" fmla="*/ 0 w 5450"/>
              <a:gd name="p0y13" fmla="*/ 120 h 1057"/>
              <a:gd name="p0x14" fmla="*/ 0 w 5450"/>
              <a:gd name="p0y14" fmla="*/ 53 h 1057"/>
              <a:gd name="p0x15" fmla="*/ 53 w 5450"/>
              <a:gd name="p0y15" fmla="*/ 0 h 1057"/>
              <a:gd name="p0x16" fmla="*/ 120 w 5450"/>
              <a:gd name="p0y16" fmla="*/ 0 h 10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9"/>
            </p:custDataLst>
          </p:nvPr>
        </p:nvSpPr>
        <p:spPr>
          <a:xfrm>
            <a:off x="5662613" y="5570010"/>
            <a:ext cx="838200" cy="291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零成本</a:t>
            </a:r>
            <a:endParaRPr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0"/>
            </p:custDataLst>
          </p:nvPr>
        </p:nvSpPr>
        <p:spPr>
          <a:xfrm>
            <a:off x="5376863" y="5865762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免额外参数开销</a:t>
            </a:r>
            <a:endParaRPr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51"/>
            </p:custDataLst>
          </p:nvPr>
        </p:nvSpPr>
        <p:spPr>
          <a:xfrm>
            <a:off x="8107045" y="4071620"/>
            <a:ext cx="3622675" cy="2324100"/>
          </a:xfrm>
          <a:custGeom>
            <a:avLst/>
            <a:gdLst>
              <a:gd name="sw" fmla="*/ 1 w 5705"/>
              <a:gd name="sh" fmla="*/ 1 h 3660"/>
              <a:gd name="mins" fmla="min sw sh"/>
              <a:gd name="dsw" fmla="+- 0 sw mins"/>
              <a:gd name="dsh" fmla="+- 0 sh mins"/>
              <a:gd name="p0x0" fmla="*/ 180 w 5705"/>
              <a:gd name="p0y0" fmla="*/ 0 h 3660"/>
              <a:gd name="p0x1" fmla="*/ 5525 w 5705"/>
              <a:gd name="p0y1" fmla="*/ 0 h 3660"/>
              <a:gd name="p0x2" fmla="*/ 5624 w 5705"/>
              <a:gd name="p0y2" fmla="*/ 0 h 3660"/>
              <a:gd name="p0x3" fmla="*/ 5705 w 5705"/>
              <a:gd name="p0y3" fmla="*/ 80 h 3660"/>
              <a:gd name="p0x4" fmla="*/ 5705 w 5705"/>
              <a:gd name="p0y4" fmla="*/ 180 h 3660"/>
              <a:gd name="p0x5" fmla="*/ 5705 w 5705"/>
              <a:gd name="p0y5" fmla="*/ 3480 h 3660"/>
              <a:gd name="p0x6" fmla="*/ 5705 w 5705"/>
              <a:gd name="p0y6" fmla="*/ 3579 h 3660"/>
              <a:gd name="p0x7" fmla="*/ 5624 w 5705"/>
              <a:gd name="p0y7" fmla="*/ 3660 h 3660"/>
              <a:gd name="p0x8" fmla="*/ 5525 w 5705"/>
              <a:gd name="p0y8" fmla="*/ 3660 h 3660"/>
              <a:gd name="p0x9" fmla="*/ 180 w 5705"/>
              <a:gd name="p0y9" fmla="*/ 3660 h 3660"/>
              <a:gd name="p0x10" fmla="*/ 80 w 5705"/>
              <a:gd name="p0y10" fmla="*/ 3660 h 3660"/>
              <a:gd name="p0x11" fmla="*/ 0 w 5705"/>
              <a:gd name="p0y11" fmla="*/ 3579 h 3660"/>
              <a:gd name="p0x12" fmla="*/ 0 w 5705"/>
              <a:gd name="p0y12" fmla="*/ 3480 h 3660"/>
              <a:gd name="p0x13" fmla="*/ 0 w 5705"/>
              <a:gd name="p0y13" fmla="*/ 180 h 3660"/>
              <a:gd name="p0x14" fmla="*/ 0 w 5705"/>
              <a:gd name="p0y14" fmla="*/ 80 h 3660"/>
              <a:gd name="p0x15" fmla="*/ 80 w 5705"/>
              <a:gd name="p0y15" fmla="*/ 0 h 3660"/>
              <a:gd name="p0x16" fmla="*/ 180 w 5705"/>
              <a:gd name="p0y16" fmla="*/ 0 h 3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5" name="组合 74"/>
          <p:cNvGrpSpPr/>
          <p:nvPr/>
        </p:nvGrpSpPr>
        <p:grpSpPr>
          <a:xfrm>
            <a:off x="8301990" y="4267200"/>
            <a:ext cx="3232150" cy="466090"/>
            <a:chOff x="13074" y="6720"/>
            <a:chExt cx="5090" cy="734"/>
          </a:xfrm>
        </p:grpSpPr>
        <p:sp>
          <p:nvSpPr>
            <p:cNvPr id="61" name="任意多边形 60"/>
            <p:cNvSpPr/>
            <p:nvPr>
              <p:custDataLst>
                <p:tags r:id="rId52"/>
              </p:custDataLst>
            </p:nvPr>
          </p:nvSpPr>
          <p:spPr>
            <a:xfrm>
              <a:off x="13074" y="6720"/>
              <a:ext cx="5091" cy="735"/>
            </a:xfrm>
            <a:custGeom>
              <a:avLst/>
              <a:gdLst>
                <a:gd name="sw" fmla="*/ 1 w 5090"/>
                <a:gd name="sh" fmla="*/ 1 h 735"/>
                <a:gd name="mins" fmla="min sw sh"/>
                <a:gd name="dsw" fmla="+- 0 sw mins"/>
                <a:gd name="dsh" fmla="+- 0 sh mins"/>
                <a:gd name="p0x0" fmla="*/ 0 w 5090"/>
                <a:gd name="p0y0" fmla="*/ 0 h 735"/>
                <a:gd name="p0x1" fmla="*/ 5090 w 5090"/>
                <a:gd name="p0y1" fmla="*/ 0 h 735"/>
                <a:gd name="p0x2" fmla="*/ 5090 w 5090"/>
                <a:gd name="p0y2" fmla="*/ 735 h 735"/>
                <a:gd name="p0x3" fmla="*/ 0 w 5090"/>
                <a:gd name="p0y3" fmla="*/ 735 h 735"/>
                <a:gd name="p0x4" fmla="*/ 0 w 509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任意多边形 61"/>
            <p:cNvSpPr/>
            <p:nvPr>
              <p:custDataLst>
                <p:tags r:id="rId53"/>
              </p:custDataLst>
            </p:nvPr>
          </p:nvSpPr>
          <p:spPr>
            <a:xfrm>
              <a:off x="13074" y="7440"/>
              <a:ext cx="5091" cy="15"/>
            </a:xfrm>
            <a:custGeom>
              <a:avLst/>
              <a:gdLst>
                <a:gd name="sw" fmla="*/ 1 w 5090"/>
                <a:gd name="sh" fmla="*/ 1 h 15"/>
                <a:gd name="mins" fmla="min sw sh"/>
                <a:gd name="dsw" fmla="+- 0 sw mins"/>
                <a:gd name="dsh" fmla="+- 0 sh mins"/>
                <a:gd name="p0x0" fmla="*/ 5090 w 5090"/>
                <a:gd name="p0y0" fmla="*/ 15 h 15"/>
                <a:gd name="p0x1" fmla="*/ 0 w 5090"/>
                <a:gd name="p0y1" fmla="*/ 15 h 15"/>
                <a:gd name="p0x2" fmla="*/ 0 w 5090"/>
                <a:gd name="p0y2" fmla="*/ 0 h 15"/>
                <a:gd name="p0x3" fmla="*/ 5090 w 5090"/>
                <a:gd name="p0y3" fmla="*/ 0 h 15"/>
                <a:gd name="p0x4" fmla="*/ 5090 w 509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4" name="任意多边形 63"/>
          <p:cNvSpPr/>
          <p:nvPr>
            <p:custDataLst>
              <p:tags r:id="rId54"/>
            </p:custDataLst>
          </p:nvPr>
        </p:nvSpPr>
        <p:spPr>
          <a:xfrm>
            <a:off x="8307070" y="4271645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>
            <p:custDataLst>
              <p:tags r:id="rId55"/>
            </p:custDataLst>
          </p:nvPr>
        </p:nvSpPr>
        <p:spPr>
          <a:xfrm>
            <a:off x="8408642" y="4298156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5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6"/>
            </p:custDataLst>
          </p:nvPr>
        </p:nvSpPr>
        <p:spPr>
          <a:xfrm>
            <a:off x="8759799" y="4255770"/>
            <a:ext cx="2924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 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</a:t>
            </a:r>
            <a:r>
              <a:rPr lang="en-US" altLang="zh-CN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架构强耦合</a:t>
            </a:r>
            <a:endParaRPr lang="zh-CN" altLang="en-US"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57"/>
            </p:custDataLst>
          </p:nvPr>
        </p:nvSpPr>
        <p:spPr>
          <a:xfrm>
            <a:off x="8302599" y="4789437"/>
            <a:ext cx="32321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类架构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4bit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最优；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类架构需更高精度。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58"/>
            </p:custDataLst>
          </p:nvPr>
        </p:nvSpPr>
        <p:spPr>
          <a:xfrm>
            <a:off x="8416899" y="5626951"/>
            <a:ext cx="1636519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· 4bit 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59"/>
            </p:custDataLst>
          </p:nvPr>
        </p:nvSpPr>
        <p:spPr>
          <a:xfrm>
            <a:off x="8416899" y="5931751"/>
            <a:ext cx="180662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ResNet-18 · </a:t>
            </a:r>
            <a:r>
              <a:rPr 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更高精度</a:t>
            </a:r>
            <a:endParaRPr 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4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总结与展望</a:t>
            </a:r>
            <a:endParaRPr lang="zh-CN" altLang="en-US"/>
          </a:p>
        </p:txBody>
      </p:sp>
      <p:sp>
        <p:nvSpPr>
          <p:cNvPr id="3" name="文本占位符 2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73342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4469159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核心结论速览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609600" y="957263"/>
            <a:ext cx="48501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整合两阶段研究的五条核心结论，形成完整知识体系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6"/>
            </p:custDataLst>
          </p:nvPr>
        </p:nvSpPr>
        <p:spPr>
          <a:xfrm>
            <a:off x="461645" y="1433195"/>
            <a:ext cx="2667000" cy="2281555"/>
          </a:xfrm>
          <a:custGeom>
            <a:avLst/>
            <a:gdLst>
              <a:gd name="sw" fmla="*/ 1 w 4200"/>
              <a:gd name="sh" fmla="*/ 1 h 3593"/>
              <a:gd name="mins" fmla="min sw sh"/>
              <a:gd name="dsw" fmla="+- 0 sw mins"/>
              <a:gd name="dsh" fmla="+- 0 sh mins"/>
              <a:gd name="p0x0" fmla="*/ 120 w 4200"/>
              <a:gd name="p0y0" fmla="*/ 0 h 3593"/>
              <a:gd name="p0x1" fmla="*/ 4080 w 4200"/>
              <a:gd name="p0y1" fmla="*/ 0 h 3593"/>
              <a:gd name="p0x2" fmla="*/ 4146 w 4200"/>
              <a:gd name="p0y2" fmla="*/ 0 h 3593"/>
              <a:gd name="p0x3" fmla="*/ 4200 w 4200"/>
              <a:gd name="p0y3" fmla="*/ 53 h 3593"/>
              <a:gd name="p0x4" fmla="*/ 4200 w 4200"/>
              <a:gd name="p0y4" fmla="*/ 120 h 3593"/>
              <a:gd name="p0x5" fmla="*/ 4200 w 4200"/>
              <a:gd name="p0y5" fmla="*/ 3473 h 3593"/>
              <a:gd name="p0x6" fmla="*/ 4200 w 4200"/>
              <a:gd name="p0y6" fmla="*/ 3539 h 3593"/>
              <a:gd name="p0x7" fmla="*/ 4146 w 4200"/>
              <a:gd name="p0y7" fmla="*/ 3593 h 3593"/>
              <a:gd name="p0x8" fmla="*/ 4080 w 4200"/>
              <a:gd name="p0y8" fmla="*/ 3593 h 3593"/>
              <a:gd name="p0x9" fmla="*/ 120 w 4200"/>
              <a:gd name="p0y9" fmla="*/ 3593 h 3593"/>
              <a:gd name="p0x10" fmla="*/ 53 w 4200"/>
              <a:gd name="p0y10" fmla="*/ 3593 h 3593"/>
              <a:gd name="p0x11" fmla="*/ 0 w 4200"/>
              <a:gd name="p0y11" fmla="*/ 3539 h 3593"/>
              <a:gd name="p0x12" fmla="*/ 0 w 4200"/>
              <a:gd name="p0y12" fmla="*/ 3473 h 3593"/>
              <a:gd name="p0x13" fmla="*/ 0 w 4200"/>
              <a:gd name="p0y13" fmla="*/ 120 h 3593"/>
              <a:gd name="p0x14" fmla="*/ 0 w 4200"/>
              <a:gd name="p0y14" fmla="*/ 53 h 3593"/>
              <a:gd name="p0x15" fmla="*/ 53 w 4200"/>
              <a:gd name="p0y15" fmla="*/ 0 h 3593"/>
              <a:gd name="p0x16" fmla="*/ 120 w 4200"/>
              <a:gd name="p0y16" fmla="*/ 0 h 35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657225" y="17570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63267" y="178831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114425" y="1614011"/>
            <a:ext cx="1173509" cy="553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参数量越大</a:t>
            </a:r>
            <a:endParaRPr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鲁棒性越差</a:t>
            </a:r>
            <a:endParaRPr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57225" y="2328863"/>
            <a:ext cx="2157413" cy="1204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残差架构的误差放大效应远超参数冗余容错收益，架构选型应优先考虑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浅层小模型</a:t>
            </a:r>
            <a:endParaRPr sz="15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3328670" y="1433195"/>
            <a:ext cx="2667000" cy="2281555"/>
          </a:xfrm>
          <a:custGeom>
            <a:avLst/>
            <a:gdLst>
              <a:gd name="sw" fmla="*/ 1 w 4200"/>
              <a:gd name="sh" fmla="*/ 1 h 3593"/>
              <a:gd name="mins" fmla="min sw sh"/>
              <a:gd name="dsw" fmla="+- 0 sw mins"/>
              <a:gd name="dsh" fmla="+- 0 sh mins"/>
              <a:gd name="p0x0" fmla="*/ 120 w 4200"/>
              <a:gd name="p0y0" fmla="*/ 0 h 3593"/>
              <a:gd name="p0x1" fmla="*/ 4080 w 4200"/>
              <a:gd name="p0y1" fmla="*/ 0 h 3593"/>
              <a:gd name="p0x2" fmla="*/ 4146 w 4200"/>
              <a:gd name="p0y2" fmla="*/ 0 h 3593"/>
              <a:gd name="p0x3" fmla="*/ 4200 w 4200"/>
              <a:gd name="p0y3" fmla="*/ 53 h 3593"/>
              <a:gd name="p0x4" fmla="*/ 4200 w 4200"/>
              <a:gd name="p0y4" fmla="*/ 120 h 3593"/>
              <a:gd name="p0x5" fmla="*/ 4200 w 4200"/>
              <a:gd name="p0y5" fmla="*/ 3473 h 3593"/>
              <a:gd name="p0x6" fmla="*/ 4200 w 4200"/>
              <a:gd name="p0y6" fmla="*/ 3539 h 3593"/>
              <a:gd name="p0x7" fmla="*/ 4146 w 4200"/>
              <a:gd name="p0y7" fmla="*/ 3593 h 3593"/>
              <a:gd name="p0x8" fmla="*/ 4080 w 4200"/>
              <a:gd name="p0y8" fmla="*/ 3593 h 3593"/>
              <a:gd name="p0x9" fmla="*/ 120 w 4200"/>
              <a:gd name="p0y9" fmla="*/ 3593 h 3593"/>
              <a:gd name="p0x10" fmla="*/ 53 w 4200"/>
              <a:gd name="p0y10" fmla="*/ 3593 h 3593"/>
              <a:gd name="p0x11" fmla="*/ 0 w 4200"/>
              <a:gd name="p0y11" fmla="*/ 3539 h 3593"/>
              <a:gd name="p0x12" fmla="*/ 0 w 4200"/>
              <a:gd name="p0y12" fmla="*/ 3473 h 3593"/>
              <a:gd name="p0x13" fmla="*/ 0 w 4200"/>
              <a:gd name="p0y13" fmla="*/ 120 h 3593"/>
              <a:gd name="p0x14" fmla="*/ 0 w 4200"/>
              <a:gd name="p0y14" fmla="*/ 53 h 3593"/>
              <a:gd name="p0x15" fmla="*/ 53 w 4200"/>
              <a:gd name="p0y15" fmla="*/ 0 h 3593"/>
              <a:gd name="p0x16" fmla="*/ 120 w 4200"/>
              <a:gd name="p0y16" fmla="*/ 0 h 35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3524250" y="17570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3630292" y="178831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3981450" y="1614011"/>
            <a:ext cx="1258414" cy="553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双策略</a:t>
            </a:r>
            <a:endParaRPr lang="zh-CN"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训练范式</a:t>
            </a:r>
            <a:endParaRPr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3524250" y="2328863"/>
            <a:ext cx="2276475" cy="1204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纯前馈优先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Scratch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，残差网络极限失真下改用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9000"/>
              </a:lnSpc>
            </a:pPr>
            <a:r>
              <a:rPr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Finetune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，建立「训练策略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架构类型」匹配原则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6195695" y="1433195"/>
            <a:ext cx="2667000" cy="2281555"/>
          </a:xfrm>
          <a:custGeom>
            <a:avLst/>
            <a:gdLst>
              <a:gd name="sw" fmla="*/ 1 w 4200"/>
              <a:gd name="sh" fmla="*/ 1 h 3593"/>
              <a:gd name="mins" fmla="min sw sh"/>
              <a:gd name="dsw" fmla="+- 0 sw mins"/>
              <a:gd name="dsh" fmla="+- 0 sh mins"/>
              <a:gd name="p0x0" fmla="*/ 120 w 4200"/>
              <a:gd name="p0y0" fmla="*/ 0 h 3593"/>
              <a:gd name="p0x1" fmla="*/ 4080 w 4200"/>
              <a:gd name="p0y1" fmla="*/ 0 h 3593"/>
              <a:gd name="p0x2" fmla="*/ 4146 w 4200"/>
              <a:gd name="p0y2" fmla="*/ 0 h 3593"/>
              <a:gd name="p0x3" fmla="*/ 4200 w 4200"/>
              <a:gd name="p0y3" fmla="*/ 53 h 3593"/>
              <a:gd name="p0x4" fmla="*/ 4200 w 4200"/>
              <a:gd name="p0y4" fmla="*/ 120 h 3593"/>
              <a:gd name="p0x5" fmla="*/ 4200 w 4200"/>
              <a:gd name="p0y5" fmla="*/ 3473 h 3593"/>
              <a:gd name="p0x6" fmla="*/ 4200 w 4200"/>
              <a:gd name="p0y6" fmla="*/ 3539 h 3593"/>
              <a:gd name="p0x7" fmla="*/ 4146 w 4200"/>
              <a:gd name="p0y7" fmla="*/ 3593 h 3593"/>
              <a:gd name="p0x8" fmla="*/ 4080 w 4200"/>
              <a:gd name="p0y8" fmla="*/ 3593 h 3593"/>
              <a:gd name="p0x9" fmla="*/ 120 w 4200"/>
              <a:gd name="p0y9" fmla="*/ 3593 h 3593"/>
              <a:gd name="p0x10" fmla="*/ 53 w 4200"/>
              <a:gd name="p0y10" fmla="*/ 3593 h 3593"/>
              <a:gd name="p0x11" fmla="*/ 0 w 4200"/>
              <a:gd name="p0y11" fmla="*/ 3539 h 3593"/>
              <a:gd name="p0x12" fmla="*/ 0 w 4200"/>
              <a:gd name="p0y12" fmla="*/ 3473 h 3593"/>
              <a:gd name="p0x13" fmla="*/ 0 w 4200"/>
              <a:gd name="p0y13" fmla="*/ 120 h 3593"/>
              <a:gd name="p0x14" fmla="*/ 0 w 4200"/>
              <a:gd name="p0y14" fmla="*/ 53 h 3593"/>
              <a:gd name="p0x15" fmla="*/ 53 w 4200"/>
              <a:gd name="p0y15" fmla="*/ 0 h 3593"/>
              <a:gd name="p0x16" fmla="*/ 120 w 4200"/>
              <a:gd name="p0y16" fmla="*/ 0 h 35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6391275" y="17570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6497317" y="1788319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6848475" y="1614011"/>
            <a:ext cx="1343844" cy="553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为最优</a:t>
            </a:r>
            <a:endParaRPr lang="zh-CN"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1650" b="1" spc="33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性价比方案</a:t>
            </a:r>
            <a:endParaRPr sz="1650" b="1" spc="33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6395720" y="2469515"/>
            <a:ext cx="941705" cy="1037590"/>
          </a:xfrm>
          <a:custGeom>
            <a:avLst/>
            <a:gdLst>
              <a:gd name="sw" fmla="*/ 1 w 1482"/>
              <a:gd name="sh" fmla="*/ 1 h 1633"/>
              <a:gd name="mins" fmla="min sw sh"/>
              <a:gd name="dsw" fmla="+- 0 sw mins"/>
              <a:gd name="dsh" fmla="+- 0 sh mins"/>
              <a:gd name="p0x0" fmla="*/ 120 w 1482"/>
              <a:gd name="p0y0" fmla="*/ 0 h 1633"/>
              <a:gd name="p0x1" fmla="*/ 1362 w 1482"/>
              <a:gd name="p0y1" fmla="*/ 0 h 1633"/>
              <a:gd name="p0x2" fmla="*/ 1429 w 1482"/>
              <a:gd name="p0y2" fmla="*/ 0 h 1633"/>
              <a:gd name="p0x3" fmla="*/ 1482 w 1482"/>
              <a:gd name="p0y3" fmla="*/ 53 h 1633"/>
              <a:gd name="p0x4" fmla="*/ 1482 w 1482"/>
              <a:gd name="p0y4" fmla="*/ 120 h 1633"/>
              <a:gd name="p0x5" fmla="*/ 1482 w 1482"/>
              <a:gd name="p0y5" fmla="*/ 1513 h 1633"/>
              <a:gd name="p0x6" fmla="*/ 1482 w 1482"/>
              <a:gd name="p0y6" fmla="*/ 1579 h 1633"/>
              <a:gd name="p0x7" fmla="*/ 1429 w 1482"/>
              <a:gd name="p0y7" fmla="*/ 1633 h 1633"/>
              <a:gd name="p0x8" fmla="*/ 1362 w 1482"/>
              <a:gd name="p0y8" fmla="*/ 1633 h 1633"/>
              <a:gd name="p0x9" fmla="*/ 120 w 1482"/>
              <a:gd name="p0y9" fmla="*/ 1633 h 1633"/>
              <a:gd name="p0x10" fmla="*/ 53 w 1482"/>
              <a:gd name="p0y10" fmla="*/ 1633 h 1633"/>
              <a:gd name="p0x11" fmla="*/ 0 w 1482"/>
              <a:gd name="p0y11" fmla="*/ 1579 h 1633"/>
              <a:gd name="p0x12" fmla="*/ 0 w 1482"/>
              <a:gd name="p0y12" fmla="*/ 1513 h 1633"/>
              <a:gd name="p0x13" fmla="*/ 0 w 1482"/>
              <a:gd name="p0y13" fmla="*/ 120 h 1633"/>
              <a:gd name="p0x14" fmla="*/ 0 w 1482"/>
              <a:gd name="p0y14" fmla="*/ 53 h 1633"/>
              <a:gd name="p0x15" fmla="*/ 53 w 1482"/>
              <a:gd name="p0y15" fmla="*/ 0 h 1633"/>
              <a:gd name="p0x16" fmla="*/ 120 w 1482"/>
              <a:gd name="p0y16" fmla="*/ 0 h 16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6515100" y="2752620"/>
            <a:ext cx="855907" cy="2533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2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+13.68pp</a:t>
            </a:r>
            <a:endParaRPr sz="12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6614217" y="3012862"/>
            <a:ext cx="629098" cy="2052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975" spc="19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累计提升</a:t>
            </a:r>
            <a:endParaRPr sz="975" spc="19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7461250" y="2469515"/>
            <a:ext cx="703580" cy="1037590"/>
          </a:xfrm>
          <a:custGeom>
            <a:avLst/>
            <a:gdLst>
              <a:gd name="sw" fmla="*/ 1 w 1108"/>
              <a:gd name="sh" fmla="*/ 1 h 1633"/>
              <a:gd name="mins" fmla="min sw sh"/>
              <a:gd name="dsw" fmla="+- 0 sw mins"/>
              <a:gd name="dsh" fmla="+- 0 sh mins"/>
              <a:gd name="p0x0" fmla="*/ 120 w 1108"/>
              <a:gd name="p0y0" fmla="*/ 0 h 1633"/>
              <a:gd name="p0x1" fmla="*/ 988 w 1108"/>
              <a:gd name="p0y1" fmla="*/ 0 h 1633"/>
              <a:gd name="p0x2" fmla="*/ 1054 w 1108"/>
              <a:gd name="p0y2" fmla="*/ 0 h 1633"/>
              <a:gd name="p0x3" fmla="*/ 1108 w 1108"/>
              <a:gd name="p0y3" fmla="*/ 53 h 1633"/>
              <a:gd name="p0x4" fmla="*/ 1108 w 1108"/>
              <a:gd name="p0y4" fmla="*/ 120 h 1633"/>
              <a:gd name="p0x5" fmla="*/ 1108 w 1108"/>
              <a:gd name="p0y5" fmla="*/ 1513 h 1633"/>
              <a:gd name="p0x6" fmla="*/ 1108 w 1108"/>
              <a:gd name="p0y6" fmla="*/ 1579 h 1633"/>
              <a:gd name="p0x7" fmla="*/ 1054 w 1108"/>
              <a:gd name="p0y7" fmla="*/ 1633 h 1633"/>
              <a:gd name="p0x8" fmla="*/ 988 w 1108"/>
              <a:gd name="p0y8" fmla="*/ 1633 h 1633"/>
              <a:gd name="p0x9" fmla="*/ 120 w 1108"/>
              <a:gd name="p0y9" fmla="*/ 1633 h 1633"/>
              <a:gd name="p0x10" fmla="*/ 53 w 1108"/>
              <a:gd name="p0y10" fmla="*/ 1633 h 1633"/>
              <a:gd name="p0x11" fmla="*/ 0 w 1108"/>
              <a:gd name="p0y11" fmla="*/ 1579 h 1633"/>
              <a:gd name="p0x12" fmla="*/ 0 w 1108"/>
              <a:gd name="p0y12" fmla="*/ 1513 h 1633"/>
              <a:gd name="p0x13" fmla="*/ 0 w 1108"/>
              <a:gd name="p0y13" fmla="*/ 120 h 1633"/>
              <a:gd name="p0x14" fmla="*/ 0 w 1108"/>
              <a:gd name="p0y14" fmla="*/ 53 h 1633"/>
              <a:gd name="p0x15" fmla="*/ 53 w 1108"/>
              <a:gd name="p0y15" fmla="*/ 0 h 1633"/>
              <a:gd name="p0x16" fmla="*/ 120 w 1108"/>
              <a:gd name="p0y16" fmla="*/ 0 h 16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7580557" y="2656694"/>
            <a:ext cx="617858" cy="2533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2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37.6%</a:t>
            </a:r>
            <a:endParaRPr sz="12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7580557" y="2916936"/>
            <a:ext cx="465460" cy="39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975" spc="19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相对改善</a:t>
            </a:r>
            <a:endParaRPr sz="975" spc="19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8288655" y="2469515"/>
            <a:ext cx="567055" cy="1037590"/>
          </a:xfrm>
          <a:custGeom>
            <a:avLst/>
            <a:gdLst>
              <a:gd name="sw" fmla="*/ 1 w 893"/>
              <a:gd name="sh" fmla="*/ 1 h 1633"/>
              <a:gd name="mins" fmla="min sw sh"/>
              <a:gd name="dsw" fmla="+- 0 sw mins"/>
              <a:gd name="dsh" fmla="+- 0 sh mins"/>
              <a:gd name="p0x0" fmla="*/ 120 w 893"/>
              <a:gd name="p0y0" fmla="*/ 0 h 1633"/>
              <a:gd name="p0x1" fmla="*/ 773 w 893"/>
              <a:gd name="p0y1" fmla="*/ 0 h 1633"/>
              <a:gd name="p0x2" fmla="*/ 839 w 893"/>
              <a:gd name="p0y2" fmla="*/ 0 h 1633"/>
              <a:gd name="p0x3" fmla="*/ 893 w 893"/>
              <a:gd name="p0y3" fmla="*/ 53 h 1633"/>
              <a:gd name="p0x4" fmla="*/ 893 w 893"/>
              <a:gd name="p0y4" fmla="*/ 120 h 1633"/>
              <a:gd name="p0x5" fmla="*/ 893 w 893"/>
              <a:gd name="p0y5" fmla="*/ 1513 h 1633"/>
              <a:gd name="p0x6" fmla="*/ 893 w 893"/>
              <a:gd name="p0y6" fmla="*/ 1579 h 1633"/>
              <a:gd name="p0x7" fmla="*/ 839 w 893"/>
              <a:gd name="p0y7" fmla="*/ 1633 h 1633"/>
              <a:gd name="p0x8" fmla="*/ 773 w 893"/>
              <a:gd name="p0y8" fmla="*/ 1633 h 1633"/>
              <a:gd name="p0x9" fmla="*/ 120 w 893"/>
              <a:gd name="p0y9" fmla="*/ 1633 h 1633"/>
              <a:gd name="p0x10" fmla="*/ 53 w 893"/>
              <a:gd name="p0y10" fmla="*/ 1633 h 1633"/>
              <a:gd name="p0x11" fmla="*/ 0 w 893"/>
              <a:gd name="p0y11" fmla="*/ 1579 h 1633"/>
              <a:gd name="p0x12" fmla="*/ 0 w 893"/>
              <a:gd name="p0y12" fmla="*/ 1513 h 1633"/>
              <a:gd name="p0x13" fmla="*/ 0 w 893"/>
              <a:gd name="p0y13" fmla="*/ 120 h 1633"/>
              <a:gd name="p0x14" fmla="*/ 0 w 893"/>
              <a:gd name="p0y14" fmla="*/ 53 h 1633"/>
              <a:gd name="p0x15" fmla="*/ 53 w 893"/>
              <a:gd name="p0y15" fmla="*/ 0 h 1633"/>
              <a:gd name="p0x16" fmla="*/ 120 w 893"/>
              <a:gd name="p0y16" fmla="*/ 0 h 163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8407974" y="2538603"/>
            <a:ext cx="329060" cy="48955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en-US" sz="12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~1.6</a:t>
            </a:r>
            <a:r>
              <a:rPr lang="zh-CN" sz="12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sz="12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8407974" y="3035036"/>
            <a:ext cx="329060" cy="39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975" spc="19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额外参数</a:t>
            </a:r>
            <a:endParaRPr sz="975" spc="19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29"/>
            </p:custDataLst>
          </p:nvPr>
        </p:nvSpPr>
        <p:spPr>
          <a:xfrm>
            <a:off x="9062720" y="1433195"/>
            <a:ext cx="2667000" cy="2281555"/>
          </a:xfrm>
          <a:custGeom>
            <a:avLst/>
            <a:gdLst>
              <a:gd name="sw" fmla="*/ 1 w 4200"/>
              <a:gd name="sh" fmla="*/ 1 h 3593"/>
              <a:gd name="mins" fmla="min sw sh"/>
              <a:gd name="dsw" fmla="+- 0 sw mins"/>
              <a:gd name="dsh" fmla="+- 0 sh mins"/>
              <a:gd name="p0x0" fmla="*/ 120 w 4200"/>
              <a:gd name="p0y0" fmla="*/ 0 h 3593"/>
              <a:gd name="p0x1" fmla="*/ 4080 w 4200"/>
              <a:gd name="p0y1" fmla="*/ 0 h 3593"/>
              <a:gd name="p0x2" fmla="*/ 4146 w 4200"/>
              <a:gd name="p0y2" fmla="*/ 0 h 3593"/>
              <a:gd name="p0x3" fmla="*/ 4200 w 4200"/>
              <a:gd name="p0y3" fmla="*/ 53 h 3593"/>
              <a:gd name="p0x4" fmla="*/ 4200 w 4200"/>
              <a:gd name="p0y4" fmla="*/ 120 h 3593"/>
              <a:gd name="p0x5" fmla="*/ 4200 w 4200"/>
              <a:gd name="p0y5" fmla="*/ 3473 h 3593"/>
              <a:gd name="p0x6" fmla="*/ 4200 w 4200"/>
              <a:gd name="p0y6" fmla="*/ 3539 h 3593"/>
              <a:gd name="p0x7" fmla="*/ 4146 w 4200"/>
              <a:gd name="p0y7" fmla="*/ 3593 h 3593"/>
              <a:gd name="p0x8" fmla="*/ 4080 w 4200"/>
              <a:gd name="p0y8" fmla="*/ 3593 h 3593"/>
              <a:gd name="p0x9" fmla="*/ 120 w 4200"/>
              <a:gd name="p0y9" fmla="*/ 3593 h 3593"/>
              <a:gd name="p0x10" fmla="*/ 53 w 4200"/>
              <a:gd name="p0y10" fmla="*/ 3593 h 3593"/>
              <a:gd name="p0x11" fmla="*/ 0 w 4200"/>
              <a:gd name="p0y11" fmla="*/ 3539 h 3593"/>
              <a:gd name="p0x12" fmla="*/ 0 w 4200"/>
              <a:gd name="p0y12" fmla="*/ 3473 h 3593"/>
              <a:gd name="p0x13" fmla="*/ 0 w 4200"/>
              <a:gd name="p0y13" fmla="*/ 120 h 3593"/>
              <a:gd name="p0x14" fmla="*/ 0 w 4200"/>
              <a:gd name="p0y14" fmla="*/ 53 h 3593"/>
              <a:gd name="p0x15" fmla="*/ 53 w 4200"/>
              <a:gd name="p0y15" fmla="*/ 0 h 3593"/>
              <a:gd name="p0x16" fmla="*/ 120 w 4200"/>
              <a:gd name="p0y16" fmla="*/ 0 h 35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9258300" y="17570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9364342" y="1788319"/>
            <a:ext cx="340367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9715500" y="1614011"/>
            <a:ext cx="1032491" cy="553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650" b="1" spc="14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Dithering</a:t>
            </a:r>
            <a:endParaRPr sz="1650" b="1" spc="14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4000"/>
              </a:lnSpc>
            </a:pPr>
            <a:r>
              <a:rPr sz="1650" b="1" spc="14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机理修正</a:t>
            </a:r>
            <a:endParaRPr sz="1650" b="1" spc="14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9258300" y="2328863"/>
            <a:ext cx="2276475" cy="12049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增益来自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离散化分布重塑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MaxPool 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载体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，旧版「随机共振」解释已被实验否决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4"/>
            </p:custDataLst>
          </p:nvPr>
        </p:nvSpPr>
        <p:spPr>
          <a:xfrm>
            <a:off x="461645" y="3914775"/>
            <a:ext cx="11268075" cy="2480945"/>
          </a:xfrm>
          <a:custGeom>
            <a:avLst/>
            <a:gdLst>
              <a:gd name="sw" fmla="*/ 1 w 17745"/>
              <a:gd name="sh" fmla="*/ 1 h 3906"/>
              <a:gd name="mins" fmla="min sw sh"/>
              <a:gd name="dsw" fmla="+- 0 sw mins"/>
              <a:gd name="dsh" fmla="+- 0 sh mins"/>
              <a:gd name="p0x0" fmla="*/ 120 w 17745"/>
              <a:gd name="p0y0" fmla="*/ 0 h 3906"/>
              <a:gd name="p0x1" fmla="*/ 17625 w 17745"/>
              <a:gd name="p0y1" fmla="*/ 0 h 3906"/>
              <a:gd name="p0x2" fmla="*/ 17691 w 17745"/>
              <a:gd name="p0y2" fmla="*/ 0 h 3906"/>
              <a:gd name="p0x3" fmla="*/ 17745 w 17745"/>
              <a:gd name="p0y3" fmla="*/ 53 h 3906"/>
              <a:gd name="p0x4" fmla="*/ 17745 w 17745"/>
              <a:gd name="p0y4" fmla="*/ 120 h 3906"/>
              <a:gd name="p0x5" fmla="*/ 17745 w 17745"/>
              <a:gd name="p0y5" fmla="*/ 3786 h 3906"/>
              <a:gd name="p0x6" fmla="*/ 17745 w 17745"/>
              <a:gd name="p0y6" fmla="*/ 3853 h 3906"/>
              <a:gd name="p0x7" fmla="*/ 17691 w 17745"/>
              <a:gd name="p0y7" fmla="*/ 3906 h 3906"/>
              <a:gd name="p0x8" fmla="*/ 17625 w 17745"/>
              <a:gd name="p0y8" fmla="*/ 3906 h 3906"/>
              <a:gd name="p0x9" fmla="*/ 120 w 17745"/>
              <a:gd name="p0y9" fmla="*/ 3906 h 3906"/>
              <a:gd name="p0x10" fmla="*/ 53 w 17745"/>
              <a:gd name="p0y10" fmla="*/ 3906 h 3906"/>
              <a:gd name="p0x11" fmla="*/ 0 w 17745"/>
              <a:gd name="p0y11" fmla="*/ 3853 h 3906"/>
              <a:gd name="p0x12" fmla="*/ 0 w 17745"/>
              <a:gd name="p0y12" fmla="*/ 3786 h 3906"/>
              <a:gd name="p0x13" fmla="*/ 0 w 17745"/>
              <a:gd name="p0y13" fmla="*/ 120 h 3906"/>
              <a:gd name="p0x14" fmla="*/ 0 w 17745"/>
              <a:gd name="p0y14" fmla="*/ 53 h 3906"/>
              <a:gd name="p0x15" fmla="*/ 53 w 17745"/>
              <a:gd name="p0y15" fmla="*/ 0 h 3906"/>
              <a:gd name="p0x16" fmla="*/ 120 w 17745"/>
              <a:gd name="p0y16" fmla="*/ 0 h 390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657225" y="41198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6"/>
            </p:custDataLst>
          </p:nvPr>
        </p:nvSpPr>
        <p:spPr>
          <a:xfrm>
            <a:off x="763267" y="4150890"/>
            <a:ext cx="340366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1114425" y="4095169"/>
            <a:ext cx="325985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第二阶段防御边界与闭环修复</a:t>
            </a:r>
            <a:endParaRPr b="1" spc="36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657225" y="4572371"/>
            <a:ext cx="10877550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增益为</a:t>
            </a:r>
            <a:r>
              <a:rPr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训练分布内属性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9"/>
            </p:custDataLst>
          </p:nvPr>
        </p:nvSpPr>
        <p:spPr>
          <a:xfrm>
            <a:off x="661670" y="5000625"/>
            <a:ext cx="5334000" cy="1278890"/>
          </a:xfrm>
          <a:custGeom>
            <a:avLst/>
            <a:gdLst>
              <a:gd name="sw" fmla="*/ 1 w 8400"/>
              <a:gd name="sh" fmla="*/ 1 h 2013"/>
              <a:gd name="mins" fmla="min sw sh"/>
              <a:gd name="dsw" fmla="+- 0 sw mins"/>
              <a:gd name="dsh" fmla="+- 0 sh mins"/>
              <a:gd name="p0x0" fmla="*/ 120 w 8400"/>
              <a:gd name="p0y0" fmla="*/ 0 h 2013"/>
              <a:gd name="p0x1" fmla="*/ 8280 w 8400"/>
              <a:gd name="p0y1" fmla="*/ 0 h 2013"/>
              <a:gd name="p0x2" fmla="*/ 8346 w 8400"/>
              <a:gd name="p0y2" fmla="*/ 0 h 2013"/>
              <a:gd name="p0x3" fmla="*/ 8400 w 8400"/>
              <a:gd name="p0y3" fmla="*/ 53 h 2013"/>
              <a:gd name="p0x4" fmla="*/ 8400 w 8400"/>
              <a:gd name="p0y4" fmla="*/ 120 h 2013"/>
              <a:gd name="p0x5" fmla="*/ 8400 w 8400"/>
              <a:gd name="p0y5" fmla="*/ 1893 h 2013"/>
              <a:gd name="p0x6" fmla="*/ 8400 w 8400"/>
              <a:gd name="p0y6" fmla="*/ 1960 h 2013"/>
              <a:gd name="p0x7" fmla="*/ 8346 w 8400"/>
              <a:gd name="p0y7" fmla="*/ 2013 h 2013"/>
              <a:gd name="p0x8" fmla="*/ 8280 w 8400"/>
              <a:gd name="p0y8" fmla="*/ 2013 h 2013"/>
              <a:gd name="p0x9" fmla="*/ 120 w 8400"/>
              <a:gd name="p0y9" fmla="*/ 2013 h 2013"/>
              <a:gd name="p0x10" fmla="*/ 53 w 8400"/>
              <a:gd name="p0y10" fmla="*/ 2013 h 2013"/>
              <a:gd name="p0x11" fmla="*/ 0 w 8400"/>
              <a:gd name="p0y11" fmla="*/ 1960 h 2013"/>
              <a:gd name="p0x12" fmla="*/ 0 w 8400"/>
              <a:gd name="p0y12" fmla="*/ 1893 h 2013"/>
              <a:gd name="p0x13" fmla="*/ 0 w 8400"/>
              <a:gd name="p0y13" fmla="*/ 120 h 2013"/>
              <a:gd name="p0x14" fmla="*/ 0 w 8400"/>
              <a:gd name="p0y14" fmla="*/ 53 h 2013"/>
              <a:gd name="p0x15" fmla="*/ 53 w 8400"/>
              <a:gd name="p0y15" fmla="*/ 0 h 2013"/>
              <a:gd name="p0x16" fmla="*/ 120 w 8400"/>
              <a:gd name="p0y16" fmla="*/ 0 h 20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7843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819150" y="5109343"/>
            <a:ext cx="5019675" cy="2405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125" spc="22">
                <a:solidFill>
                  <a:schemeClr val="tx2">
                    <a:lumMod val="2212"/>
                    <a:lumOff val="97788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边界定位</a:t>
            </a:r>
            <a:endParaRPr sz="1125" spc="22">
              <a:solidFill>
                <a:schemeClr val="tx2">
                  <a:lumMod val="2212"/>
                  <a:lumOff val="97788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1"/>
            </p:custDataLst>
          </p:nvPr>
        </p:nvSpPr>
        <p:spPr>
          <a:xfrm>
            <a:off x="819150" y="5422478"/>
            <a:ext cx="633413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正侧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1285875" y="5422265"/>
            <a:ext cx="922020" cy="323850"/>
          </a:xfrm>
          <a:custGeom>
            <a:avLst/>
            <a:gdLst>
              <a:gd name="sw" fmla="*/ 1 w 1452"/>
              <a:gd name="sh" fmla="*/ 1 h 510"/>
              <a:gd name="mins" fmla="min sw sh"/>
              <a:gd name="dsw" fmla="+- 0 sw mins"/>
              <a:gd name="dsh" fmla="+- 0 sh mins"/>
              <a:gd name="p0x0" fmla="*/ 60 w 1452"/>
              <a:gd name="p0y0" fmla="*/ 0 h 510"/>
              <a:gd name="p0x1" fmla="*/ 1392 w 1452"/>
              <a:gd name="p0y1" fmla="*/ 0 h 510"/>
              <a:gd name="p0x2" fmla="*/ 1425 w 1452"/>
              <a:gd name="p0y2" fmla="*/ 0 h 510"/>
              <a:gd name="p0x3" fmla="*/ 1452 w 1452"/>
              <a:gd name="p0y3" fmla="*/ 26 h 510"/>
              <a:gd name="p0x4" fmla="*/ 1452 w 1452"/>
              <a:gd name="p0y4" fmla="*/ 60 h 510"/>
              <a:gd name="p0x5" fmla="*/ 1452 w 1452"/>
              <a:gd name="p0y5" fmla="*/ 450 h 510"/>
              <a:gd name="p0x6" fmla="*/ 1452 w 1452"/>
              <a:gd name="p0y6" fmla="*/ 483 h 510"/>
              <a:gd name="p0x7" fmla="*/ 1425 w 1452"/>
              <a:gd name="p0y7" fmla="*/ 510 h 510"/>
              <a:gd name="p0x8" fmla="*/ 1392 w 1452"/>
              <a:gd name="p0y8" fmla="*/ 510 h 510"/>
              <a:gd name="p0x9" fmla="*/ 60 w 1452"/>
              <a:gd name="p0y9" fmla="*/ 510 h 510"/>
              <a:gd name="p0x10" fmla="*/ 26 w 1452"/>
              <a:gd name="p0y10" fmla="*/ 510 h 510"/>
              <a:gd name="p0x11" fmla="*/ 0 w 1452"/>
              <a:gd name="p0y11" fmla="*/ 483 h 510"/>
              <a:gd name="p0x12" fmla="*/ 0 w 1452"/>
              <a:gd name="p0y12" fmla="*/ 450 h 510"/>
              <a:gd name="p0x13" fmla="*/ 0 w 1452"/>
              <a:gd name="p0y13" fmla="*/ 60 h 510"/>
              <a:gd name="p0x14" fmla="*/ 0 w 1452"/>
              <a:gd name="p0y14" fmla="*/ 26 h 510"/>
              <a:gd name="p0x15" fmla="*/ 26 w 1452"/>
              <a:gd name="p0y15" fmla="*/ 0 h 510"/>
              <a:gd name="p0x16" fmla="*/ 60 w 1452"/>
              <a:gd name="p0y16" fmla="*/ 0 h 5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1385888" y="5422478"/>
            <a:ext cx="912914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50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α≈+0.4</a:t>
            </a:r>
            <a:endParaRPr sz="1500" b="1">
              <a:solidFill>
                <a:srgbClr val="FFF2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2232127" y="5422478"/>
            <a:ext cx="3606698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增益归零反转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5"/>
            </p:custDataLst>
          </p:nvPr>
        </p:nvSpPr>
        <p:spPr>
          <a:xfrm>
            <a:off x="819150" y="5832053"/>
            <a:ext cx="1014413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负侧保持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46"/>
            </p:custDataLst>
          </p:nvPr>
        </p:nvSpPr>
        <p:spPr>
          <a:xfrm>
            <a:off x="1666875" y="5831840"/>
            <a:ext cx="960120" cy="323850"/>
          </a:xfrm>
          <a:custGeom>
            <a:avLst/>
            <a:gdLst>
              <a:gd name="sw" fmla="*/ 1 w 1512"/>
              <a:gd name="sh" fmla="*/ 1 h 510"/>
              <a:gd name="mins" fmla="min sw sh"/>
              <a:gd name="dsw" fmla="+- 0 sw mins"/>
              <a:gd name="dsh" fmla="+- 0 sh mins"/>
              <a:gd name="p0x0" fmla="*/ 60 w 1512"/>
              <a:gd name="p0y0" fmla="*/ 0 h 510"/>
              <a:gd name="p0x1" fmla="*/ 1452 w 1512"/>
              <a:gd name="p0y1" fmla="*/ 0 h 510"/>
              <a:gd name="p0x2" fmla="*/ 1485 w 1512"/>
              <a:gd name="p0y2" fmla="*/ 0 h 510"/>
              <a:gd name="p0x3" fmla="*/ 1512 w 1512"/>
              <a:gd name="p0y3" fmla="*/ 26 h 510"/>
              <a:gd name="p0x4" fmla="*/ 1512 w 1512"/>
              <a:gd name="p0y4" fmla="*/ 60 h 510"/>
              <a:gd name="p0x5" fmla="*/ 1512 w 1512"/>
              <a:gd name="p0y5" fmla="*/ 450 h 510"/>
              <a:gd name="p0x6" fmla="*/ 1512 w 1512"/>
              <a:gd name="p0y6" fmla="*/ 483 h 510"/>
              <a:gd name="p0x7" fmla="*/ 1485 w 1512"/>
              <a:gd name="p0y7" fmla="*/ 510 h 510"/>
              <a:gd name="p0x8" fmla="*/ 1452 w 1512"/>
              <a:gd name="p0y8" fmla="*/ 510 h 510"/>
              <a:gd name="p0x9" fmla="*/ 60 w 1512"/>
              <a:gd name="p0y9" fmla="*/ 510 h 510"/>
              <a:gd name="p0x10" fmla="*/ 26 w 1512"/>
              <a:gd name="p0y10" fmla="*/ 510 h 510"/>
              <a:gd name="p0x11" fmla="*/ 0 w 1512"/>
              <a:gd name="p0y11" fmla="*/ 483 h 510"/>
              <a:gd name="p0x12" fmla="*/ 0 w 1512"/>
              <a:gd name="p0y12" fmla="*/ 450 h 510"/>
              <a:gd name="p0x13" fmla="*/ 0 w 1512"/>
              <a:gd name="p0y13" fmla="*/ 60 h 510"/>
              <a:gd name="p0x14" fmla="*/ 0 w 1512"/>
              <a:gd name="p0y14" fmla="*/ 26 h 510"/>
              <a:gd name="p0x15" fmla="*/ 26 w 1512"/>
              <a:gd name="p0y15" fmla="*/ 0 h 510"/>
              <a:gd name="p0x16" fmla="*/ 60 w 1512"/>
              <a:gd name="p0y16" fmla="*/ 0 h 5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0E0A0">
              <a:alpha val="12157"/>
            </a:srgbClr>
          </a:solidFill>
          <a:ln w="9525" cmpd="sng">
            <a:solidFill>
              <a:srgbClr val="40E0A0">
                <a:alpha val="25098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1766888" y="5832053"/>
            <a:ext cx="951014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+8.22pp</a:t>
            </a:r>
            <a:endParaRPr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8"/>
            </p:custDataLst>
          </p:nvPr>
        </p:nvSpPr>
        <p:spPr>
          <a:xfrm>
            <a:off x="2651227" y="5832053"/>
            <a:ext cx="3187598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@ α=−0.6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49"/>
            </p:custDataLst>
          </p:nvPr>
        </p:nvSpPr>
        <p:spPr>
          <a:xfrm>
            <a:off x="6195695" y="5000625"/>
            <a:ext cx="5334000" cy="1278890"/>
          </a:xfrm>
          <a:custGeom>
            <a:avLst/>
            <a:gdLst>
              <a:gd name="sw" fmla="*/ 1 w 8400"/>
              <a:gd name="sh" fmla="*/ 1 h 2013"/>
              <a:gd name="mins" fmla="min sw sh"/>
              <a:gd name="dsw" fmla="+- 0 sw mins"/>
              <a:gd name="dsh" fmla="+- 0 sh mins"/>
              <a:gd name="p0x0" fmla="*/ 120 w 8400"/>
              <a:gd name="p0y0" fmla="*/ 0 h 2013"/>
              <a:gd name="p0x1" fmla="*/ 8280 w 8400"/>
              <a:gd name="p0y1" fmla="*/ 0 h 2013"/>
              <a:gd name="p0x2" fmla="*/ 8346 w 8400"/>
              <a:gd name="p0y2" fmla="*/ 0 h 2013"/>
              <a:gd name="p0x3" fmla="*/ 8400 w 8400"/>
              <a:gd name="p0y3" fmla="*/ 53 h 2013"/>
              <a:gd name="p0x4" fmla="*/ 8400 w 8400"/>
              <a:gd name="p0y4" fmla="*/ 120 h 2013"/>
              <a:gd name="p0x5" fmla="*/ 8400 w 8400"/>
              <a:gd name="p0y5" fmla="*/ 1893 h 2013"/>
              <a:gd name="p0x6" fmla="*/ 8400 w 8400"/>
              <a:gd name="p0y6" fmla="*/ 1960 h 2013"/>
              <a:gd name="p0x7" fmla="*/ 8346 w 8400"/>
              <a:gd name="p0y7" fmla="*/ 2013 h 2013"/>
              <a:gd name="p0x8" fmla="*/ 8280 w 8400"/>
              <a:gd name="p0y8" fmla="*/ 2013 h 2013"/>
              <a:gd name="p0x9" fmla="*/ 120 w 8400"/>
              <a:gd name="p0y9" fmla="*/ 2013 h 2013"/>
              <a:gd name="p0x10" fmla="*/ 53 w 8400"/>
              <a:gd name="p0y10" fmla="*/ 2013 h 2013"/>
              <a:gd name="p0x11" fmla="*/ 0 w 8400"/>
              <a:gd name="p0y11" fmla="*/ 1960 h 2013"/>
              <a:gd name="p0x12" fmla="*/ 0 w 8400"/>
              <a:gd name="p0y12" fmla="*/ 1893 h 2013"/>
              <a:gd name="p0x13" fmla="*/ 0 w 8400"/>
              <a:gd name="p0y13" fmla="*/ 120 h 2013"/>
              <a:gd name="p0x14" fmla="*/ 0 w 8400"/>
              <a:gd name="p0y14" fmla="*/ 53 h 2013"/>
              <a:gd name="p0x15" fmla="*/ 53 w 8400"/>
              <a:gd name="p0y15" fmla="*/ 0 h 2013"/>
              <a:gd name="p0x16" fmla="*/ 120 w 8400"/>
              <a:gd name="p0y16" fmla="*/ 0 h 201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  <a:alpha val="7843"/>
            </a:scheme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0"/>
            </p:custDataLst>
          </p:nvPr>
        </p:nvSpPr>
        <p:spPr>
          <a:xfrm>
            <a:off x="6353175" y="5147443"/>
            <a:ext cx="5019675" cy="2405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125" spc="22">
                <a:solidFill>
                  <a:schemeClr val="tx2">
                    <a:lumMod val="2212"/>
                    <a:lumOff val="97788"/>
                    <a:alpha val="47843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闭环修复</a:t>
            </a:r>
            <a:endParaRPr sz="1125" spc="22">
              <a:solidFill>
                <a:schemeClr val="tx2">
                  <a:lumMod val="2212"/>
                  <a:lumOff val="97788"/>
                  <a:alpha val="47843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1"/>
            </p:custDataLst>
          </p:nvPr>
        </p:nvSpPr>
        <p:spPr>
          <a:xfrm>
            <a:off x="6353175" y="5441528"/>
            <a:ext cx="4944513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跨架构迁移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</a:rPr>
              <a:t>VGG-11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：对基线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</a:t>
            </a:r>
            <a:r>
              <a:rPr lang="zh-CN" altLang="en-US" sz="1500" b="1">
                <a:solidFill>
                  <a:srgbClr val="AE98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个扫描点全胜</a:t>
            </a:r>
            <a:endParaRPr lang="zh-CN" altLang="en-US" sz="1500" b="1">
              <a:solidFill>
                <a:srgbClr val="AE98B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2"/>
            </p:custDataLst>
          </p:nvPr>
        </p:nvSpPr>
        <p:spPr>
          <a:xfrm>
            <a:off x="6353175" y="5813003"/>
            <a:ext cx="3429000" cy="3190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多点校准修复单点校准的</a:t>
            </a:r>
            <a:r>
              <a:rPr sz="1500" b="1">
                <a:solidFill>
                  <a:srgbClr val="979798"/>
                </a:solidFill>
                <a:latin typeface="微软雅黑" panose="020B0503020204020204" charset="-122"/>
                <a:ea typeface="微软雅黑" panose="020B0503020204020204" charset="-122"/>
              </a:rPr>
              <a:t>负侧外推短板</a:t>
            </a:r>
            <a:endParaRPr sz="1500" b="1">
              <a:solidFill>
                <a:srgbClr val="97979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3048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核心数据速查表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90900" y="569119"/>
            <a:ext cx="46958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两阶段研究关键指标汇总</a:t>
            </a:r>
            <a:endParaRPr lang="zh-CN" altLang="en-US" sz="150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6"/>
            </p:custDataLst>
          </p:nvPr>
        </p:nvGraphicFramePr>
        <p:xfrm>
          <a:off x="457200" y="1085850"/>
          <a:ext cx="11277600" cy="5314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1370"/>
                <a:gridCol w="6486229"/>
              </a:tblGrid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SimpleCNN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干净精度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84.90%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VGG-11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干净精度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89.80%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ResNet-18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干净精度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92.09%</a:t>
                      </a:r>
                      <a:endParaRPr sz="1500" b="1">
                        <a:solidFill>
                          <a:srgbClr val="FC7D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SimpleCNN α=+0.3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跌幅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−29.82%</a:t>
                      </a:r>
                      <a:endParaRPr sz="150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VGG-11 α=+0.3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跌幅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−53.10%</a:t>
                      </a:r>
                      <a:endParaRPr sz="150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ResNet-18 α=+0.3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跌幅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97979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−75.01%</a:t>
                      </a:r>
                      <a:endParaRPr sz="1500" b="1">
                        <a:solidFill>
                          <a:srgbClr val="97979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Exp2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最优方案提升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+13.68pp</a:t>
                      </a:r>
                      <a:r>
                        <a:rPr 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（相对</a:t>
                      </a:r>
                      <a:r>
                        <a:rPr lang="en-US" alt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37.6%</a:t>
                      </a:r>
                      <a:r>
                        <a:rPr lang="zh-CN" altLang="en-US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VGG-11 Dithering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增益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+6.53%</a:t>
                      </a:r>
                      <a:r>
                        <a:rPr 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4bit ADC</a:t>
                      </a:r>
                      <a:r>
                        <a:rPr lang="zh-CN" altLang="en-US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NAT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正向外推归零点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C7D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α≈+0.4</a:t>
                      </a:r>
                      <a:r>
                        <a:rPr 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，负向外推增益</a:t>
                      </a:r>
                      <a:r>
                        <a:rPr lang="en-US" alt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@α=−0.6</a:t>
                      </a:r>
                      <a:r>
                        <a:rPr lang="zh-CN" altLang="en-US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+8.22pp</a:t>
                      </a:r>
                      <a:endParaRPr sz="1500" b="1">
                        <a:solidFill>
                          <a:srgbClr val="AE98B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VGG-11 exp2 @α=+0.3</a:t>
                      </a:r>
                      <a:endParaRPr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50.25%</a:t>
                      </a:r>
                      <a:r>
                        <a:rPr 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（较</a:t>
                      </a:r>
                      <a:r>
                        <a:rPr lang="en-US" alt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clean</a:t>
                      </a:r>
                      <a:r>
                        <a:rPr sz="1500" b="1">
                          <a:solidFill>
                            <a:srgbClr val="AE98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+13.55pp</a:t>
                      </a:r>
                      <a:r>
                        <a:rPr 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，干净精度</a:t>
                      </a:r>
                      <a:r>
                        <a:rPr lang="en-US" altLang="zh-CN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91.27% </a:t>
                      </a:r>
                      <a:r>
                        <a:rPr lang="zh-CN" altLang="en-US"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零牺牲）</a:t>
                      </a:r>
                      <a:endParaRPr lang="zh-CN" altLang="en-US"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  <a:tr h="483170">
                <a:tc>
                  <a:txBody>
                    <a:bodyPr wrap="square"/>
                    <a:p>
                      <a:pPr algn="l"/>
                      <a:r>
                        <a:rPr lang="en-US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ResNet-18 exp2 </a:t>
                      </a:r>
                      <a:r>
                        <a:rPr lang="zh-CN" sz="1500" b="0" spc="30">
                          <a:solidFill>
                            <a:srgbClr val="FFFAF5">
                              <a:alpha val="74118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干净精度</a:t>
                      </a:r>
                      <a:endParaRPr lang="zh-CN" sz="1500" b="0" spc="30">
                        <a:solidFill>
                          <a:srgbClr val="FFFAF5">
                            <a:alpha val="74118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C5722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93.27%</a:t>
                      </a:r>
                      <a:r>
                        <a:rPr sz="1350" b="0">
                          <a:solidFill>
                            <a:srgbClr val="FFFAF5">
                              <a:alpha val="47843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（四组权重最高）</a:t>
                      </a:r>
                      <a:endParaRPr sz="1350" b="0">
                        <a:solidFill>
                          <a:srgbClr val="FFFAF5">
                            <a:alpha val="47843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L>
                    <a:lnR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R>
                    <a:lnT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T>
                    <a:lnB w="9525">
                      <a:solidFill>
                        <a:srgbClr val="FFFFFF">
                          <a:alpha val="7843"/>
                        </a:srgbClr>
                      </a:solidFill>
                      <a:prstDash val="solid"/>
                    </a:lnB>
                    <a:solidFill>
                      <a:srgbClr val="FFFFFF">
                        <a:alpha val="7843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09600" y="433388"/>
            <a:ext cx="3429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第二阶段研究闭环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771900" y="595313"/>
            <a:ext cx="248416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发现问题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解释机理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修复验证</a:t>
            </a:r>
            <a:endParaRPr lang="zh-CN" altLang="en-US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6"/>
            </p:custDataLst>
          </p:nvPr>
        </p:nvSpPr>
        <p:spPr>
          <a:xfrm>
            <a:off x="461645" y="5471795"/>
            <a:ext cx="5553075" cy="923925"/>
          </a:xfrm>
          <a:custGeom>
            <a:avLst/>
            <a:gdLst>
              <a:gd name="sw" fmla="*/ 1 w 8745"/>
              <a:gd name="sh" fmla="*/ 1 h 1455"/>
              <a:gd name="mins" fmla="min sw sh"/>
              <a:gd name="dsw" fmla="+- 0 sw mins"/>
              <a:gd name="dsh" fmla="+- 0 sh mins"/>
              <a:gd name="p0x0" fmla="*/ 180 w 8745"/>
              <a:gd name="p0y0" fmla="*/ 0 h 1455"/>
              <a:gd name="p0x1" fmla="*/ 8565 w 8745"/>
              <a:gd name="p0y1" fmla="*/ 0 h 1455"/>
              <a:gd name="p0x2" fmla="*/ 8664 w 8745"/>
              <a:gd name="p0y2" fmla="*/ 0 h 1455"/>
              <a:gd name="p0x3" fmla="*/ 8745 w 8745"/>
              <a:gd name="p0y3" fmla="*/ 80 h 1455"/>
              <a:gd name="p0x4" fmla="*/ 8745 w 8745"/>
              <a:gd name="p0y4" fmla="*/ 180 h 1455"/>
              <a:gd name="p0x5" fmla="*/ 8745 w 8745"/>
              <a:gd name="p0y5" fmla="*/ 1275 h 1455"/>
              <a:gd name="p0x6" fmla="*/ 8745 w 8745"/>
              <a:gd name="p0y6" fmla="*/ 1374 h 1455"/>
              <a:gd name="p0x7" fmla="*/ 8664 w 8745"/>
              <a:gd name="p0y7" fmla="*/ 1455 h 1455"/>
              <a:gd name="p0x8" fmla="*/ 8565 w 8745"/>
              <a:gd name="p0y8" fmla="*/ 1455 h 1455"/>
              <a:gd name="p0x9" fmla="*/ 180 w 8745"/>
              <a:gd name="p0y9" fmla="*/ 1455 h 1455"/>
              <a:gd name="p0x10" fmla="*/ 80 w 8745"/>
              <a:gd name="p0y10" fmla="*/ 1455 h 1455"/>
              <a:gd name="p0x11" fmla="*/ 0 w 8745"/>
              <a:gd name="p0y11" fmla="*/ 1374 h 1455"/>
              <a:gd name="p0x12" fmla="*/ 0 w 8745"/>
              <a:gd name="p0y12" fmla="*/ 1275 h 1455"/>
              <a:gd name="p0x13" fmla="*/ 0 w 8745"/>
              <a:gd name="p0y13" fmla="*/ 180 h 1455"/>
              <a:gd name="p0x14" fmla="*/ 0 w 8745"/>
              <a:gd name="p0y14" fmla="*/ 80 h 1455"/>
              <a:gd name="p0x15" fmla="*/ 80 w 8745"/>
              <a:gd name="p0y15" fmla="*/ 0 h 1455"/>
              <a:gd name="p0x16" fmla="*/ 180 w 8745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7"/>
            </p:custDataLst>
          </p:nvPr>
        </p:nvSpPr>
        <p:spPr>
          <a:xfrm>
            <a:off x="661670" y="57670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900" y="5829300"/>
            <a:ext cx="209550" cy="209550"/>
          </a:xfrm>
          <a:prstGeom prst="rect">
            <a:avLst/>
          </a:prstGeom>
          <a:noFill/>
        </p:spPr>
      </p:pic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1152525" y="5614988"/>
            <a:ext cx="4667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增益为训练分布内属性：正侧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α≈+0.4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归零反转，负侧保持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+8.22pp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@ α=−0.6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12"/>
            </p:custDataLst>
          </p:nvPr>
        </p:nvSpPr>
        <p:spPr>
          <a:xfrm>
            <a:off x="6176645" y="5471795"/>
            <a:ext cx="5553075" cy="923925"/>
          </a:xfrm>
          <a:custGeom>
            <a:avLst/>
            <a:gdLst>
              <a:gd name="sw" fmla="*/ 1 w 8745"/>
              <a:gd name="sh" fmla="*/ 1 h 1455"/>
              <a:gd name="mins" fmla="min sw sh"/>
              <a:gd name="dsw" fmla="+- 0 sw mins"/>
              <a:gd name="dsh" fmla="+- 0 sh mins"/>
              <a:gd name="p0x0" fmla="*/ 180 w 8745"/>
              <a:gd name="p0y0" fmla="*/ 0 h 1455"/>
              <a:gd name="p0x1" fmla="*/ 8565 w 8745"/>
              <a:gd name="p0y1" fmla="*/ 0 h 1455"/>
              <a:gd name="p0x2" fmla="*/ 8664 w 8745"/>
              <a:gd name="p0y2" fmla="*/ 0 h 1455"/>
              <a:gd name="p0x3" fmla="*/ 8745 w 8745"/>
              <a:gd name="p0y3" fmla="*/ 80 h 1455"/>
              <a:gd name="p0x4" fmla="*/ 8745 w 8745"/>
              <a:gd name="p0y4" fmla="*/ 180 h 1455"/>
              <a:gd name="p0x5" fmla="*/ 8745 w 8745"/>
              <a:gd name="p0y5" fmla="*/ 1275 h 1455"/>
              <a:gd name="p0x6" fmla="*/ 8745 w 8745"/>
              <a:gd name="p0y6" fmla="*/ 1374 h 1455"/>
              <a:gd name="p0x7" fmla="*/ 8664 w 8745"/>
              <a:gd name="p0y7" fmla="*/ 1455 h 1455"/>
              <a:gd name="p0x8" fmla="*/ 8565 w 8745"/>
              <a:gd name="p0y8" fmla="*/ 1455 h 1455"/>
              <a:gd name="p0x9" fmla="*/ 180 w 8745"/>
              <a:gd name="p0y9" fmla="*/ 1455 h 1455"/>
              <a:gd name="p0x10" fmla="*/ 80 w 8745"/>
              <a:gd name="p0y10" fmla="*/ 1455 h 1455"/>
              <a:gd name="p0x11" fmla="*/ 0 w 8745"/>
              <a:gd name="p0y11" fmla="*/ 1374 h 1455"/>
              <a:gd name="p0x12" fmla="*/ 0 w 8745"/>
              <a:gd name="p0y12" fmla="*/ 1275 h 1455"/>
              <a:gd name="p0x13" fmla="*/ 0 w 8745"/>
              <a:gd name="p0y13" fmla="*/ 180 h 1455"/>
              <a:gd name="p0x14" fmla="*/ 0 w 8745"/>
              <a:gd name="p0y14" fmla="*/ 80 h 1455"/>
              <a:gd name="p0x15" fmla="*/ 80 w 8745"/>
              <a:gd name="p0y15" fmla="*/ 0 h 1455"/>
              <a:gd name="p0x16" fmla="*/ 180 w 8745"/>
              <a:gd name="p0y16" fmla="*/ 0 h 14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13"/>
            </p:custDataLst>
          </p:nvPr>
        </p:nvSpPr>
        <p:spPr>
          <a:xfrm>
            <a:off x="6376670" y="57670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120 w 525"/>
              <a:gd name="p0y0" fmla="*/ 0 h 525"/>
              <a:gd name="p0x1" fmla="*/ 405 w 525"/>
              <a:gd name="p0y1" fmla="*/ 0 h 525"/>
              <a:gd name="p0x2" fmla="*/ 471 w 525"/>
              <a:gd name="p0y2" fmla="*/ 0 h 525"/>
              <a:gd name="p0x3" fmla="*/ 525 w 525"/>
              <a:gd name="p0y3" fmla="*/ 53 h 525"/>
              <a:gd name="p0x4" fmla="*/ 525 w 525"/>
              <a:gd name="p0y4" fmla="*/ 120 h 525"/>
              <a:gd name="p0x5" fmla="*/ 525 w 525"/>
              <a:gd name="p0y5" fmla="*/ 405 h 525"/>
              <a:gd name="p0x6" fmla="*/ 525 w 525"/>
              <a:gd name="p0y6" fmla="*/ 471 h 525"/>
              <a:gd name="p0x7" fmla="*/ 471 w 525"/>
              <a:gd name="p0y7" fmla="*/ 525 h 525"/>
              <a:gd name="p0x8" fmla="*/ 405 w 525"/>
              <a:gd name="p0y8" fmla="*/ 525 h 525"/>
              <a:gd name="p0x9" fmla="*/ 120 w 525"/>
              <a:gd name="p0y9" fmla="*/ 525 h 525"/>
              <a:gd name="p0x10" fmla="*/ 53 w 525"/>
              <a:gd name="p0y10" fmla="*/ 525 h 525"/>
              <a:gd name="p0x11" fmla="*/ 0 w 525"/>
              <a:gd name="p0y11" fmla="*/ 471 h 525"/>
              <a:gd name="p0x12" fmla="*/ 0 w 525"/>
              <a:gd name="p0y12" fmla="*/ 405 h 525"/>
              <a:gd name="p0x13" fmla="*/ 0 w 525"/>
              <a:gd name="p0y13" fmla="*/ 120 h 525"/>
              <a:gd name="p0x14" fmla="*/ 0 w 525"/>
              <a:gd name="p0y14" fmla="*/ 53 h 525"/>
              <a:gd name="p0x15" fmla="*/ 53 w 525"/>
              <a:gd name="p0y15" fmla="*/ 0 h 525"/>
              <a:gd name="p0x16" fmla="*/ 12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38900" y="5829300"/>
            <a:ext cx="209550" cy="209550"/>
          </a:xfrm>
          <a:prstGeom prst="rect">
            <a:avLst/>
          </a:prstGeom>
          <a:noFill/>
        </p:spPr>
      </p:pic>
      <p:sp>
        <p:nvSpPr>
          <p:cNvPr id="47" name="文本框 46"/>
          <p:cNvSpPr txBox="1"/>
          <p:nvPr>
            <p:custDataLst>
              <p:tags r:id="rId17"/>
            </p:custDataLst>
          </p:nvPr>
        </p:nvSpPr>
        <p:spPr>
          <a:xfrm>
            <a:off x="6867525" y="5614988"/>
            <a:ext cx="46672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闭环意义：从</a:t>
            </a:r>
            <a:r>
              <a:rPr 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现象观察</a:t>
            </a:r>
            <a:r>
              <a:rPr lang="en-US" altLang="zh-CN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到</a:t>
            </a:r>
            <a:r>
              <a:rPr 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机理判决</a:t>
            </a:r>
            <a:r>
              <a:rPr lang="en-US" altLang="zh-CN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再到</a:t>
            </a:r>
            <a:r>
              <a:rPr 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方案验证</a:t>
            </a:r>
            <a:r>
              <a:rPr lang="en-US" altLang="zh-CN" sz="150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，完整演示系统性科学研究的标准范式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8"/>
            </p:custDataLst>
          </p:nvPr>
        </p:nvSpPr>
        <p:spPr>
          <a:xfrm>
            <a:off x="461645" y="1090295"/>
            <a:ext cx="3317875" cy="4219575"/>
          </a:xfrm>
          <a:custGeom>
            <a:avLst/>
            <a:gdLst>
              <a:gd name="sw" fmla="*/ 1 w 5225"/>
              <a:gd name="sh" fmla="*/ 1 h 6645"/>
              <a:gd name="mins" fmla="min sw sh"/>
              <a:gd name="dsw" fmla="+- 0 sw mins"/>
              <a:gd name="dsh" fmla="+- 0 sh mins"/>
              <a:gd name="p0x0" fmla="*/ 180 w 5225"/>
              <a:gd name="p0y0" fmla="*/ 0 h 6645"/>
              <a:gd name="p0x1" fmla="*/ 5045 w 5225"/>
              <a:gd name="p0y1" fmla="*/ 0 h 6645"/>
              <a:gd name="p0x2" fmla="*/ 5144 w 5225"/>
              <a:gd name="p0y2" fmla="*/ 0 h 6645"/>
              <a:gd name="p0x3" fmla="*/ 5225 w 5225"/>
              <a:gd name="p0y3" fmla="*/ 80 h 6645"/>
              <a:gd name="p0x4" fmla="*/ 5225 w 5225"/>
              <a:gd name="p0y4" fmla="*/ 180 h 6645"/>
              <a:gd name="p0x5" fmla="*/ 5225 w 5225"/>
              <a:gd name="p0y5" fmla="*/ 6465 h 6645"/>
              <a:gd name="p0x6" fmla="*/ 5225 w 5225"/>
              <a:gd name="p0y6" fmla="*/ 6564 h 6645"/>
              <a:gd name="p0x7" fmla="*/ 5144 w 5225"/>
              <a:gd name="p0y7" fmla="*/ 6645 h 6645"/>
              <a:gd name="p0x8" fmla="*/ 5045 w 5225"/>
              <a:gd name="p0y8" fmla="*/ 6645 h 6645"/>
              <a:gd name="p0x9" fmla="*/ 180 w 5225"/>
              <a:gd name="p0y9" fmla="*/ 6645 h 6645"/>
              <a:gd name="p0x10" fmla="*/ 80 w 5225"/>
              <a:gd name="p0y10" fmla="*/ 6645 h 6645"/>
              <a:gd name="p0x11" fmla="*/ 0 w 5225"/>
              <a:gd name="p0y11" fmla="*/ 6564 h 6645"/>
              <a:gd name="p0x12" fmla="*/ 0 w 5225"/>
              <a:gd name="p0y12" fmla="*/ 6465 h 6645"/>
              <a:gd name="p0x13" fmla="*/ 0 w 5225"/>
              <a:gd name="p0y13" fmla="*/ 180 h 6645"/>
              <a:gd name="p0x14" fmla="*/ 0 w 5225"/>
              <a:gd name="p0y14" fmla="*/ 80 h 6645"/>
              <a:gd name="p0x15" fmla="*/ 80 w 5225"/>
              <a:gd name="p0y15" fmla="*/ 0 h 6645"/>
              <a:gd name="p0x16" fmla="*/ 180 w 5225"/>
              <a:gd name="p0y16" fmla="*/ 0 h 6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9"/>
            </p:custDataLst>
          </p:nvPr>
        </p:nvSpPr>
        <p:spPr>
          <a:xfrm>
            <a:off x="661670" y="12954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0"/>
            </p:custDataLst>
          </p:nvPr>
        </p:nvSpPr>
        <p:spPr>
          <a:xfrm>
            <a:off x="781126" y="136207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1"/>
            </p:custDataLst>
          </p:nvPr>
        </p:nvSpPr>
        <p:spPr>
          <a:xfrm>
            <a:off x="1114425" y="12858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发现问题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2"/>
            </p:custDataLst>
          </p:nvPr>
        </p:nvSpPr>
        <p:spPr>
          <a:xfrm>
            <a:off x="3070399" y="1377315"/>
            <a:ext cx="552298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3"/>
            </p:custDataLst>
          </p:nvPr>
        </p:nvSpPr>
        <p:spPr>
          <a:xfrm>
            <a:off x="657225" y="1738313"/>
            <a:ext cx="2927375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一阶段拓展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增益显著，但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随机共振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解释缺乏实验验证；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外推边界与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Exp2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迁移性未知。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24"/>
            </p:custDataLst>
          </p:nvPr>
        </p:nvSpPr>
        <p:spPr>
          <a:xfrm>
            <a:off x="661670" y="4414520"/>
            <a:ext cx="2917825" cy="695325"/>
          </a:xfrm>
          <a:custGeom>
            <a:avLst/>
            <a:gdLst>
              <a:gd name="sw" fmla="*/ 1 w 4595"/>
              <a:gd name="sh" fmla="*/ 1 h 1095"/>
              <a:gd name="mins" fmla="min sw sh"/>
              <a:gd name="dsw" fmla="+- 0 sw mins"/>
              <a:gd name="dsh" fmla="+- 0 sh mins"/>
              <a:gd name="p0x0" fmla="*/ 120 w 4595"/>
              <a:gd name="p0y0" fmla="*/ 0 h 1095"/>
              <a:gd name="p0x1" fmla="*/ 4475 w 4595"/>
              <a:gd name="p0y1" fmla="*/ 0 h 1095"/>
              <a:gd name="p0x2" fmla="*/ 4541 w 4595"/>
              <a:gd name="p0y2" fmla="*/ 0 h 1095"/>
              <a:gd name="p0x3" fmla="*/ 4595 w 4595"/>
              <a:gd name="p0y3" fmla="*/ 53 h 1095"/>
              <a:gd name="p0x4" fmla="*/ 4595 w 4595"/>
              <a:gd name="p0y4" fmla="*/ 120 h 1095"/>
              <a:gd name="p0x5" fmla="*/ 4595 w 4595"/>
              <a:gd name="p0y5" fmla="*/ 975 h 1095"/>
              <a:gd name="p0x6" fmla="*/ 4595 w 4595"/>
              <a:gd name="p0y6" fmla="*/ 1041 h 1095"/>
              <a:gd name="p0x7" fmla="*/ 4541 w 4595"/>
              <a:gd name="p0y7" fmla="*/ 1095 h 1095"/>
              <a:gd name="p0x8" fmla="*/ 4475 w 4595"/>
              <a:gd name="p0y8" fmla="*/ 1095 h 1095"/>
              <a:gd name="p0x9" fmla="*/ 120 w 4595"/>
              <a:gd name="p0y9" fmla="*/ 1095 h 1095"/>
              <a:gd name="p0x10" fmla="*/ 53 w 4595"/>
              <a:gd name="p0y10" fmla="*/ 1095 h 1095"/>
              <a:gd name="p0x11" fmla="*/ 0 w 4595"/>
              <a:gd name="p0y11" fmla="*/ 1041 h 1095"/>
              <a:gd name="p0x12" fmla="*/ 0 w 4595"/>
              <a:gd name="p0y12" fmla="*/ 975 h 1095"/>
              <a:gd name="p0x13" fmla="*/ 0 w 4595"/>
              <a:gd name="p0y13" fmla="*/ 120 h 1095"/>
              <a:gd name="p0x14" fmla="*/ 0 w 4595"/>
              <a:gd name="p0y14" fmla="*/ 53 h 1095"/>
              <a:gd name="p0x15" fmla="*/ 53 w 4595"/>
              <a:gd name="p0y15" fmla="*/ 0 h 1095"/>
              <a:gd name="p0x16" fmla="*/ 120 w 4595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25"/>
            </p:custDataLst>
          </p:nvPr>
        </p:nvSpPr>
        <p:spPr>
          <a:xfrm>
            <a:off x="819150" y="4533900"/>
            <a:ext cx="1718443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关键数据：</a:t>
            </a:r>
            <a:r>
              <a:rPr lang="en-US" altLang="zh-CN"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Dithering </a:t>
            </a:r>
            <a:r>
              <a:rPr lang="zh-CN" altLang="en-US"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增益</a:t>
            </a:r>
            <a:endParaRPr lang="zh-CN" altLang="en-US" sz="1350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6"/>
            </p:custDataLst>
          </p:nvPr>
        </p:nvSpPr>
        <p:spPr>
          <a:xfrm>
            <a:off x="2651893" y="4622006"/>
            <a:ext cx="980332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+6.53%</a:t>
            </a:r>
            <a:endParaRPr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37000" y="3028950"/>
            <a:ext cx="342900" cy="342900"/>
          </a:xfrm>
          <a:prstGeom prst="rect">
            <a:avLst/>
          </a:prstGeom>
          <a:noFill/>
        </p:spPr>
      </p:pic>
      <p:sp>
        <p:nvSpPr>
          <p:cNvPr id="18" name="任意多边形 17"/>
          <p:cNvSpPr/>
          <p:nvPr>
            <p:custDataLst>
              <p:tags r:id="rId30"/>
            </p:custDataLst>
          </p:nvPr>
        </p:nvSpPr>
        <p:spPr>
          <a:xfrm>
            <a:off x="4436745" y="1090295"/>
            <a:ext cx="3317875" cy="4219575"/>
          </a:xfrm>
          <a:custGeom>
            <a:avLst/>
            <a:gdLst>
              <a:gd name="sw" fmla="*/ 1 w 5225"/>
              <a:gd name="sh" fmla="*/ 1 h 6645"/>
              <a:gd name="mins" fmla="min sw sh"/>
              <a:gd name="dsw" fmla="+- 0 sw mins"/>
              <a:gd name="dsh" fmla="+- 0 sh mins"/>
              <a:gd name="p0x0" fmla="*/ 180 w 5225"/>
              <a:gd name="p0y0" fmla="*/ 0 h 6645"/>
              <a:gd name="p0x1" fmla="*/ 5045 w 5225"/>
              <a:gd name="p0y1" fmla="*/ 0 h 6645"/>
              <a:gd name="p0x2" fmla="*/ 5144 w 5225"/>
              <a:gd name="p0y2" fmla="*/ 0 h 6645"/>
              <a:gd name="p0x3" fmla="*/ 5225 w 5225"/>
              <a:gd name="p0y3" fmla="*/ 80 h 6645"/>
              <a:gd name="p0x4" fmla="*/ 5225 w 5225"/>
              <a:gd name="p0y4" fmla="*/ 180 h 6645"/>
              <a:gd name="p0x5" fmla="*/ 5225 w 5225"/>
              <a:gd name="p0y5" fmla="*/ 6465 h 6645"/>
              <a:gd name="p0x6" fmla="*/ 5225 w 5225"/>
              <a:gd name="p0y6" fmla="*/ 6564 h 6645"/>
              <a:gd name="p0x7" fmla="*/ 5144 w 5225"/>
              <a:gd name="p0y7" fmla="*/ 6645 h 6645"/>
              <a:gd name="p0x8" fmla="*/ 5045 w 5225"/>
              <a:gd name="p0y8" fmla="*/ 6645 h 6645"/>
              <a:gd name="p0x9" fmla="*/ 180 w 5225"/>
              <a:gd name="p0y9" fmla="*/ 6645 h 6645"/>
              <a:gd name="p0x10" fmla="*/ 80 w 5225"/>
              <a:gd name="p0y10" fmla="*/ 6645 h 6645"/>
              <a:gd name="p0x11" fmla="*/ 0 w 5225"/>
              <a:gd name="p0y11" fmla="*/ 6564 h 6645"/>
              <a:gd name="p0x12" fmla="*/ 0 w 5225"/>
              <a:gd name="p0y12" fmla="*/ 6465 h 6645"/>
              <a:gd name="p0x13" fmla="*/ 0 w 5225"/>
              <a:gd name="p0y13" fmla="*/ 180 h 6645"/>
              <a:gd name="p0x14" fmla="*/ 0 w 5225"/>
              <a:gd name="p0y14" fmla="*/ 80 h 6645"/>
              <a:gd name="p0x15" fmla="*/ 80 w 5225"/>
              <a:gd name="p0y15" fmla="*/ 0 h 6645"/>
              <a:gd name="p0x16" fmla="*/ 180 w 5225"/>
              <a:gd name="p0y16" fmla="*/ 0 h 6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chemeClr val="accent1"/>
            </a:solidFill>
            <a:prstDash val="solid"/>
          </a:ln>
          <a:effectLst>
            <a:outerShdw blurRad="228600" dist="57150" dir="5399999" algn="ctr" rotWithShape="0">
              <a:srgbClr val="2A2622">
                <a:alpha val="2588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31"/>
            </p:custDataLst>
          </p:nvPr>
        </p:nvSpPr>
        <p:spPr>
          <a:xfrm>
            <a:off x="4636770" y="12954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32"/>
            </p:custDataLst>
          </p:nvPr>
        </p:nvSpPr>
        <p:spPr>
          <a:xfrm>
            <a:off x="4756252" y="1362075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3"/>
            </p:custDataLst>
          </p:nvPr>
        </p:nvSpPr>
        <p:spPr>
          <a:xfrm>
            <a:off x="5089551" y="12858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解释机理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4"/>
            </p:custDataLst>
          </p:nvPr>
        </p:nvSpPr>
        <p:spPr>
          <a:xfrm>
            <a:off x="7045524" y="1377315"/>
            <a:ext cx="552298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5"/>
            </p:custDataLst>
          </p:nvPr>
        </p:nvSpPr>
        <p:spPr>
          <a:xfrm>
            <a:off x="4632351" y="1738313"/>
            <a:ext cx="2927375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三假设竞争判决：排除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H1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（随机去相关）与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H3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单因素），锁定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H2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（离散化分布重塑）。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6"/>
            </p:custDataLst>
          </p:nvPr>
        </p:nvSpPr>
        <p:spPr>
          <a:xfrm>
            <a:off x="4636770" y="4591050"/>
            <a:ext cx="2917825" cy="518795"/>
          </a:xfrm>
          <a:custGeom>
            <a:avLst/>
            <a:gdLst>
              <a:gd name="sw" fmla="*/ 1 w 4595"/>
              <a:gd name="sh" fmla="*/ 1 h 817"/>
              <a:gd name="mins" fmla="min sw sh"/>
              <a:gd name="dsw" fmla="+- 0 sw mins"/>
              <a:gd name="dsh" fmla="+- 0 sh mins"/>
              <a:gd name="p0x0" fmla="*/ 120 w 4595"/>
              <a:gd name="p0y0" fmla="*/ 0 h 817"/>
              <a:gd name="p0x1" fmla="*/ 4475 w 4595"/>
              <a:gd name="p0y1" fmla="*/ 0 h 817"/>
              <a:gd name="p0x2" fmla="*/ 4541 w 4595"/>
              <a:gd name="p0y2" fmla="*/ 0 h 817"/>
              <a:gd name="p0x3" fmla="*/ 4595 w 4595"/>
              <a:gd name="p0y3" fmla="*/ 53 h 817"/>
              <a:gd name="p0x4" fmla="*/ 4595 w 4595"/>
              <a:gd name="p0y4" fmla="*/ 120 h 817"/>
              <a:gd name="p0x5" fmla="*/ 4595 w 4595"/>
              <a:gd name="p0y5" fmla="*/ 697 h 817"/>
              <a:gd name="p0x6" fmla="*/ 4595 w 4595"/>
              <a:gd name="p0y6" fmla="*/ 763 h 817"/>
              <a:gd name="p0x7" fmla="*/ 4541 w 4595"/>
              <a:gd name="p0y7" fmla="*/ 817 h 817"/>
              <a:gd name="p0x8" fmla="*/ 4475 w 4595"/>
              <a:gd name="p0y8" fmla="*/ 817 h 817"/>
              <a:gd name="p0x9" fmla="*/ 120 w 4595"/>
              <a:gd name="p0y9" fmla="*/ 817 h 817"/>
              <a:gd name="p0x10" fmla="*/ 53 w 4595"/>
              <a:gd name="p0y10" fmla="*/ 817 h 817"/>
              <a:gd name="p0x11" fmla="*/ 0 w 4595"/>
              <a:gd name="p0y11" fmla="*/ 763 h 817"/>
              <a:gd name="p0x12" fmla="*/ 0 w 4595"/>
              <a:gd name="p0y12" fmla="*/ 697 h 817"/>
              <a:gd name="p0x13" fmla="*/ 0 w 4595"/>
              <a:gd name="p0y13" fmla="*/ 120 h 817"/>
              <a:gd name="p0x14" fmla="*/ 0 w 4595"/>
              <a:gd name="p0y14" fmla="*/ 53 h 817"/>
              <a:gd name="p0x15" fmla="*/ 53 w 4595"/>
              <a:gd name="p0y15" fmla="*/ 0 h 817"/>
              <a:gd name="p0x16" fmla="*/ 120 w 4595"/>
              <a:gd name="p0y16" fmla="*/ 0 h 8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7"/>
            </p:custDataLst>
          </p:nvPr>
        </p:nvSpPr>
        <p:spPr>
          <a:xfrm>
            <a:off x="4794276" y="473630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判决结果</a:t>
            </a:r>
            <a:endParaRPr sz="1350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6828015" y="4710113"/>
            <a:ext cx="77933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H2 </a:t>
            </a:r>
            <a:r>
              <a:rPr lang="zh-CN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胜</a:t>
            </a:r>
            <a:endParaRPr lang="zh-CN"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912100" y="3028950"/>
            <a:ext cx="342900" cy="342900"/>
          </a:xfrm>
          <a:prstGeom prst="rect">
            <a:avLst/>
          </a:prstGeom>
          <a:noFill/>
        </p:spPr>
      </p:pic>
      <p:sp>
        <p:nvSpPr>
          <p:cNvPr id="29" name="任意多边形 28"/>
          <p:cNvSpPr/>
          <p:nvPr>
            <p:custDataLst>
              <p:tags r:id="rId40"/>
            </p:custDataLst>
          </p:nvPr>
        </p:nvSpPr>
        <p:spPr>
          <a:xfrm>
            <a:off x="8411845" y="1090295"/>
            <a:ext cx="3317875" cy="4219575"/>
          </a:xfrm>
          <a:custGeom>
            <a:avLst/>
            <a:gdLst>
              <a:gd name="sw" fmla="*/ 1 w 5225"/>
              <a:gd name="sh" fmla="*/ 1 h 6645"/>
              <a:gd name="mins" fmla="min sw sh"/>
              <a:gd name="dsw" fmla="+- 0 sw mins"/>
              <a:gd name="dsh" fmla="+- 0 sh mins"/>
              <a:gd name="p0x0" fmla="*/ 180 w 5225"/>
              <a:gd name="p0y0" fmla="*/ 0 h 6645"/>
              <a:gd name="p0x1" fmla="*/ 5045 w 5225"/>
              <a:gd name="p0y1" fmla="*/ 0 h 6645"/>
              <a:gd name="p0x2" fmla="*/ 5144 w 5225"/>
              <a:gd name="p0y2" fmla="*/ 0 h 6645"/>
              <a:gd name="p0x3" fmla="*/ 5225 w 5225"/>
              <a:gd name="p0y3" fmla="*/ 80 h 6645"/>
              <a:gd name="p0x4" fmla="*/ 5225 w 5225"/>
              <a:gd name="p0y4" fmla="*/ 180 h 6645"/>
              <a:gd name="p0x5" fmla="*/ 5225 w 5225"/>
              <a:gd name="p0y5" fmla="*/ 6465 h 6645"/>
              <a:gd name="p0x6" fmla="*/ 5225 w 5225"/>
              <a:gd name="p0y6" fmla="*/ 6564 h 6645"/>
              <a:gd name="p0x7" fmla="*/ 5144 w 5225"/>
              <a:gd name="p0y7" fmla="*/ 6645 h 6645"/>
              <a:gd name="p0x8" fmla="*/ 5045 w 5225"/>
              <a:gd name="p0y8" fmla="*/ 6645 h 6645"/>
              <a:gd name="p0x9" fmla="*/ 180 w 5225"/>
              <a:gd name="p0y9" fmla="*/ 6645 h 6645"/>
              <a:gd name="p0x10" fmla="*/ 80 w 5225"/>
              <a:gd name="p0y10" fmla="*/ 6645 h 6645"/>
              <a:gd name="p0x11" fmla="*/ 0 w 5225"/>
              <a:gd name="p0y11" fmla="*/ 6564 h 6645"/>
              <a:gd name="p0x12" fmla="*/ 0 w 5225"/>
              <a:gd name="p0y12" fmla="*/ 6465 h 6645"/>
              <a:gd name="p0x13" fmla="*/ 0 w 5225"/>
              <a:gd name="p0y13" fmla="*/ 180 h 6645"/>
              <a:gd name="p0x14" fmla="*/ 0 w 5225"/>
              <a:gd name="p0y14" fmla="*/ 80 h 6645"/>
              <a:gd name="p0x15" fmla="*/ 80 w 5225"/>
              <a:gd name="p0y15" fmla="*/ 0 h 6645"/>
              <a:gd name="p0x16" fmla="*/ 180 w 5225"/>
              <a:gd name="p0y16" fmla="*/ 0 h 66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41"/>
            </p:custDataLst>
          </p:nvPr>
        </p:nvSpPr>
        <p:spPr>
          <a:xfrm>
            <a:off x="8611870" y="129540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62 w 525"/>
              <a:gd name="p0y0" fmla="*/ 0 h 525"/>
              <a:gd name="p0x1" fmla="*/ 407 w 525"/>
              <a:gd name="p0y1" fmla="*/ 0 h 525"/>
              <a:gd name="p0x2" fmla="*/ 525 w 525"/>
              <a:gd name="p0y2" fmla="*/ 117 h 525"/>
              <a:gd name="p0x3" fmla="*/ 525 w 525"/>
              <a:gd name="p0y3" fmla="*/ 262 h 525"/>
              <a:gd name="p0x4" fmla="*/ 525 w 525"/>
              <a:gd name="p0y4" fmla="*/ 407 h 525"/>
              <a:gd name="p0x5" fmla="*/ 407 w 525"/>
              <a:gd name="p0y5" fmla="*/ 525 h 525"/>
              <a:gd name="p0x6" fmla="*/ 262 w 525"/>
              <a:gd name="p0y6" fmla="*/ 525 h 525"/>
              <a:gd name="p0x7" fmla="*/ 117 w 525"/>
              <a:gd name="p0y7" fmla="*/ 525 h 525"/>
              <a:gd name="p0x8" fmla="*/ 0 w 525"/>
              <a:gd name="p0y8" fmla="*/ 407 h 525"/>
              <a:gd name="p0x9" fmla="*/ 0 w 525"/>
              <a:gd name="p0y9" fmla="*/ 262 h 525"/>
              <a:gd name="p0x10" fmla="*/ 0 w 525"/>
              <a:gd name="p0y10" fmla="*/ 117 h 525"/>
              <a:gd name="p0x11" fmla="*/ 117 w 525"/>
              <a:gd name="p0y11" fmla="*/ 0 h 525"/>
              <a:gd name="p0x12" fmla="*/ 262 w 525"/>
              <a:gd name="p0y12" fmla="*/ 0 h 52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42"/>
            </p:custDataLst>
          </p:nvPr>
        </p:nvSpPr>
        <p:spPr>
          <a:xfrm>
            <a:off x="8731377" y="1362075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3"/>
            </p:custDataLst>
          </p:nvPr>
        </p:nvSpPr>
        <p:spPr>
          <a:xfrm>
            <a:off x="9064676" y="128587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修复验证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4"/>
            </p:custDataLst>
          </p:nvPr>
        </p:nvSpPr>
        <p:spPr>
          <a:xfrm>
            <a:off x="11020650" y="1377315"/>
            <a:ext cx="552298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200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altLang="zh-CN" sz="1200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5"/>
            </p:custDataLst>
          </p:nvPr>
        </p:nvSpPr>
        <p:spPr>
          <a:xfrm>
            <a:off x="8607476" y="1738313"/>
            <a:ext cx="2927375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机理指导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Exp2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迁移，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15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个扫描点全胜；多点校准修复单点校准负侧外推短板。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6"/>
            </p:custDataLst>
          </p:nvPr>
        </p:nvSpPr>
        <p:spPr>
          <a:xfrm>
            <a:off x="8611870" y="4591050"/>
            <a:ext cx="2917825" cy="518795"/>
          </a:xfrm>
          <a:custGeom>
            <a:avLst/>
            <a:gdLst>
              <a:gd name="sw" fmla="*/ 1 w 4595"/>
              <a:gd name="sh" fmla="*/ 1 h 817"/>
              <a:gd name="mins" fmla="min sw sh"/>
              <a:gd name="dsw" fmla="+- 0 sw mins"/>
              <a:gd name="dsh" fmla="+- 0 sh mins"/>
              <a:gd name="p0x0" fmla="*/ 120 w 4595"/>
              <a:gd name="p0y0" fmla="*/ 0 h 817"/>
              <a:gd name="p0x1" fmla="*/ 4475 w 4595"/>
              <a:gd name="p0y1" fmla="*/ 0 h 817"/>
              <a:gd name="p0x2" fmla="*/ 4541 w 4595"/>
              <a:gd name="p0y2" fmla="*/ 0 h 817"/>
              <a:gd name="p0x3" fmla="*/ 4595 w 4595"/>
              <a:gd name="p0y3" fmla="*/ 53 h 817"/>
              <a:gd name="p0x4" fmla="*/ 4595 w 4595"/>
              <a:gd name="p0y4" fmla="*/ 120 h 817"/>
              <a:gd name="p0x5" fmla="*/ 4595 w 4595"/>
              <a:gd name="p0y5" fmla="*/ 697 h 817"/>
              <a:gd name="p0x6" fmla="*/ 4595 w 4595"/>
              <a:gd name="p0y6" fmla="*/ 763 h 817"/>
              <a:gd name="p0x7" fmla="*/ 4541 w 4595"/>
              <a:gd name="p0y7" fmla="*/ 817 h 817"/>
              <a:gd name="p0x8" fmla="*/ 4475 w 4595"/>
              <a:gd name="p0y8" fmla="*/ 817 h 817"/>
              <a:gd name="p0x9" fmla="*/ 120 w 4595"/>
              <a:gd name="p0y9" fmla="*/ 817 h 817"/>
              <a:gd name="p0x10" fmla="*/ 53 w 4595"/>
              <a:gd name="p0y10" fmla="*/ 817 h 817"/>
              <a:gd name="p0x11" fmla="*/ 0 w 4595"/>
              <a:gd name="p0y11" fmla="*/ 763 h 817"/>
              <a:gd name="p0x12" fmla="*/ 0 w 4595"/>
              <a:gd name="p0y12" fmla="*/ 697 h 817"/>
              <a:gd name="p0x13" fmla="*/ 0 w 4595"/>
              <a:gd name="p0y13" fmla="*/ 120 h 817"/>
              <a:gd name="p0x14" fmla="*/ 0 w 4595"/>
              <a:gd name="p0y14" fmla="*/ 53 h 817"/>
              <a:gd name="p0x15" fmla="*/ 53 w 4595"/>
              <a:gd name="p0y15" fmla="*/ 0 h 817"/>
              <a:gd name="p0x16" fmla="*/ 120 w 4595"/>
              <a:gd name="p0y16" fmla="*/ 0 h 81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47"/>
            </p:custDataLst>
          </p:nvPr>
        </p:nvSpPr>
        <p:spPr>
          <a:xfrm>
            <a:off x="8769401" y="4736306"/>
            <a:ext cx="142376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VGG-11 </a:t>
            </a:r>
            <a:r>
              <a:rPr lang="zh-CN" sz="1350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扫描点</a:t>
            </a:r>
            <a:endParaRPr lang="zh-CN" sz="1350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8"/>
            </p:custDataLst>
          </p:nvPr>
        </p:nvSpPr>
        <p:spPr>
          <a:xfrm>
            <a:off x="10281571" y="4710113"/>
            <a:ext cx="1300905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15/15 </a:t>
            </a:r>
            <a:r>
              <a:rPr lang="zh-CN" sz="165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全胜</a:t>
            </a:r>
            <a:endParaRPr lang="zh-CN" sz="165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457200" y="561975"/>
            <a:ext cx="38100" cy="266700"/>
          </a:xfrm>
          <a:custGeom>
            <a:avLst/>
            <a:gdLst>
              <a:gd name="sw" fmla="*/ 1 w 60"/>
              <a:gd name="sh" fmla="*/ 1 h 420"/>
              <a:gd name="mins" fmla="min sw sh"/>
              <a:gd name="dsw" fmla="+- 0 sw mins"/>
              <a:gd name="dsh" fmla="+- 0 sh mins"/>
              <a:gd name="p0x0" fmla="*/ 30 w 60"/>
              <a:gd name="p0y0" fmla="*/ 0 h 420"/>
              <a:gd name="p0x1" fmla="*/ 46 w 60"/>
              <a:gd name="p0y1" fmla="*/ 0 h 420"/>
              <a:gd name="p0x2" fmla="*/ 60 w 60"/>
              <a:gd name="p0y2" fmla="*/ 13 h 420"/>
              <a:gd name="p0x3" fmla="*/ 60 w 60"/>
              <a:gd name="p0y3" fmla="*/ 30 h 420"/>
              <a:gd name="p0x4" fmla="*/ 60 w 60"/>
              <a:gd name="p0y4" fmla="*/ 390 h 420"/>
              <a:gd name="p0x5" fmla="*/ 60 w 60"/>
              <a:gd name="p0y5" fmla="*/ 406 h 420"/>
              <a:gd name="p0x6" fmla="*/ 46 w 60"/>
              <a:gd name="p0y6" fmla="*/ 420 h 420"/>
              <a:gd name="p0x7" fmla="*/ 30 w 60"/>
              <a:gd name="p0y7" fmla="*/ 420 h 420"/>
              <a:gd name="p0x8" fmla="*/ 13 w 60"/>
              <a:gd name="p0y8" fmla="*/ 420 h 420"/>
              <a:gd name="p0x9" fmla="*/ 0 w 60"/>
              <a:gd name="p0y9" fmla="*/ 406 h 420"/>
              <a:gd name="p0x10" fmla="*/ 0 w 60"/>
              <a:gd name="p0y10" fmla="*/ 390 h 420"/>
              <a:gd name="p0x11" fmla="*/ 0 w 60"/>
              <a:gd name="p0y11" fmla="*/ 30 h 420"/>
              <a:gd name="p0x12" fmla="*/ 0 w 60"/>
              <a:gd name="p0y12" fmla="*/ 13 h 420"/>
              <a:gd name="p0x13" fmla="*/ 13 w 60"/>
              <a:gd name="p0y13" fmla="*/ 0 h 420"/>
              <a:gd name="p0x14" fmla="*/ 30 w 60"/>
              <a:gd name="p0y14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71500" y="433388"/>
            <a:ext cx="2667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未来工作展望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457200" y="995363"/>
            <a:ext cx="112776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四个延续性研究方向，基于第二阶段成果向外拓展</a:t>
            </a:r>
            <a:endParaRPr sz="1500" spc="3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6"/>
            </p:custDataLst>
          </p:nvPr>
        </p:nvSpPr>
        <p:spPr>
          <a:xfrm>
            <a:off x="461645" y="5852795"/>
            <a:ext cx="11268075" cy="542925"/>
          </a:xfrm>
          <a:custGeom>
            <a:avLst/>
            <a:gdLst>
              <a:gd name="sw" fmla="*/ 1 w 17745"/>
              <a:gd name="sh" fmla="*/ 1 h 855"/>
              <a:gd name="mins" fmla="min sw sh"/>
              <a:gd name="dsw" fmla="+- 0 sw mins"/>
              <a:gd name="dsh" fmla="+- 0 sh mins"/>
              <a:gd name="p0x0" fmla="*/ 120 w 17745"/>
              <a:gd name="p0y0" fmla="*/ 0 h 855"/>
              <a:gd name="p0x1" fmla="*/ 17625 w 17745"/>
              <a:gd name="p0y1" fmla="*/ 0 h 855"/>
              <a:gd name="p0x2" fmla="*/ 17691 w 17745"/>
              <a:gd name="p0y2" fmla="*/ 0 h 855"/>
              <a:gd name="p0x3" fmla="*/ 17745 w 17745"/>
              <a:gd name="p0y3" fmla="*/ 53 h 855"/>
              <a:gd name="p0x4" fmla="*/ 17745 w 17745"/>
              <a:gd name="p0y4" fmla="*/ 120 h 855"/>
              <a:gd name="p0x5" fmla="*/ 17745 w 17745"/>
              <a:gd name="p0y5" fmla="*/ 735 h 855"/>
              <a:gd name="p0x6" fmla="*/ 17745 w 17745"/>
              <a:gd name="p0y6" fmla="*/ 801 h 855"/>
              <a:gd name="p0x7" fmla="*/ 17691 w 17745"/>
              <a:gd name="p0y7" fmla="*/ 855 h 855"/>
              <a:gd name="p0x8" fmla="*/ 17625 w 17745"/>
              <a:gd name="p0y8" fmla="*/ 855 h 855"/>
              <a:gd name="p0x9" fmla="*/ 120 w 17745"/>
              <a:gd name="p0y9" fmla="*/ 855 h 855"/>
              <a:gd name="p0x10" fmla="*/ 53 w 17745"/>
              <a:gd name="p0y10" fmla="*/ 855 h 855"/>
              <a:gd name="p0x11" fmla="*/ 0 w 17745"/>
              <a:gd name="p0y11" fmla="*/ 801 h 855"/>
              <a:gd name="p0x12" fmla="*/ 0 w 17745"/>
              <a:gd name="p0y12" fmla="*/ 735 h 855"/>
              <a:gd name="p0x13" fmla="*/ 0 w 17745"/>
              <a:gd name="p0y13" fmla="*/ 120 h 855"/>
              <a:gd name="p0x14" fmla="*/ 0 w 17745"/>
              <a:gd name="p0y14" fmla="*/ 53 h 855"/>
              <a:gd name="p0x15" fmla="*/ 53 w 17745"/>
              <a:gd name="p0y15" fmla="*/ 0 h 855"/>
              <a:gd name="p0x16" fmla="*/ 120 w 17745"/>
              <a:gd name="p0y16" fmla="*/ 0 h 8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88281"/>
              <a:lumOff val="11719"/>
              <a:alpha val="16078"/>
            </a:schemeClr>
          </a:solidFill>
          <a:ln w="9525" cmpd="sng">
            <a:solidFill>
              <a:srgbClr val="FFB74D">
                <a:alpha val="34902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7"/>
            </p:custDataLst>
          </p:nvPr>
        </p:nvSpPr>
        <p:spPr>
          <a:xfrm>
            <a:off x="657225" y="5991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B74D">
              <a:alpha val="18039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8"/>
            </p:custDataLst>
          </p:nvPr>
        </p:nvSpPr>
        <p:spPr>
          <a:xfrm>
            <a:off x="726281" y="5991254"/>
            <a:ext cx="280988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</a:rPr>
              <a:t>−</a:t>
            </a:r>
            <a:endParaRPr sz="1200" b="1">
              <a:solidFill>
                <a:srgbClr val="E4B0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9"/>
            </p:custDataLst>
          </p:nvPr>
        </p:nvSpPr>
        <p:spPr>
          <a:xfrm>
            <a:off x="461645" y="1547495"/>
            <a:ext cx="5553075" cy="1990725"/>
          </a:xfrm>
          <a:custGeom>
            <a:avLst/>
            <a:gdLst>
              <a:gd name="sw" fmla="*/ 1 w 8745"/>
              <a:gd name="sh" fmla="*/ 1 h 3135"/>
              <a:gd name="mins" fmla="min sw sh"/>
              <a:gd name="dsw" fmla="+- 0 sw mins"/>
              <a:gd name="dsh" fmla="+- 0 sh mins"/>
              <a:gd name="p0x0" fmla="*/ 180 w 8745"/>
              <a:gd name="p0y0" fmla="*/ 0 h 3135"/>
              <a:gd name="p0x1" fmla="*/ 8565 w 8745"/>
              <a:gd name="p0y1" fmla="*/ 0 h 3135"/>
              <a:gd name="p0x2" fmla="*/ 8664 w 8745"/>
              <a:gd name="p0y2" fmla="*/ 0 h 3135"/>
              <a:gd name="p0x3" fmla="*/ 8745 w 8745"/>
              <a:gd name="p0y3" fmla="*/ 80 h 3135"/>
              <a:gd name="p0x4" fmla="*/ 8745 w 8745"/>
              <a:gd name="p0y4" fmla="*/ 180 h 3135"/>
              <a:gd name="p0x5" fmla="*/ 8745 w 8745"/>
              <a:gd name="p0y5" fmla="*/ 2955 h 3135"/>
              <a:gd name="p0x6" fmla="*/ 8745 w 8745"/>
              <a:gd name="p0y6" fmla="*/ 3054 h 3135"/>
              <a:gd name="p0x7" fmla="*/ 8664 w 8745"/>
              <a:gd name="p0y7" fmla="*/ 3135 h 3135"/>
              <a:gd name="p0x8" fmla="*/ 8565 w 8745"/>
              <a:gd name="p0y8" fmla="*/ 3135 h 3135"/>
              <a:gd name="p0x9" fmla="*/ 180 w 8745"/>
              <a:gd name="p0y9" fmla="*/ 3135 h 3135"/>
              <a:gd name="p0x10" fmla="*/ 80 w 8745"/>
              <a:gd name="p0y10" fmla="*/ 3135 h 3135"/>
              <a:gd name="p0x11" fmla="*/ 0 w 8745"/>
              <a:gd name="p0y11" fmla="*/ 3054 h 3135"/>
              <a:gd name="p0x12" fmla="*/ 0 w 8745"/>
              <a:gd name="p0y12" fmla="*/ 2955 h 3135"/>
              <a:gd name="p0x13" fmla="*/ 0 w 8745"/>
              <a:gd name="p0y13" fmla="*/ 180 h 3135"/>
              <a:gd name="p0x14" fmla="*/ 0 w 8745"/>
              <a:gd name="p0y14" fmla="*/ 80 h 3135"/>
              <a:gd name="p0x15" fmla="*/ 80 w 8745"/>
              <a:gd name="p0y15" fmla="*/ 0 h 3135"/>
              <a:gd name="p0x16" fmla="*/ 180 w 8745"/>
              <a:gd name="p0y16" fmla="*/ 0 h 31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0"/>
            </p:custDataLst>
          </p:nvPr>
        </p:nvSpPr>
        <p:spPr>
          <a:xfrm>
            <a:off x="661670" y="17570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00BFFF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743026" y="178593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1038225" y="1727835"/>
            <a:ext cx="31222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校准容量扩容与对抗式</a:t>
            </a:r>
            <a:r>
              <a:rPr lang="en-US" altLang="zh-CN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</a:t>
            </a:r>
            <a:endParaRPr lang="zh-CN" altLang="en-US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3"/>
            </p:custDataLst>
          </p:nvPr>
        </p:nvSpPr>
        <p:spPr>
          <a:xfrm>
            <a:off x="657225" y="239649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828675" y="2287562"/>
            <a:ext cx="519447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FeatureCalibration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瓶颈维度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128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，扩容可提升校准精度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5"/>
            </p:custDataLst>
          </p:nvPr>
        </p:nvSpPr>
        <p:spPr>
          <a:xfrm>
            <a:off x="657225" y="29743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828675" y="2865387"/>
            <a:ext cx="501930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对抗式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α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采样（偏重正向训练）扩展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正侧外推边界</a:t>
            </a:r>
            <a:endParaRPr sz="1500" b="1">
              <a:solidFill>
                <a:srgbClr val="C57221"/>
              </a:solidFill>
              <a:effectLst>
                <a:outerShdw blurRad="171450" algn="ctr" rotWithShape="0">
                  <a:srgbClr val="FFD740">
                    <a:alpha val="25098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5021018" y="1571625"/>
            <a:ext cx="855911" cy="6889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FFFAF5">
                    <a:alpha val="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5400" b="1">
              <a:solidFill>
                <a:srgbClr val="FFFAF5">
                  <a:alpha val="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466725" y="1591274"/>
            <a:ext cx="28575" cy="1903802"/>
          </a:xfrm>
          <a:custGeom>
            <a:avLst/>
            <a:gdLst>
              <a:gd name="sw" fmla="*/ 1 w 45"/>
              <a:gd name="sh" fmla="*/ 1 h 3120"/>
              <a:gd name="mins" fmla="min sw sh"/>
              <a:gd name="dsw" fmla="+- 0 sw mins"/>
              <a:gd name="dsh" fmla="+- 0 sh mins"/>
              <a:gd name="p0x0" fmla="*/ 45 w 45"/>
              <a:gd name="p0y0" fmla="*/ 0 h 3120"/>
              <a:gd name="p0x1" fmla="*/ 45 w 45"/>
              <a:gd name="p0y1" fmla="*/ 3120 h 3120"/>
              <a:gd name="p0x2" fmla="*/ 20 w 45"/>
              <a:gd name="p0y2" fmla="*/ 3120 h 3120"/>
              <a:gd name="p0x3" fmla="*/ 0 w 45"/>
              <a:gd name="p0y3" fmla="*/ 3099 h 3120"/>
              <a:gd name="p0x4" fmla="*/ 0 w 45"/>
              <a:gd name="p0y4" fmla="*/ 3075 h 3120"/>
              <a:gd name="p0x5" fmla="*/ 0 w 45"/>
              <a:gd name="p0y5" fmla="*/ 45 h 3120"/>
              <a:gd name="p0x6" fmla="*/ 0 w 45"/>
              <a:gd name="p0y6" fmla="*/ 20 h 3120"/>
              <a:gd name="p0x7" fmla="*/ 20 w 45"/>
              <a:gd name="p0y7" fmla="*/ 0 h 3120"/>
              <a:gd name="p0x8" fmla="*/ 45 w 45"/>
              <a:gd name="p0y8" fmla="*/ 0 h 3120"/>
            </a:gdLst>
            <a:ahLst/>
            <a:cxnLst/>
            <a:pathLst>
              <a:path w="45" h="2998">
                <a:moveTo>
                  <a:pt x="45" y="0"/>
                </a:moveTo>
                <a:lnTo>
                  <a:pt x="45" y="2998"/>
                </a:lnTo>
                <a:cubicBezTo>
                  <a:pt x="16" y="2969"/>
                  <a:pt x="-1" y="2916"/>
                  <a:pt x="0" y="2879"/>
                </a:cubicBezTo>
                <a:lnTo>
                  <a:pt x="0" y="119"/>
                </a:lnTo>
                <a:cubicBezTo>
                  <a:pt x="-2" y="74"/>
                  <a:pt x="22" y="24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2">
                  <a:alpha val="8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6176645" y="1547495"/>
            <a:ext cx="5553075" cy="1990725"/>
          </a:xfrm>
          <a:custGeom>
            <a:avLst/>
            <a:gdLst>
              <a:gd name="sw" fmla="*/ 1 w 8745"/>
              <a:gd name="sh" fmla="*/ 1 h 3135"/>
              <a:gd name="mins" fmla="min sw sh"/>
              <a:gd name="dsw" fmla="+- 0 sw mins"/>
              <a:gd name="dsh" fmla="+- 0 sh mins"/>
              <a:gd name="p0x0" fmla="*/ 180 w 8745"/>
              <a:gd name="p0y0" fmla="*/ 0 h 3135"/>
              <a:gd name="p0x1" fmla="*/ 8565 w 8745"/>
              <a:gd name="p0y1" fmla="*/ 0 h 3135"/>
              <a:gd name="p0x2" fmla="*/ 8664 w 8745"/>
              <a:gd name="p0y2" fmla="*/ 0 h 3135"/>
              <a:gd name="p0x3" fmla="*/ 8745 w 8745"/>
              <a:gd name="p0y3" fmla="*/ 80 h 3135"/>
              <a:gd name="p0x4" fmla="*/ 8745 w 8745"/>
              <a:gd name="p0y4" fmla="*/ 180 h 3135"/>
              <a:gd name="p0x5" fmla="*/ 8745 w 8745"/>
              <a:gd name="p0y5" fmla="*/ 2955 h 3135"/>
              <a:gd name="p0x6" fmla="*/ 8745 w 8745"/>
              <a:gd name="p0y6" fmla="*/ 3054 h 3135"/>
              <a:gd name="p0x7" fmla="*/ 8664 w 8745"/>
              <a:gd name="p0y7" fmla="*/ 3135 h 3135"/>
              <a:gd name="p0x8" fmla="*/ 8565 w 8745"/>
              <a:gd name="p0y8" fmla="*/ 3135 h 3135"/>
              <a:gd name="p0x9" fmla="*/ 180 w 8745"/>
              <a:gd name="p0y9" fmla="*/ 3135 h 3135"/>
              <a:gd name="p0x10" fmla="*/ 80 w 8745"/>
              <a:gd name="p0y10" fmla="*/ 3135 h 3135"/>
              <a:gd name="p0x11" fmla="*/ 0 w 8745"/>
              <a:gd name="p0y11" fmla="*/ 3054 h 3135"/>
              <a:gd name="p0x12" fmla="*/ 0 w 8745"/>
              <a:gd name="p0y12" fmla="*/ 2955 h 3135"/>
              <a:gd name="p0x13" fmla="*/ 0 w 8745"/>
              <a:gd name="p0y13" fmla="*/ 180 h 3135"/>
              <a:gd name="p0x14" fmla="*/ 0 w 8745"/>
              <a:gd name="p0y14" fmla="*/ 80 h 3135"/>
              <a:gd name="p0x15" fmla="*/ 80 w 8745"/>
              <a:gd name="p0y15" fmla="*/ 0 h 3135"/>
              <a:gd name="p0x16" fmla="*/ 180 w 8745"/>
              <a:gd name="p0y16" fmla="*/ 0 h 31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376670" y="17570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00BFFF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6458026" y="1785938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753225" y="1727835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数据集多样性扩展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6372225" y="239649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543675" y="2287562"/>
            <a:ext cx="483148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当前仅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CIFAR-10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验证，需扩展至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ImageNet-scale</a:t>
            </a:r>
            <a:endParaRPr sz="1500" b="1">
              <a:solidFill>
                <a:srgbClr val="C57221"/>
              </a:solidFill>
              <a:effectLst>
                <a:outerShdw blurRad="171450" algn="ctr" rotWithShape="0">
                  <a:srgbClr val="FFD740">
                    <a:alpha val="25098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6372225" y="29743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6"/>
            </p:custDataLst>
          </p:nvPr>
        </p:nvSpPr>
        <p:spPr>
          <a:xfrm>
            <a:off x="6543675" y="2865387"/>
            <a:ext cx="4381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验证结论泛化性，探索更大规模非线性效应规律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7"/>
            </p:custDataLst>
          </p:nvPr>
        </p:nvSpPr>
        <p:spPr>
          <a:xfrm>
            <a:off x="10736018" y="1571625"/>
            <a:ext cx="855911" cy="6889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FFFAF5">
                    <a:alpha val="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5400" b="1">
              <a:solidFill>
                <a:srgbClr val="FFFAF5">
                  <a:alpha val="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6181725" y="1591274"/>
            <a:ext cx="28575" cy="1903802"/>
          </a:xfrm>
          <a:custGeom>
            <a:avLst/>
            <a:gdLst>
              <a:gd name="sw" fmla="*/ 1 w 45"/>
              <a:gd name="sh" fmla="*/ 1 h 3120"/>
              <a:gd name="mins" fmla="min sw sh"/>
              <a:gd name="dsw" fmla="+- 0 sw mins"/>
              <a:gd name="dsh" fmla="+- 0 sh mins"/>
              <a:gd name="p0x0" fmla="*/ 45 w 45"/>
              <a:gd name="p0y0" fmla="*/ 0 h 3120"/>
              <a:gd name="p0x1" fmla="*/ 45 w 45"/>
              <a:gd name="p0y1" fmla="*/ 3120 h 3120"/>
              <a:gd name="p0x2" fmla="*/ 20 w 45"/>
              <a:gd name="p0y2" fmla="*/ 3120 h 3120"/>
              <a:gd name="p0x3" fmla="*/ 0 w 45"/>
              <a:gd name="p0y3" fmla="*/ 3099 h 3120"/>
              <a:gd name="p0x4" fmla="*/ 0 w 45"/>
              <a:gd name="p0y4" fmla="*/ 3075 h 3120"/>
              <a:gd name="p0x5" fmla="*/ 0 w 45"/>
              <a:gd name="p0y5" fmla="*/ 45 h 3120"/>
              <a:gd name="p0x6" fmla="*/ 0 w 45"/>
              <a:gd name="p0y6" fmla="*/ 20 h 3120"/>
              <a:gd name="p0x7" fmla="*/ 20 w 45"/>
              <a:gd name="p0y7" fmla="*/ 0 h 3120"/>
              <a:gd name="p0x8" fmla="*/ 45 w 45"/>
              <a:gd name="p0y8" fmla="*/ 0 h 3120"/>
            </a:gdLst>
            <a:ahLst/>
            <a:cxnLst/>
            <a:pathLst>
              <a:path w="45" h="2998">
                <a:moveTo>
                  <a:pt x="45" y="0"/>
                </a:moveTo>
                <a:lnTo>
                  <a:pt x="45" y="2998"/>
                </a:lnTo>
                <a:cubicBezTo>
                  <a:pt x="16" y="2969"/>
                  <a:pt x="-1" y="2916"/>
                  <a:pt x="0" y="2879"/>
                </a:cubicBezTo>
                <a:lnTo>
                  <a:pt x="0" y="119"/>
                </a:lnTo>
                <a:cubicBezTo>
                  <a:pt x="-2" y="74"/>
                  <a:pt x="22" y="24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2">
                  <a:alpha val="8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9"/>
            </p:custDataLst>
          </p:nvPr>
        </p:nvSpPr>
        <p:spPr>
          <a:xfrm>
            <a:off x="461645" y="3700145"/>
            <a:ext cx="5553075" cy="1990725"/>
          </a:xfrm>
          <a:custGeom>
            <a:avLst/>
            <a:gdLst>
              <a:gd name="sw" fmla="*/ 1 w 8745"/>
              <a:gd name="sh" fmla="*/ 1 h 3135"/>
              <a:gd name="mins" fmla="min sw sh"/>
              <a:gd name="dsw" fmla="+- 0 sw mins"/>
              <a:gd name="dsh" fmla="+- 0 sh mins"/>
              <a:gd name="p0x0" fmla="*/ 180 w 8745"/>
              <a:gd name="p0y0" fmla="*/ 0 h 3135"/>
              <a:gd name="p0x1" fmla="*/ 8565 w 8745"/>
              <a:gd name="p0y1" fmla="*/ 0 h 3135"/>
              <a:gd name="p0x2" fmla="*/ 8664 w 8745"/>
              <a:gd name="p0y2" fmla="*/ 0 h 3135"/>
              <a:gd name="p0x3" fmla="*/ 8745 w 8745"/>
              <a:gd name="p0y3" fmla="*/ 80 h 3135"/>
              <a:gd name="p0x4" fmla="*/ 8745 w 8745"/>
              <a:gd name="p0y4" fmla="*/ 180 h 3135"/>
              <a:gd name="p0x5" fmla="*/ 8745 w 8745"/>
              <a:gd name="p0y5" fmla="*/ 2955 h 3135"/>
              <a:gd name="p0x6" fmla="*/ 8745 w 8745"/>
              <a:gd name="p0y6" fmla="*/ 3054 h 3135"/>
              <a:gd name="p0x7" fmla="*/ 8664 w 8745"/>
              <a:gd name="p0y7" fmla="*/ 3135 h 3135"/>
              <a:gd name="p0x8" fmla="*/ 8565 w 8745"/>
              <a:gd name="p0y8" fmla="*/ 3135 h 3135"/>
              <a:gd name="p0x9" fmla="*/ 180 w 8745"/>
              <a:gd name="p0y9" fmla="*/ 3135 h 3135"/>
              <a:gd name="p0x10" fmla="*/ 80 w 8745"/>
              <a:gd name="p0y10" fmla="*/ 3135 h 3135"/>
              <a:gd name="p0x11" fmla="*/ 0 w 8745"/>
              <a:gd name="p0y11" fmla="*/ 3054 h 3135"/>
              <a:gd name="p0x12" fmla="*/ 0 w 8745"/>
              <a:gd name="p0y12" fmla="*/ 2955 h 3135"/>
              <a:gd name="p0x13" fmla="*/ 0 w 8745"/>
              <a:gd name="p0y13" fmla="*/ 180 h 3135"/>
              <a:gd name="p0x14" fmla="*/ 0 w 8745"/>
              <a:gd name="p0y14" fmla="*/ 80 h 3135"/>
              <a:gd name="p0x15" fmla="*/ 80 w 8745"/>
              <a:gd name="p0y15" fmla="*/ 0 h 3135"/>
              <a:gd name="p0x16" fmla="*/ 180 w 8745"/>
              <a:gd name="p0y16" fmla="*/ 0 h 31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0"/>
            </p:custDataLst>
          </p:nvPr>
        </p:nvSpPr>
        <p:spPr>
          <a:xfrm>
            <a:off x="661670" y="390969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00BFFF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743026" y="3938588"/>
            <a:ext cx="24749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1038225" y="38804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硬件在环验证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3"/>
            </p:custDataLst>
          </p:nvPr>
        </p:nvSpPr>
        <p:spPr>
          <a:xfrm>
            <a:off x="657225" y="454914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4"/>
            </p:custDataLst>
          </p:nvPr>
        </p:nvSpPr>
        <p:spPr>
          <a:xfrm>
            <a:off x="828675" y="4440212"/>
            <a:ext cx="429294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CiM</a:t>
            </a:r>
            <a:r>
              <a:rPr lang="zh-CN" altLang="en-US"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芯片实测数据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对标，校准仿真模型参数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5"/>
            </p:custDataLst>
          </p:nvPr>
        </p:nvSpPr>
        <p:spPr>
          <a:xfrm>
            <a:off x="657225" y="512699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6"/>
            </p:custDataLst>
          </p:nvPr>
        </p:nvSpPr>
        <p:spPr>
          <a:xfrm>
            <a:off x="828675" y="5018037"/>
            <a:ext cx="33623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算法方案部署至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实际芯片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验证有效性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7"/>
            </p:custDataLst>
          </p:nvPr>
        </p:nvSpPr>
        <p:spPr>
          <a:xfrm>
            <a:off x="5021018" y="3724275"/>
            <a:ext cx="855911" cy="6889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FFFAF5">
                    <a:alpha val="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5400" b="1">
              <a:solidFill>
                <a:srgbClr val="FFFAF5">
                  <a:alpha val="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8"/>
            </p:custDataLst>
          </p:nvPr>
        </p:nvSpPr>
        <p:spPr>
          <a:xfrm>
            <a:off x="466725" y="3743924"/>
            <a:ext cx="28575" cy="1903802"/>
          </a:xfrm>
          <a:custGeom>
            <a:avLst/>
            <a:gdLst>
              <a:gd name="sw" fmla="*/ 1 w 45"/>
              <a:gd name="sh" fmla="*/ 1 h 3120"/>
              <a:gd name="mins" fmla="min sw sh"/>
              <a:gd name="dsw" fmla="+- 0 sw mins"/>
              <a:gd name="dsh" fmla="+- 0 sh mins"/>
              <a:gd name="p0x0" fmla="*/ 45 w 45"/>
              <a:gd name="p0y0" fmla="*/ 0 h 3120"/>
              <a:gd name="p0x1" fmla="*/ 45 w 45"/>
              <a:gd name="p0y1" fmla="*/ 3120 h 3120"/>
              <a:gd name="p0x2" fmla="*/ 20 w 45"/>
              <a:gd name="p0y2" fmla="*/ 3120 h 3120"/>
              <a:gd name="p0x3" fmla="*/ 0 w 45"/>
              <a:gd name="p0y3" fmla="*/ 3099 h 3120"/>
              <a:gd name="p0x4" fmla="*/ 0 w 45"/>
              <a:gd name="p0y4" fmla="*/ 3075 h 3120"/>
              <a:gd name="p0x5" fmla="*/ 0 w 45"/>
              <a:gd name="p0y5" fmla="*/ 45 h 3120"/>
              <a:gd name="p0x6" fmla="*/ 0 w 45"/>
              <a:gd name="p0y6" fmla="*/ 20 h 3120"/>
              <a:gd name="p0x7" fmla="*/ 20 w 45"/>
              <a:gd name="p0y7" fmla="*/ 0 h 3120"/>
              <a:gd name="p0x8" fmla="*/ 45 w 45"/>
              <a:gd name="p0y8" fmla="*/ 0 h 3120"/>
            </a:gdLst>
            <a:ahLst/>
            <a:cxnLst/>
            <a:pathLst>
              <a:path w="45" h="2998">
                <a:moveTo>
                  <a:pt x="45" y="0"/>
                </a:moveTo>
                <a:lnTo>
                  <a:pt x="45" y="2998"/>
                </a:lnTo>
                <a:cubicBezTo>
                  <a:pt x="16" y="2969"/>
                  <a:pt x="-1" y="2916"/>
                  <a:pt x="0" y="2879"/>
                </a:cubicBezTo>
                <a:lnTo>
                  <a:pt x="0" y="119"/>
                </a:lnTo>
                <a:cubicBezTo>
                  <a:pt x="-2" y="74"/>
                  <a:pt x="22" y="24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2">
                  <a:alpha val="8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39"/>
            </p:custDataLst>
          </p:nvPr>
        </p:nvSpPr>
        <p:spPr>
          <a:xfrm>
            <a:off x="6176645" y="3700145"/>
            <a:ext cx="5553075" cy="1990725"/>
          </a:xfrm>
          <a:custGeom>
            <a:avLst/>
            <a:gdLst>
              <a:gd name="sw" fmla="*/ 1 w 8745"/>
              <a:gd name="sh" fmla="*/ 1 h 3135"/>
              <a:gd name="mins" fmla="min sw sh"/>
              <a:gd name="dsw" fmla="+- 0 sw mins"/>
              <a:gd name="dsh" fmla="+- 0 sh mins"/>
              <a:gd name="p0x0" fmla="*/ 180 w 8745"/>
              <a:gd name="p0y0" fmla="*/ 0 h 3135"/>
              <a:gd name="p0x1" fmla="*/ 8565 w 8745"/>
              <a:gd name="p0y1" fmla="*/ 0 h 3135"/>
              <a:gd name="p0x2" fmla="*/ 8664 w 8745"/>
              <a:gd name="p0y2" fmla="*/ 0 h 3135"/>
              <a:gd name="p0x3" fmla="*/ 8745 w 8745"/>
              <a:gd name="p0y3" fmla="*/ 80 h 3135"/>
              <a:gd name="p0x4" fmla="*/ 8745 w 8745"/>
              <a:gd name="p0y4" fmla="*/ 180 h 3135"/>
              <a:gd name="p0x5" fmla="*/ 8745 w 8745"/>
              <a:gd name="p0y5" fmla="*/ 2955 h 3135"/>
              <a:gd name="p0x6" fmla="*/ 8745 w 8745"/>
              <a:gd name="p0y6" fmla="*/ 3054 h 3135"/>
              <a:gd name="p0x7" fmla="*/ 8664 w 8745"/>
              <a:gd name="p0y7" fmla="*/ 3135 h 3135"/>
              <a:gd name="p0x8" fmla="*/ 8565 w 8745"/>
              <a:gd name="p0y8" fmla="*/ 3135 h 3135"/>
              <a:gd name="p0x9" fmla="*/ 180 w 8745"/>
              <a:gd name="p0y9" fmla="*/ 3135 h 3135"/>
              <a:gd name="p0x10" fmla="*/ 80 w 8745"/>
              <a:gd name="p0y10" fmla="*/ 3135 h 3135"/>
              <a:gd name="p0x11" fmla="*/ 0 w 8745"/>
              <a:gd name="p0y11" fmla="*/ 3054 h 3135"/>
              <a:gd name="p0x12" fmla="*/ 0 w 8745"/>
              <a:gd name="p0y12" fmla="*/ 2955 h 3135"/>
              <a:gd name="p0x13" fmla="*/ 0 w 8745"/>
              <a:gd name="p0y13" fmla="*/ 180 h 3135"/>
              <a:gd name="p0x14" fmla="*/ 0 w 8745"/>
              <a:gd name="p0y14" fmla="*/ 80 h 3135"/>
              <a:gd name="p0x15" fmla="*/ 80 w 8745"/>
              <a:gd name="p0y15" fmla="*/ 0 h 3135"/>
              <a:gd name="p0x16" fmla="*/ 180 w 8745"/>
              <a:gd name="p0y16" fmla="*/ 0 h 31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7843"/>
                </a:srgbClr>
              </a:gs>
              <a:gs pos="100000">
                <a:srgbClr val="FFFFFF">
                  <a:alpha val="12157"/>
                </a:srgbClr>
              </a:gs>
            </a:gsLst>
            <a:lin ang="2700000"/>
          </a:gra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0"/>
            </p:custDataLst>
          </p:nvPr>
        </p:nvSpPr>
        <p:spPr>
          <a:xfrm>
            <a:off x="6376670" y="390969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 w="9525" cmpd="sng">
            <a:solidFill>
              <a:srgbClr val="00BFFF">
                <a:alpha val="3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6458026" y="3938588"/>
            <a:ext cx="247497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200" b="1">
                <a:solidFill>
                  <a:srgbClr val="FFD9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>
              <a:solidFill>
                <a:srgbClr val="FFD9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6753225" y="3880485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跨任务迁移</a:t>
            </a:r>
            <a:endParaRPr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3"/>
            </p:custDataLst>
          </p:nvPr>
        </p:nvSpPr>
        <p:spPr>
          <a:xfrm>
            <a:off x="6372225" y="44481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6543675" y="4338638"/>
            <a:ext cx="19669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当前仅覆盖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图像分类</a:t>
            </a:r>
            <a:endParaRPr sz="1500" b="1">
              <a:solidFill>
                <a:srgbClr val="C57221"/>
              </a:solidFill>
              <a:effectLst>
                <a:outerShdw blurRad="171450" algn="ctr" rotWithShape="0">
                  <a:srgbClr val="FFD740">
                    <a:alpha val="25098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45"/>
            </p:custDataLst>
          </p:nvPr>
        </p:nvSpPr>
        <p:spPr>
          <a:xfrm>
            <a:off x="6372225" y="492442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14300" algn="ctr" rotWithShape="0">
              <a:schemeClr val="accent1">
                <a:alpha val="2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6543675" y="4814888"/>
            <a:ext cx="49911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NAT+Exp2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00" b="1">
                <a:solidFill>
                  <a:srgbClr val="C57221"/>
                </a:solidFill>
                <a:effectLst>
                  <a:outerShdw blurRad="171450" algn="ctr" rotWithShape="0">
                    <a:srgbClr val="FFD740">
                      <a:alpha val="25098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目标检测、语义分割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等下游任务迁移效果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7"/>
            </p:custDataLst>
          </p:nvPr>
        </p:nvSpPr>
        <p:spPr>
          <a:xfrm>
            <a:off x="10736018" y="3724275"/>
            <a:ext cx="855911" cy="6889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83000"/>
              </a:lnSpc>
            </a:pPr>
            <a:r>
              <a:rPr sz="5400" b="1">
                <a:solidFill>
                  <a:srgbClr val="FFFAF5">
                    <a:alpha val="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5400" b="1">
              <a:solidFill>
                <a:srgbClr val="FFFAF5">
                  <a:alpha val="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8"/>
            </p:custDataLst>
          </p:nvPr>
        </p:nvSpPr>
        <p:spPr>
          <a:xfrm>
            <a:off x="6181725" y="3743924"/>
            <a:ext cx="28575" cy="1903802"/>
          </a:xfrm>
          <a:custGeom>
            <a:avLst/>
            <a:gdLst>
              <a:gd name="sw" fmla="*/ 1 w 45"/>
              <a:gd name="sh" fmla="*/ 1 h 3120"/>
              <a:gd name="mins" fmla="min sw sh"/>
              <a:gd name="dsw" fmla="+- 0 sw mins"/>
              <a:gd name="dsh" fmla="+- 0 sh mins"/>
              <a:gd name="p0x0" fmla="*/ 45 w 45"/>
              <a:gd name="p0y0" fmla="*/ 0 h 3120"/>
              <a:gd name="p0x1" fmla="*/ 45 w 45"/>
              <a:gd name="p0y1" fmla="*/ 3120 h 3120"/>
              <a:gd name="p0x2" fmla="*/ 20 w 45"/>
              <a:gd name="p0y2" fmla="*/ 3120 h 3120"/>
              <a:gd name="p0x3" fmla="*/ 0 w 45"/>
              <a:gd name="p0y3" fmla="*/ 3099 h 3120"/>
              <a:gd name="p0x4" fmla="*/ 0 w 45"/>
              <a:gd name="p0y4" fmla="*/ 3075 h 3120"/>
              <a:gd name="p0x5" fmla="*/ 0 w 45"/>
              <a:gd name="p0y5" fmla="*/ 45 h 3120"/>
              <a:gd name="p0x6" fmla="*/ 0 w 45"/>
              <a:gd name="p0y6" fmla="*/ 20 h 3120"/>
              <a:gd name="p0x7" fmla="*/ 20 w 45"/>
              <a:gd name="p0y7" fmla="*/ 0 h 3120"/>
              <a:gd name="p0x8" fmla="*/ 45 w 45"/>
              <a:gd name="p0y8" fmla="*/ 0 h 3120"/>
            </a:gdLst>
            <a:ahLst/>
            <a:cxnLst/>
            <a:pathLst>
              <a:path w="45" h="2998">
                <a:moveTo>
                  <a:pt x="45" y="0"/>
                </a:moveTo>
                <a:lnTo>
                  <a:pt x="45" y="2998"/>
                </a:lnTo>
                <a:cubicBezTo>
                  <a:pt x="16" y="2969"/>
                  <a:pt x="-1" y="2916"/>
                  <a:pt x="0" y="2879"/>
                </a:cubicBezTo>
                <a:lnTo>
                  <a:pt x="0" y="119"/>
                </a:lnTo>
                <a:cubicBezTo>
                  <a:pt x="-2" y="74"/>
                  <a:pt x="22" y="24"/>
                  <a:pt x="45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85000"/>
                </a:schemeClr>
              </a:gs>
              <a:gs pos="100000">
                <a:schemeClr val="accent2">
                  <a:alpha val="8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49"/>
            </p:custDataLst>
          </p:nvPr>
        </p:nvSpPr>
        <p:spPr>
          <a:xfrm>
            <a:off x="1038225" y="5957888"/>
            <a:ext cx="843423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已删除方向说明：原「分布式逐层校准」已在第二阶段</a:t>
            </a:r>
            <a:r>
              <a:rPr lang="en-US" altLang="zh-CN" sz="150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</a:t>
            </a:r>
            <a:r>
              <a:rPr lang="en-US" sz="1500" b="1">
                <a:solidFill>
                  <a:srgbClr val="E4B0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en-US" sz="150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0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中实现并验证，</a:t>
            </a:r>
            <a:r>
              <a:rPr sz="1500" strike="sngStrike">
                <a:solidFill>
                  <a:srgbClr val="FFF0B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从未来工作中移除</a:t>
            </a:r>
            <a:endParaRPr sz="1500" strike="sngStrike">
              <a:solidFill>
                <a:srgbClr val="FFF0B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1458"/>
            </a:schemeClr>
          </a:solidFill>
          <a:ln>
            <a:noFill/>
          </a:ln>
          <a:effectLst>
            <a:outerShdw blurRad="257175" dist="38100" dir="5399999" algn="ctr" rotWithShape="0">
              <a:srgbClr val="000000">
                <a:alpha val="14902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57200" y="433388"/>
            <a:ext cx="112776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研究贡献总结</a:t>
            </a:r>
            <a:endParaRPr sz="30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57200" y="979170"/>
            <a:ext cx="11277600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两阶段研究完成</a:t>
            </a:r>
            <a:r>
              <a:rPr lang="en-US" alt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“发现问题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解释机理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修复验证”</a:t>
            </a:r>
            <a:r>
              <a:rPr lang="en-US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rgbClr val="FFFAF5">
                    <a:alpha val="47843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的完整科学闭环</a:t>
            </a:r>
            <a:endParaRPr lang="zh-CN" sz="1350">
              <a:solidFill>
                <a:srgbClr val="FFFAF5">
                  <a:alpha val="47843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461645" y="1585595"/>
            <a:ext cx="5562600" cy="1921510"/>
          </a:xfrm>
          <a:custGeom>
            <a:avLst/>
            <a:gdLst>
              <a:gd name="sw" fmla="*/ 1 w 8760"/>
              <a:gd name="sh" fmla="*/ 1 h 3026"/>
              <a:gd name="mins" fmla="min sw sh"/>
              <a:gd name="dsw" fmla="+- 0 sw mins"/>
              <a:gd name="dsh" fmla="+- 0 sh mins"/>
              <a:gd name="p0x0" fmla="*/ 180 w 8760"/>
              <a:gd name="p0y0" fmla="*/ 0 h 3026"/>
              <a:gd name="p0x1" fmla="*/ 8580 w 8760"/>
              <a:gd name="p0y1" fmla="*/ 0 h 3026"/>
              <a:gd name="p0x2" fmla="*/ 8679 w 8760"/>
              <a:gd name="p0y2" fmla="*/ 0 h 3026"/>
              <a:gd name="p0x3" fmla="*/ 8760 w 8760"/>
              <a:gd name="p0y3" fmla="*/ 80 h 3026"/>
              <a:gd name="p0x4" fmla="*/ 8760 w 8760"/>
              <a:gd name="p0y4" fmla="*/ 180 h 3026"/>
              <a:gd name="p0x5" fmla="*/ 8760 w 8760"/>
              <a:gd name="p0y5" fmla="*/ 2846 h 3026"/>
              <a:gd name="p0x6" fmla="*/ 8760 w 8760"/>
              <a:gd name="p0y6" fmla="*/ 2945 h 3026"/>
              <a:gd name="p0x7" fmla="*/ 8679 w 8760"/>
              <a:gd name="p0y7" fmla="*/ 3026 h 3026"/>
              <a:gd name="p0x8" fmla="*/ 8580 w 8760"/>
              <a:gd name="p0y8" fmla="*/ 3026 h 3026"/>
              <a:gd name="p0x9" fmla="*/ 180 w 8760"/>
              <a:gd name="p0y9" fmla="*/ 3026 h 3026"/>
              <a:gd name="p0x10" fmla="*/ 80 w 8760"/>
              <a:gd name="p0y10" fmla="*/ 3026 h 3026"/>
              <a:gd name="p0x11" fmla="*/ 0 w 8760"/>
              <a:gd name="p0y11" fmla="*/ 2945 h 3026"/>
              <a:gd name="p0x12" fmla="*/ 0 w 8760"/>
              <a:gd name="p0y12" fmla="*/ 2846 h 3026"/>
              <a:gd name="p0x13" fmla="*/ 0 w 8760"/>
              <a:gd name="p0y13" fmla="*/ 180 h 3026"/>
              <a:gd name="p0x14" fmla="*/ 0 w 8760"/>
              <a:gd name="p0y14" fmla="*/ 80 h 3026"/>
              <a:gd name="p0x15" fmla="*/ 80 w 8760"/>
              <a:gd name="p0y15" fmla="*/ 0 h 3026"/>
              <a:gd name="p0x16" fmla="*/ 180 w 8760"/>
              <a:gd name="p0y16" fmla="*/ 0 h 3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76275" y="1766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42950" y="1797844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◆</a:t>
            </a:r>
            <a:endParaRPr sz="165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133475" y="176212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理论贡献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676275" y="2260997"/>
            <a:ext cx="5133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揭示残差架构非线性脆弱性根源，修正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Dithering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效应机理认知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680720" y="2994025"/>
            <a:ext cx="4488815" cy="238125"/>
          </a:xfrm>
          <a:custGeom>
            <a:avLst/>
            <a:gdLst>
              <a:gd name="sw" fmla="*/ 1 w 7068"/>
              <a:gd name="sh" fmla="*/ 1 h 375"/>
              <a:gd name="mins" fmla="min sw sh"/>
              <a:gd name="dsw" fmla="+- 0 sw mins"/>
              <a:gd name="dsh" fmla="+- 0 sh mins"/>
              <a:gd name="p0x0" fmla="*/ 187 w 7068"/>
              <a:gd name="p0y0" fmla="*/ 0 h 375"/>
              <a:gd name="p0x1" fmla="*/ 6881 w 7068"/>
              <a:gd name="p0y1" fmla="*/ 0 h 375"/>
              <a:gd name="p0x2" fmla="*/ 6984 w 7068"/>
              <a:gd name="p0y2" fmla="*/ 0 h 375"/>
              <a:gd name="p0x3" fmla="*/ 7068 w 7068"/>
              <a:gd name="p0y3" fmla="*/ 83 h 375"/>
              <a:gd name="p0x4" fmla="*/ 7068 w 7068"/>
              <a:gd name="p0y4" fmla="*/ 187 h 375"/>
              <a:gd name="p0x5" fmla="*/ 7068 w 7068"/>
              <a:gd name="p0y5" fmla="*/ 291 h 375"/>
              <a:gd name="p0x6" fmla="*/ 6984 w 7068"/>
              <a:gd name="p0y6" fmla="*/ 375 h 375"/>
              <a:gd name="p0x7" fmla="*/ 6881 w 7068"/>
              <a:gd name="p0y7" fmla="*/ 375 h 375"/>
              <a:gd name="p0x8" fmla="*/ 187 w 7068"/>
              <a:gd name="p0y8" fmla="*/ 375 h 375"/>
              <a:gd name="p0x9" fmla="*/ 83 w 7068"/>
              <a:gd name="p0y9" fmla="*/ 375 h 375"/>
              <a:gd name="p0x10" fmla="*/ 0 w 7068"/>
              <a:gd name="p0y10" fmla="*/ 291 h 375"/>
              <a:gd name="p0x11" fmla="*/ 0 w 7068"/>
              <a:gd name="p0y11" fmla="*/ 187 h 375"/>
              <a:gd name="p0x12" fmla="*/ 0 w 7068"/>
              <a:gd name="p0y12" fmla="*/ 83 h 375"/>
              <a:gd name="p0x13" fmla="*/ 83 w 7068"/>
              <a:gd name="p0y13" fmla="*/ 0 h 375"/>
              <a:gd name="p0x14" fmla="*/ 187 w 7068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800100" y="3016329"/>
            <a:ext cx="459335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“纯前馈优先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Scratch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，残差改用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Finetune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训练范式</a:t>
            </a:r>
            <a:endParaRPr lang="zh-CN" altLang="en-US" sz="13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2"/>
            </p:custDataLst>
          </p:nvPr>
        </p:nvSpPr>
        <p:spPr>
          <a:xfrm>
            <a:off x="6167120" y="1585595"/>
            <a:ext cx="5562600" cy="1921510"/>
          </a:xfrm>
          <a:custGeom>
            <a:avLst/>
            <a:gdLst>
              <a:gd name="sw" fmla="*/ 1 w 8760"/>
              <a:gd name="sh" fmla="*/ 1 h 3026"/>
              <a:gd name="mins" fmla="min sw sh"/>
              <a:gd name="dsw" fmla="+- 0 sw mins"/>
              <a:gd name="dsh" fmla="+- 0 sh mins"/>
              <a:gd name="p0x0" fmla="*/ 180 w 8760"/>
              <a:gd name="p0y0" fmla="*/ 0 h 3026"/>
              <a:gd name="p0x1" fmla="*/ 8580 w 8760"/>
              <a:gd name="p0y1" fmla="*/ 0 h 3026"/>
              <a:gd name="p0x2" fmla="*/ 8679 w 8760"/>
              <a:gd name="p0y2" fmla="*/ 0 h 3026"/>
              <a:gd name="p0x3" fmla="*/ 8760 w 8760"/>
              <a:gd name="p0y3" fmla="*/ 80 h 3026"/>
              <a:gd name="p0x4" fmla="*/ 8760 w 8760"/>
              <a:gd name="p0y4" fmla="*/ 180 h 3026"/>
              <a:gd name="p0x5" fmla="*/ 8760 w 8760"/>
              <a:gd name="p0y5" fmla="*/ 2846 h 3026"/>
              <a:gd name="p0x6" fmla="*/ 8760 w 8760"/>
              <a:gd name="p0y6" fmla="*/ 2945 h 3026"/>
              <a:gd name="p0x7" fmla="*/ 8679 w 8760"/>
              <a:gd name="p0y7" fmla="*/ 3026 h 3026"/>
              <a:gd name="p0x8" fmla="*/ 8580 w 8760"/>
              <a:gd name="p0y8" fmla="*/ 3026 h 3026"/>
              <a:gd name="p0x9" fmla="*/ 180 w 8760"/>
              <a:gd name="p0y9" fmla="*/ 3026 h 3026"/>
              <a:gd name="p0x10" fmla="*/ 80 w 8760"/>
              <a:gd name="p0y10" fmla="*/ 3026 h 3026"/>
              <a:gd name="p0x11" fmla="*/ 0 w 8760"/>
              <a:gd name="p0y11" fmla="*/ 2945 h 3026"/>
              <a:gd name="p0x12" fmla="*/ 0 w 8760"/>
              <a:gd name="p0y12" fmla="*/ 2846 h 3026"/>
              <a:gd name="p0x13" fmla="*/ 0 w 8760"/>
              <a:gd name="p0y13" fmla="*/ 180 h 3026"/>
              <a:gd name="p0x14" fmla="*/ 0 w 8760"/>
              <a:gd name="p0y14" fmla="*/ 80 h 3026"/>
              <a:gd name="p0x15" fmla="*/ 80 w 8760"/>
              <a:gd name="p0y15" fmla="*/ 0 h 3026"/>
              <a:gd name="p0x16" fmla="*/ 180 w 8760"/>
              <a:gd name="p0y16" fmla="*/ 0 h 3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6381750" y="1766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448425" y="1797844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◎</a:t>
            </a:r>
            <a:endParaRPr sz="165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6838950" y="1762125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方法贡献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6381750" y="2413397"/>
            <a:ext cx="633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6829425" y="2460625"/>
            <a:ext cx="1781175" cy="238125"/>
          </a:xfrm>
          <a:custGeom>
            <a:avLst/>
            <a:gdLst>
              <a:gd name="sw" fmla="*/ 1 w 2805"/>
              <a:gd name="sh" fmla="*/ 1 h 375"/>
              <a:gd name="mins" fmla="min sw sh"/>
              <a:gd name="dsw" fmla="+- 0 sw mins"/>
              <a:gd name="dsh" fmla="+- 0 sh mins"/>
              <a:gd name="p0x0" fmla="*/ 187 w 2805"/>
              <a:gd name="p0y0" fmla="*/ 0 h 375"/>
              <a:gd name="p0x1" fmla="*/ 2617 w 2805"/>
              <a:gd name="p0y1" fmla="*/ 0 h 375"/>
              <a:gd name="p0x2" fmla="*/ 2721 w 2805"/>
              <a:gd name="p0y2" fmla="*/ 0 h 375"/>
              <a:gd name="p0x3" fmla="*/ 2805 w 2805"/>
              <a:gd name="p0y3" fmla="*/ 83 h 375"/>
              <a:gd name="p0x4" fmla="*/ 2805 w 2805"/>
              <a:gd name="p0y4" fmla="*/ 187 h 375"/>
              <a:gd name="p0x5" fmla="*/ 2805 w 2805"/>
              <a:gd name="p0y5" fmla="*/ 291 h 375"/>
              <a:gd name="p0x6" fmla="*/ 2721 w 2805"/>
              <a:gd name="p0y6" fmla="*/ 375 h 375"/>
              <a:gd name="p0x7" fmla="*/ 2617 w 2805"/>
              <a:gd name="p0y7" fmla="*/ 375 h 375"/>
              <a:gd name="p0x8" fmla="*/ 187 w 2805"/>
              <a:gd name="p0y8" fmla="*/ 375 h 375"/>
              <a:gd name="p0x9" fmla="*/ 83 w 2805"/>
              <a:gd name="p0y9" fmla="*/ 375 h 375"/>
              <a:gd name="p0x10" fmla="*/ 0 w 2805"/>
              <a:gd name="p0y10" fmla="*/ 291 h 375"/>
              <a:gd name="p0x11" fmla="*/ 0 w 2805"/>
              <a:gd name="p0y11" fmla="*/ 187 h 375"/>
              <a:gd name="p0x12" fmla="*/ 0 w 2805"/>
              <a:gd name="p0y12" fmla="*/ 83 h 375"/>
              <a:gd name="p0x13" fmla="*/ 83 w 2805"/>
              <a:gd name="p0y13" fmla="*/ 0 h 375"/>
              <a:gd name="p0x14" fmla="*/ 187 w 280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6948488" y="2482929"/>
            <a:ext cx="1714576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三假设竞争判决框架</a:t>
            </a:r>
            <a:endParaRPr sz="13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6381750" y="2794397"/>
            <a:ext cx="5133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CiM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非理想效应机理解析提供可复用方法论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0"/>
            </p:custDataLst>
          </p:nvPr>
        </p:nvSpPr>
        <p:spPr>
          <a:xfrm>
            <a:off x="461645" y="3649980"/>
            <a:ext cx="5562600" cy="1922145"/>
          </a:xfrm>
          <a:custGeom>
            <a:avLst/>
            <a:gdLst>
              <a:gd name="sw" fmla="*/ 1 w 8760"/>
              <a:gd name="sh" fmla="*/ 1 h 3026"/>
              <a:gd name="mins" fmla="min sw sh"/>
              <a:gd name="dsw" fmla="+- 0 sw mins"/>
              <a:gd name="dsh" fmla="+- 0 sh mins"/>
              <a:gd name="p0x0" fmla="*/ 180 w 8760"/>
              <a:gd name="p0y0" fmla="*/ 0 h 3026"/>
              <a:gd name="p0x1" fmla="*/ 8580 w 8760"/>
              <a:gd name="p0y1" fmla="*/ 0 h 3026"/>
              <a:gd name="p0x2" fmla="*/ 8679 w 8760"/>
              <a:gd name="p0y2" fmla="*/ 0 h 3026"/>
              <a:gd name="p0x3" fmla="*/ 8760 w 8760"/>
              <a:gd name="p0y3" fmla="*/ 80 h 3026"/>
              <a:gd name="p0x4" fmla="*/ 8760 w 8760"/>
              <a:gd name="p0y4" fmla="*/ 180 h 3026"/>
              <a:gd name="p0x5" fmla="*/ 8760 w 8760"/>
              <a:gd name="p0y5" fmla="*/ 2846 h 3026"/>
              <a:gd name="p0x6" fmla="*/ 8760 w 8760"/>
              <a:gd name="p0y6" fmla="*/ 2945 h 3026"/>
              <a:gd name="p0x7" fmla="*/ 8679 w 8760"/>
              <a:gd name="p0y7" fmla="*/ 3026 h 3026"/>
              <a:gd name="p0x8" fmla="*/ 8580 w 8760"/>
              <a:gd name="p0y8" fmla="*/ 3026 h 3026"/>
              <a:gd name="p0x9" fmla="*/ 180 w 8760"/>
              <a:gd name="p0y9" fmla="*/ 3026 h 3026"/>
              <a:gd name="p0x10" fmla="*/ 80 w 8760"/>
              <a:gd name="p0y10" fmla="*/ 3026 h 3026"/>
              <a:gd name="p0x11" fmla="*/ 0 w 8760"/>
              <a:gd name="p0y11" fmla="*/ 2945 h 3026"/>
              <a:gd name="p0x12" fmla="*/ 0 w 8760"/>
              <a:gd name="p0y12" fmla="*/ 2846 h 3026"/>
              <a:gd name="p0x13" fmla="*/ 0 w 8760"/>
              <a:gd name="p0y13" fmla="*/ 180 h 3026"/>
              <a:gd name="p0x14" fmla="*/ 0 w 8760"/>
              <a:gd name="p0y14" fmla="*/ 80 h 3026"/>
              <a:gd name="p0x15" fmla="*/ 80 w 8760"/>
              <a:gd name="p0y15" fmla="*/ 0 h 3026"/>
              <a:gd name="p0x16" fmla="*/ 180 w 8760"/>
              <a:gd name="p0y16" fmla="*/ 0 h 3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676275" y="3830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754856" y="3862388"/>
            <a:ext cx="395288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⚙</a:t>
            </a:r>
            <a:endParaRPr sz="165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1133475" y="3826669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工程贡献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676275" y="4477941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Exp2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2276475" y="4477941"/>
            <a:ext cx="363386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~1.6</a:t>
            </a:r>
            <a:r>
              <a:rPr lang="zh-CN"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+13.68pp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鲁棒性提升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676275" y="4858941"/>
            <a:ext cx="23977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4bit ADC </a:t>
            </a:r>
            <a:r>
              <a:rPr 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离散化分布重塑</a:t>
            </a:r>
            <a:endParaRPr 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2959675" y="4858941"/>
            <a:ext cx="2279752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零成本</a:t>
            </a: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sz="15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+6.53pp</a:t>
            </a:r>
            <a:r>
              <a:rPr 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</a:t>
            </a:r>
            <a:endParaRPr lang="zh-CN" altLang="en-US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8"/>
            </p:custDataLst>
          </p:nvPr>
        </p:nvSpPr>
        <p:spPr>
          <a:xfrm>
            <a:off x="6167120" y="3649980"/>
            <a:ext cx="5562600" cy="1922145"/>
          </a:xfrm>
          <a:custGeom>
            <a:avLst/>
            <a:gdLst>
              <a:gd name="sw" fmla="*/ 1 w 8760"/>
              <a:gd name="sh" fmla="*/ 1 h 3026"/>
              <a:gd name="mins" fmla="min sw sh"/>
              <a:gd name="dsw" fmla="+- 0 sw mins"/>
              <a:gd name="dsh" fmla="+- 0 sh mins"/>
              <a:gd name="p0x0" fmla="*/ 180 w 8760"/>
              <a:gd name="p0y0" fmla="*/ 0 h 3026"/>
              <a:gd name="p0x1" fmla="*/ 8580 w 8760"/>
              <a:gd name="p0y1" fmla="*/ 0 h 3026"/>
              <a:gd name="p0x2" fmla="*/ 8679 w 8760"/>
              <a:gd name="p0y2" fmla="*/ 0 h 3026"/>
              <a:gd name="p0x3" fmla="*/ 8760 w 8760"/>
              <a:gd name="p0y3" fmla="*/ 80 h 3026"/>
              <a:gd name="p0x4" fmla="*/ 8760 w 8760"/>
              <a:gd name="p0y4" fmla="*/ 180 h 3026"/>
              <a:gd name="p0x5" fmla="*/ 8760 w 8760"/>
              <a:gd name="p0y5" fmla="*/ 2846 h 3026"/>
              <a:gd name="p0x6" fmla="*/ 8760 w 8760"/>
              <a:gd name="p0y6" fmla="*/ 2945 h 3026"/>
              <a:gd name="p0x7" fmla="*/ 8679 w 8760"/>
              <a:gd name="p0y7" fmla="*/ 3026 h 3026"/>
              <a:gd name="p0x8" fmla="*/ 8580 w 8760"/>
              <a:gd name="p0y8" fmla="*/ 3026 h 3026"/>
              <a:gd name="p0x9" fmla="*/ 180 w 8760"/>
              <a:gd name="p0y9" fmla="*/ 3026 h 3026"/>
              <a:gd name="p0x10" fmla="*/ 80 w 8760"/>
              <a:gd name="p0y10" fmla="*/ 3026 h 3026"/>
              <a:gd name="p0x11" fmla="*/ 0 w 8760"/>
              <a:gd name="p0y11" fmla="*/ 2945 h 3026"/>
              <a:gd name="p0x12" fmla="*/ 0 w 8760"/>
              <a:gd name="p0y12" fmla="*/ 2846 h 3026"/>
              <a:gd name="p0x13" fmla="*/ 0 w 8760"/>
              <a:gd name="p0y13" fmla="*/ 180 h 3026"/>
              <a:gd name="p0x14" fmla="*/ 0 w 8760"/>
              <a:gd name="p0y14" fmla="*/ 80 h 3026"/>
              <a:gd name="p0x15" fmla="*/ 80 w 8760"/>
              <a:gd name="p0y15" fmla="*/ 0 h 3026"/>
              <a:gd name="p0x16" fmla="*/ 180 w 8760"/>
              <a:gd name="p0y16" fmla="*/ 0 h 3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7843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29"/>
            </p:custDataLst>
          </p:nvPr>
        </p:nvSpPr>
        <p:spPr>
          <a:xfrm>
            <a:off x="6381750" y="38309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411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6465094" y="3862388"/>
            <a:ext cx="385763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</a:rPr>
              <a:t>↺</a:t>
            </a:r>
            <a:endParaRPr sz="1650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6838950" y="3826669"/>
            <a:ext cx="13335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FFFAF5"/>
                </a:solidFill>
                <a:latin typeface="微软雅黑" panose="020B0503020204020204" charset="-122"/>
                <a:ea typeface="微软雅黑" panose="020B0503020204020204" charset="-122"/>
              </a:rPr>
              <a:t>闭环贡献</a:t>
            </a:r>
            <a:endParaRPr sz="2100" b="1">
              <a:solidFill>
                <a:srgbClr val="FFFA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6381750" y="4477941"/>
            <a:ext cx="101441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完整演示</a:t>
            </a:r>
            <a:r>
              <a:rPr lang="en-US" altLang="zh-CN"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33"/>
            </p:custDataLst>
          </p:nvPr>
        </p:nvSpPr>
        <p:spPr>
          <a:xfrm>
            <a:off x="7210425" y="4525010"/>
            <a:ext cx="3204210" cy="238125"/>
          </a:xfrm>
          <a:custGeom>
            <a:avLst/>
            <a:gdLst>
              <a:gd name="sw" fmla="*/ 1 w 5046"/>
              <a:gd name="sh" fmla="*/ 1 h 375"/>
              <a:gd name="mins" fmla="min sw sh"/>
              <a:gd name="dsw" fmla="+- 0 sw mins"/>
              <a:gd name="dsh" fmla="+- 0 sh mins"/>
              <a:gd name="p0x0" fmla="*/ 187 w 5046"/>
              <a:gd name="p0y0" fmla="*/ 0 h 375"/>
              <a:gd name="p0x1" fmla="*/ 4858 w 5046"/>
              <a:gd name="p0y1" fmla="*/ 0 h 375"/>
              <a:gd name="p0x2" fmla="*/ 4962 w 5046"/>
              <a:gd name="p0y2" fmla="*/ 0 h 375"/>
              <a:gd name="p0x3" fmla="*/ 5046 w 5046"/>
              <a:gd name="p0y3" fmla="*/ 83 h 375"/>
              <a:gd name="p0x4" fmla="*/ 5046 w 5046"/>
              <a:gd name="p0y4" fmla="*/ 187 h 375"/>
              <a:gd name="p0x5" fmla="*/ 5046 w 5046"/>
              <a:gd name="p0y5" fmla="*/ 291 h 375"/>
              <a:gd name="p0x6" fmla="*/ 4962 w 5046"/>
              <a:gd name="p0y6" fmla="*/ 375 h 375"/>
              <a:gd name="p0x7" fmla="*/ 4858 w 5046"/>
              <a:gd name="p0y7" fmla="*/ 375 h 375"/>
              <a:gd name="p0x8" fmla="*/ 187 w 5046"/>
              <a:gd name="p0y8" fmla="*/ 375 h 375"/>
              <a:gd name="p0x9" fmla="*/ 83 w 5046"/>
              <a:gd name="p0y9" fmla="*/ 375 h 375"/>
              <a:gd name="p0x10" fmla="*/ 0 w 5046"/>
              <a:gd name="p0y10" fmla="*/ 291 h 375"/>
              <a:gd name="p0x11" fmla="*/ 0 w 5046"/>
              <a:gd name="p0y11" fmla="*/ 187 h 375"/>
              <a:gd name="p0x12" fmla="*/ 0 w 5046"/>
              <a:gd name="p0y12" fmla="*/ 83 h 375"/>
              <a:gd name="p0x13" fmla="*/ 83 w 5046"/>
              <a:gd name="p0y13" fmla="*/ 0 h 375"/>
              <a:gd name="p0x14" fmla="*/ 187 w 5046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0BFFF">
              <a:alpha val="12157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7329488" y="4547473"/>
            <a:ext cx="3137592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“发现问题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解释机理</a:t>
            </a:r>
            <a:r>
              <a:rPr lang="en-US" altLang="zh-CN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 b="1">
                <a:solidFill>
                  <a:srgbClr val="FC7D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修复验证”</a:t>
            </a:r>
            <a:endParaRPr lang="zh-CN" altLang="en-US" sz="1350" b="1">
              <a:solidFill>
                <a:srgbClr val="FC7D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6381750" y="4858941"/>
            <a:ext cx="5133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AF5">
                    <a:alpha val="74118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从评审反馈到实验验证形成闭环</a:t>
            </a:r>
            <a:endParaRPr sz="1500">
              <a:solidFill>
                <a:srgbClr val="FFFAF5">
                  <a:alpha val="74118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6"/>
            </p:custDataLst>
          </p:nvPr>
        </p:nvSpPr>
        <p:spPr>
          <a:xfrm>
            <a:off x="461645" y="5715000"/>
            <a:ext cx="11268075" cy="680720"/>
          </a:xfrm>
          <a:custGeom>
            <a:avLst/>
            <a:gdLst>
              <a:gd name="sw" fmla="*/ 1 w 17745"/>
              <a:gd name="sh" fmla="*/ 1 h 1072"/>
              <a:gd name="mins" fmla="min sw sh"/>
              <a:gd name="dsw" fmla="+- 0 sw mins"/>
              <a:gd name="dsh" fmla="+- 0 sh mins"/>
              <a:gd name="p0x0" fmla="*/ 180 w 17745"/>
              <a:gd name="p0y0" fmla="*/ 0 h 1072"/>
              <a:gd name="p0x1" fmla="*/ 17565 w 17745"/>
              <a:gd name="p0y1" fmla="*/ 0 h 1072"/>
              <a:gd name="p0x2" fmla="*/ 17664 w 17745"/>
              <a:gd name="p0y2" fmla="*/ 0 h 1072"/>
              <a:gd name="p0x3" fmla="*/ 17745 w 17745"/>
              <a:gd name="p0y3" fmla="*/ 80 h 1072"/>
              <a:gd name="p0x4" fmla="*/ 17745 w 17745"/>
              <a:gd name="p0y4" fmla="*/ 180 h 1072"/>
              <a:gd name="p0x5" fmla="*/ 17745 w 17745"/>
              <a:gd name="p0y5" fmla="*/ 892 h 1072"/>
              <a:gd name="p0x6" fmla="*/ 17745 w 17745"/>
              <a:gd name="p0y6" fmla="*/ 991 h 1072"/>
              <a:gd name="p0x7" fmla="*/ 17664 w 17745"/>
              <a:gd name="p0y7" fmla="*/ 1072 h 1072"/>
              <a:gd name="p0x8" fmla="*/ 17565 w 17745"/>
              <a:gd name="p0y8" fmla="*/ 1072 h 1072"/>
              <a:gd name="p0x9" fmla="*/ 180 w 17745"/>
              <a:gd name="p0y9" fmla="*/ 1072 h 1072"/>
              <a:gd name="p0x10" fmla="*/ 80 w 17745"/>
              <a:gd name="p0y10" fmla="*/ 1072 h 1072"/>
              <a:gd name="p0x11" fmla="*/ 0 w 17745"/>
              <a:gd name="p0y11" fmla="*/ 991 h 1072"/>
              <a:gd name="p0x12" fmla="*/ 0 w 17745"/>
              <a:gd name="p0y12" fmla="*/ 892 h 1072"/>
              <a:gd name="p0x13" fmla="*/ 0 w 17745"/>
              <a:gd name="p0y13" fmla="*/ 180 h 1072"/>
              <a:gd name="p0x14" fmla="*/ 0 w 17745"/>
              <a:gd name="p0y14" fmla="*/ 80 h 1072"/>
              <a:gd name="p0x15" fmla="*/ 80 w 17745"/>
              <a:gd name="p0y15" fmla="*/ 0 h 1072"/>
              <a:gd name="p0x16" fmla="*/ 180 w 17745"/>
              <a:gd name="p0y16" fmla="*/ 0 h 10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chemeClr val="bg2">
                  <a:lumMod val="33600"/>
                </a:schemeClr>
              </a:gs>
              <a:gs pos="100000">
                <a:srgbClr val="FFFFFF">
                  <a:alpha val="14118"/>
                </a:srgbClr>
              </a:gs>
            </a:gsLst>
            <a:lin ang="2700000"/>
          </a:gra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85725" dist="19050" dir="5399999" algn="ctr" rotWithShape="0">
              <a:srgbClr val="2A2622">
                <a:alpha val="21961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7"/>
            </p:custDataLst>
          </p:nvPr>
        </p:nvSpPr>
        <p:spPr>
          <a:xfrm>
            <a:off x="695325" y="5853113"/>
            <a:ext cx="495005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4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961730" y="5981700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种架构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39"/>
            </p:custDataLst>
          </p:nvPr>
        </p:nvSpPr>
        <p:spPr>
          <a:xfrm>
            <a:off x="1666240" y="5922010"/>
            <a:ext cx="9525" cy="266700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0"/>
            </p:custDataLst>
          </p:nvPr>
        </p:nvSpPr>
        <p:spPr>
          <a:xfrm>
            <a:off x="1866681" y="5853113"/>
            <a:ext cx="495005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4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2133086" y="5981700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项核心任务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>
            <p:custDataLst>
              <p:tags r:id="rId42"/>
            </p:custDataLst>
          </p:nvPr>
        </p:nvSpPr>
        <p:spPr>
          <a:xfrm>
            <a:off x="3180715" y="5922010"/>
            <a:ext cx="9525" cy="266700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3"/>
            </p:custDataLst>
          </p:nvPr>
        </p:nvSpPr>
        <p:spPr>
          <a:xfrm>
            <a:off x="3380927" y="5853113"/>
            <a:ext cx="495005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C5722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2400" b="1">
              <a:solidFill>
                <a:srgbClr val="C57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4"/>
            </p:custDataLst>
          </p:nvPr>
        </p:nvSpPr>
        <p:spPr>
          <a:xfrm>
            <a:off x="3647332" y="5981700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项拓展研究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4694555" y="5926455"/>
            <a:ext cx="4792980" cy="256540"/>
            <a:chOff x="7393" y="9333"/>
            <a:chExt cx="7548" cy="404"/>
          </a:xfrm>
        </p:grpSpPr>
        <p:sp>
          <p:nvSpPr>
            <p:cNvPr id="49" name="任意多边形 48"/>
            <p:cNvSpPr/>
            <p:nvPr>
              <p:custDataLst>
                <p:tags r:id="rId45"/>
              </p:custDataLst>
            </p:nvPr>
          </p:nvSpPr>
          <p:spPr>
            <a:xfrm>
              <a:off x="7393" y="9333"/>
              <a:ext cx="7549" cy="405"/>
            </a:xfrm>
            <a:custGeom>
              <a:avLst/>
              <a:gdLst>
                <a:gd name="sw" fmla="*/ 1 w 7548"/>
                <a:gd name="sh" fmla="*/ 1 h 405"/>
                <a:gd name="mins" fmla="min sw sh"/>
                <a:gd name="dsw" fmla="+- 0 sw mins"/>
                <a:gd name="dsh" fmla="+- 0 sh mins"/>
                <a:gd name="p0x0" fmla="*/ 0 w 7548"/>
                <a:gd name="p0y0" fmla="*/ 0 h 405"/>
                <a:gd name="p0x1" fmla="*/ 7548 w 7548"/>
                <a:gd name="p0y1" fmla="*/ 0 h 405"/>
                <a:gd name="p0x2" fmla="*/ 7548 w 7548"/>
                <a:gd name="p0y2" fmla="*/ 405 h 405"/>
                <a:gd name="p0x3" fmla="*/ 0 w 7548"/>
                <a:gd name="p0y3" fmla="*/ 405 h 405"/>
                <a:gd name="p0x4" fmla="*/ 0 w 7548"/>
                <a:gd name="p0y4" fmla="*/ 0 h 4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46"/>
              </p:custDataLst>
            </p:nvPr>
          </p:nvSpPr>
          <p:spPr>
            <a:xfrm>
              <a:off x="7393" y="9333"/>
              <a:ext cx="15" cy="405"/>
            </a:xfrm>
            <a:custGeom>
              <a:avLst/>
              <a:gdLst>
                <a:gd name="sw" fmla="*/ 1 w 15"/>
                <a:gd name="sh" fmla="*/ 1 h 405"/>
                <a:gd name="mins" fmla="min sw sh"/>
                <a:gd name="dsw" fmla="+- 0 sw mins"/>
                <a:gd name="dsh" fmla="+- 0 sh mins"/>
                <a:gd name="p0x0" fmla="*/ 0 w 15"/>
                <a:gd name="p0y0" fmla="*/ 405 h 405"/>
                <a:gd name="p0x1" fmla="*/ 0 w 15"/>
                <a:gd name="p0y1" fmla="*/ 0 h 405"/>
                <a:gd name="p0x2" fmla="*/ 15 w 15"/>
                <a:gd name="p0y2" fmla="*/ 0 h 405"/>
                <a:gd name="p0x3" fmla="*/ 15 w 15"/>
                <a:gd name="p0y3" fmla="*/ 405 h 405"/>
                <a:gd name="p0x4" fmla="*/ 0 w 15"/>
                <a:gd name="p0y4" fmla="*/ 405 h 40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6078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4895183" y="5915501"/>
            <a:ext cx="4936188" cy="2800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</a:rPr>
              <a:t>存算一体芯片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zh-CN" sz="135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en-US" altLang="zh-CN" sz="135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1350" b="1">
                <a:solidFill>
                  <a:srgbClr val="FFF2B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硬件协同设计</a:t>
            </a:r>
            <a:r>
              <a:rPr 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提供系统性实验依据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57200" y="1343025"/>
            <a:ext cx="11277600" cy="8890"/>
            <a:chOff x="720" y="2115"/>
            <a:chExt cx="17760" cy="14"/>
          </a:xfrm>
        </p:grpSpPr>
        <p:sp>
          <p:nvSpPr>
            <p:cNvPr id="6" name="任意多边形 5"/>
            <p:cNvSpPr/>
            <p:nvPr>
              <p:custDataLst>
                <p:tags r:id="rId48"/>
              </p:custDataLst>
            </p:nvPr>
          </p:nvSpPr>
          <p:spPr>
            <a:xfrm>
              <a:off x="720" y="2115"/>
              <a:ext cx="17760" cy="15"/>
            </a:xfrm>
            <a:custGeom>
              <a:avLst/>
              <a:gdLst>
                <a:gd name="sw" fmla="*/ 1 w 17760"/>
                <a:gd name="sh" fmla="*/ 1 h 15"/>
                <a:gd name="mins" fmla="min sw sh"/>
                <a:gd name="dsw" fmla="+- 0 sw mins"/>
                <a:gd name="dsh" fmla="+- 0 sh mins"/>
                <a:gd name="p0x0" fmla="*/ 0 w 17760"/>
                <a:gd name="p0y0" fmla="*/ 0 h 15"/>
                <a:gd name="p0x1" fmla="*/ 17760 w 17760"/>
                <a:gd name="p0y1" fmla="*/ 0 h 15"/>
                <a:gd name="p0x2" fmla="*/ 17760 w 17760"/>
                <a:gd name="p0y2" fmla="*/ 15 h 15"/>
                <a:gd name="p0x3" fmla="*/ 0 w 17760"/>
                <a:gd name="p0y3" fmla="*/ 15 h 15"/>
                <a:gd name="p0x4" fmla="*/ 0 w 177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49"/>
              </p:custDataLst>
            </p:nvPr>
          </p:nvSpPr>
          <p:spPr>
            <a:xfrm>
              <a:off x="720" y="2115"/>
              <a:ext cx="17760" cy="15"/>
            </a:xfrm>
            <a:custGeom>
              <a:avLst/>
              <a:gdLst>
                <a:gd name="sw" fmla="*/ 1 w 17760"/>
                <a:gd name="sh" fmla="*/ 1 h 15"/>
                <a:gd name="mins" fmla="min sw sh"/>
                <a:gd name="dsw" fmla="+- 0 sw mins"/>
                <a:gd name="dsh" fmla="+- 0 sh mins"/>
                <a:gd name="p0x0" fmla="*/ 0 w 17760"/>
                <a:gd name="p0y0" fmla="*/ 0 h 15"/>
                <a:gd name="p0x1" fmla="*/ 17760 w 17760"/>
                <a:gd name="p0y1" fmla="*/ 0 h 15"/>
                <a:gd name="p0x2" fmla="*/ 17760 w 17760"/>
                <a:gd name="p0y2" fmla="*/ 15 h 15"/>
                <a:gd name="p0x3" fmla="*/ 0 w 17760"/>
                <a:gd name="p0y3" fmla="*/ 15 h 15"/>
                <a:gd name="p0x4" fmla="*/ 0 w 177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3569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7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5200"/>
              <a:t>感谢聆听，敬请指正</a:t>
            </a:r>
            <a:endParaRPr lang="zh-CN" altLang="en-US" sz="52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UNIT_TEXT_LAYER_COUNT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1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2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2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2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3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3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4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2"/>
  <p:tag name="KSO_WM_UNIT_ID" val="_9*i*1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3"/>
  <p:tag name="KSO_WM_UNIT_ID" val="_9*i*2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4"/>
  <p:tag name="KSO_WM_UNIT_ID" val="_9*i*3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5"/>
  <p:tag name="KSO_WM_UNIT_ID" val="_9*i*4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46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PRESET_TEXT_INDEX" val="-1"/>
  <p:tag name="KSO_WM_UNIT_PRESET_TEXT_LEN" val="0"/>
</p:tagLst>
</file>

<file path=ppt/tags/tag4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a304baddfe07cc5646fe8a53a28bbad209fdc9"/>
  <p:tag name="KSO_WM_NEWLAYOUT_ID" val="32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4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PRESET_TEXT_INDEX" val="-1"/>
  <p:tag name="KSO_WM_UNIT_PRESET_TEXT_LEN" val="0"/>
</p:tagLst>
</file>

<file path=ppt/tags/tag4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6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PRESET_TEXT_INDEX" val="-1"/>
  <p:tag name="KSO_WM_UNIT_PRESET_TEXT_LEN" val="0"/>
</p:tagLst>
</file>

<file path=ppt/tags/tag6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2"/>
  <p:tag name="KSO_WM_UNIT_ID" val="_11*i*1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6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3"/>
  <p:tag name="KSO_WM_UNIT_ID" val="_11*i*2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6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4"/>
  <p:tag name="KSO_WM_UNIT_ID" val="_11*i*3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5"/>
  <p:tag name="KSO_WM_UNIT_ID" val="_11*i*4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7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7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b5c31990e30e2bc8d56efe2b88db3f7b6ef68fd"/>
  <p:tag name="KSO_WM_NEWLAYOUT_ID" val="34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7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76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  <p:tag name="KSO_WM_TEMPLATE_CATEGORY" val="custom"/>
  <p:tag name="KSO_WM_TEMPLATE_INDEX" val="40480767"/>
</p:tagLst>
</file>

<file path=ppt/tags/tag77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  <p:tag name="KSO_WM_TEMPLATE_CATEGORY" val="custom"/>
  <p:tag name="KSO_WM_TEMPLATE_INDEX" val="40480767"/>
</p:tagLst>
</file>

<file path=ppt/tags/tag7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7"/>
  <p:tag name="KSO_WM_TEMPLATE_CATEGORY" val="custom"/>
  <p:tag name="KSO_WM_TEMPLATE_MASTER_TYPE" val="0"/>
  <p:tag name="KSO_WM_TEMPLATE_COLOR_TYPE" val="0"/>
  <p:tag name="KSO_WM_TAG_VERSION" val="3.0"/>
</p:tagLst>
</file>

<file path=ppt/tags/tag80.xml><?xml version="1.0" encoding="utf-8"?>
<p:tagLst xmlns:p="http://schemas.openxmlformats.org/presentationml/2006/main">
  <p:tag name="KSO_WM_AITEMPLATE_STYLE_ID" val="69796641177"/>
</p:tagLst>
</file>

<file path=ppt/tags/tag8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TEXT_LAYER_COUNT" val="1"/>
  <p:tag name="KSO_WM_UNIT_PRESET_TEXT_INDEX" val="-1"/>
  <p:tag name="KSO_WM_UNIT_PRESET_TEXT_LEN" val="0"/>
</p:tagLst>
</file>

<file path=ppt/tags/tag8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a304baddfe07cc5646fe8a53a28bbad209fdc9"/>
  <p:tag name="KSO_WM_NEWLAYOUT_ID" val="32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8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TEXT_LAYER_COUNT" val="1"/>
  <p:tag name="KSO_WM_UNIT_PRESET_TEXT_INDEX" val="-1"/>
  <p:tag name="KSO_WM_UNIT_PRESET_TEXT_LEN" val="0"/>
</p:tagLst>
</file>

<file path=ppt/tags/tag8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7"/>
  <p:tag name="KSO_WM_TEMPLATE_CATEGORY" val="custom"/>
  <p:tag name="KSO_WM_SLIDE_INDEX" val="1"/>
  <p:tag name="KSO_WM_SLIDE_ID" val="custom40480767_1"/>
  <p:tag name="KSO_WM_TEMPLATE_MASTER_TYPE" val="0"/>
  <p:tag name="KSO_WM_SLIDE_LAYOUT" val="a_f"/>
  <p:tag name="KSO_WM_SLIDE_LAYOUT_CNT" val="1_2"/>
  <p:tag name="KSO_WM_TEMPLATE_COLOR_TYPE" val="0"/>
  <p:tag name="KSO_WM_TAG_VERSION" val="3.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11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PRESET_TEXT_INDEX" val="-1"/>
  <p:tag name="KSO_WM_UNIT_PRESET_TEXT_LEN" val="0"/>
</p:tagLst>
</file>

<file path=ppt/tags/tag11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7"/>
  <p:tag name="KSO_WM_TEMPLATE_CATEGORY" val="custom"/>
  <p:tag name="KSO_WM_SLIDE_INDEX" val="7"/>
  <p:tag name="KSO_WM_SLIDE_ID" val="custom40480767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1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20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2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32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36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42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PRESET_TEXT_INDEX" val="-1"/>
  <p:tag name="KSO_WM_UNIT_PRESET_TEXT_LEN" val="0"/>
</p:tagLst>
</file>

<file path=ppt/tags/tag42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7"/>
  <p:tag name="KSO_WM_TEMPLATE_CATEGORY" val="custom"/>
  <p:tag name="KSO_WM_SLIDE_INDEX" val="7"/>
  <p:tag name="KSO_WM_SLIDE_ID" val="custom40480767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42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4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4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4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5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58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62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65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PRESET_TEXT_INDEX" val="-1"/>
  <p:tag name="KSO_WM_UNIT_PRESET_TEXT_LEN" val="0"/>
</p:tagLst>
</file>

<file path=ppt/tags/tag65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7"/>
  <p:tag name="KSO_WM_TEMPLATE_CATEGORY" val="custom"/>
  <p:tag name="KSO_WM_SLIDE_INDEX" val="7"/>
  <p:tag name="KSO_WM_SLIDE_ID" val="custom40480767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66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7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76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79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8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6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6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7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7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7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87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87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7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88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8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8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9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9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9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9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0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0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0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0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0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1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1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1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1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1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1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2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92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9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2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3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3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3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3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3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4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4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4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4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95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9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9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5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5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5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5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6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6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6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6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97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7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72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97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7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97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7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7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7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8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8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83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8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8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86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87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8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8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90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99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9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93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99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99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96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99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99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9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00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00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100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PRESET_TEXT_INDEX" val="-1"/>
  <p:tag name="KSO_WM_UNIT_PRESET_TEXT_LEN" val="0"/>
</p:tagLst>
</file>

<file path=ppt/tags/tag100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7"/>
  <p:tag name="KSO_WM_TEMPLATE_CATEGORY" val="custom"/>
  <p:tag name="KSO_WM_SLIDE_INDEX" val="7"/>
  <p:tag name="KSO_WM_SLIDE_ID" val="custom40480767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10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00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0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0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1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1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1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1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0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2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2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2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0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2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2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2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2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2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2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3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3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3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34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3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36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03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3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03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4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041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04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04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04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04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04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04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0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5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5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05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5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5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05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05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05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05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6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6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6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6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6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6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6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6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6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7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7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7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7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7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7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7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7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8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8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8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8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8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8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8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8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0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0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0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9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9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9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9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9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9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0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0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0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0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0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0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0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0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0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0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1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1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11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1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1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1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1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1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2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2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1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2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2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2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3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3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1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3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3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3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4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43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14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4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4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4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15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15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5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15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15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156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115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158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15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16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16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16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16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16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16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16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16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16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169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117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171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172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17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17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175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176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17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1381bad53c2431d6e69390b06c857cf6713ecda"/>
  <p:tag name="KSO_WM_NEWLAYOUT_ID" val="334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117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PRESET_TEXT_INDEX" val="-1"/>
  <p:tag name="KSO_WM_UNIT_PRESET_TEXT_LEN" val="0"/>
</p:tagLst>
</file>

<file path=ppt/tags/tag117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7"/>
  <p:tag name="KSO_WM_TEMPLATE_CATEGORY" val="custom"/>
  <p:tag name="KSO_WM_SLIDE_INDEX" val="7"/>
  <p:tag name="KSO_WM_SLIDE_ID" val="custom40480767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1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1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1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8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8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9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9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9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9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9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9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9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9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0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0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0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0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0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20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1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1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1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1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1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21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21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2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1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220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2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2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223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224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2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26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22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22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29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230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231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2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2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3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23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2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4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24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4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24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2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4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4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1250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2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5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6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2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6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6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6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6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6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6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6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70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27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7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7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7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7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7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7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7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7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2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2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8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286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28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2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8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9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9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9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9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9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9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0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0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0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0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0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0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0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1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1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1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3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1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31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1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1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31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32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2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2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32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32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32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32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2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32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3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33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3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3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4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4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4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34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4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34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4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34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5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5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5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5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5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5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5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5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5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6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6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36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36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36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36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36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36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368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369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3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37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37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37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137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375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37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3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7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137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bb5c31990e30e2bc8d56efe2b88db3f7b6ef68fd"/>
  <p:tag name="KSO_WM_NEWLAYOUT_ID" val="34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7"/>
  <p:tag name="KSO_WM_TEMPLATE_CATEGORY" val="custom"/>
  <p:tag name="KSO_WM_UNIT_ISCONTENTSTITLE" val="0"/>
  <p:tag name="KSO_WM_UNIT_PRESET_TEXT_INDEX" val="-1"/>
  <p:tag name="KSO_WM_UNIT_PRESET_TEXT_LEN" val="0"/>
</p:tagLst>
</file>

<file path=ppt/tags/tag138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0767"/>
  <p:tag name="KSO_WM_TEMPLATE_CATEGORY" val="custom"/>
  <p:tag name="KSO_WM_SLIDE_INDEX" val="9"/>
  <p:tag name="KSO_WM_SLIDE_ID" val="custom40480767_9"/>
  <p:tag name="KSO_WM_TEMPLATE_MASTER_TYPE" val="0"/>
  <p:tag name="KSO_WM_SLIDE_LAYOUT" val="a_b"/>
  <p:tag name="KSO_WM_SLIDE_LAYOUT_CNT" val="1_1"/>
  <p:tag name="KSO_WM_TEMPLATE_COLOR_TYPE" val="0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自定义 850">
      <a:dk1>
        <a:srgbClr val="000000"/>
      </a:dk1>
      <a:lt1>
        <a:srgbClr val="FFFFFF"/>
      </a:lt1>
      <a:dk2>
        <a:srgbClr val="3A1C00"/>
      </a:dk2>
      <a:lt2>
        <a:srgbClr val="FFFAF5"/>
      </a:lt2>
      <a:accent1>
        <a:srgbClr val="FC7D00"/>
      </a:accent1>
      <a:accent2>
        <a:srgbClr val="DAAB24"/>
      </a:accent2>
      <a:accent3>
        <a:srgbClr val="CE5A00"/>
      </a:accent3>
      <a:accent4>
        <a:srgbClr val="C57221"/>
      </a:accent4>
      <a:accent5>
        <a:srgbClr val="979798"/>
      </a:accent5>
      <a:accent6>
        <a:srgbClr val="AE98B3"/>
      </a:accent6>
      <a:hlink>
        <a:srgbClr val="0D67EC"/>
      </a:hlink>
      <a:folHlink>
        <a:srgbClr val="C74FC1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Medium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MiSans Medium"/>
        <a:font script="Hebr" typeface="MiSans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Medium"/>
        <a:ea typeface=""/>
        <a:cs typeface=""/>
        <a:font script="Jpan" typeface="ＭＳ Ｐゴシック"/>
        <a:font script="Hang" typeface="맑은 고딕"/>
        <a:font script="Hans" typeface="MiSans Medium"/>
        <a:font script="Hant" typeface="新細明體"/>
        <a:font script="Arab" typeface="MiSans Medium"/>
        <a:font script="Hebr" typeface="MiSans Medium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Medium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10086</Words>
  <Application>WPS Office WWO_wpscloud_20260819174756-ed9259823c</Application>
  <PresentationFormat>宽屏</PresentationFormat>
  <Paragraphs>1690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0" baseType="lpstr">
      <vt:lpstr>Arial</vt:lpstr>
      <vt:lpstr>宋体</vt:lpstr>
      <vt:lpstr>Wingdings</vt:lpstr>
      <vt:lpstr>MiSans Medium</vt:lpstr>
      <vt:lpstr>微软雅黑</vt:lpstr>
      <vt:lpstr>汉仪旗黑KW 55S</vt:lpstr>
      <vt:lpstr>微软雅黑</vt:lpstr>
      <vt:lpstr>汉仪书宋二KW</vt:lpstr>
      <vt:lpstr>Kingsoft Confetti</vt:lpstr>
      <vt:lpstr>MS PGothic</vt:lpstr>
      <vt:lpstr>Noto Sans Mono CJK JP</vt:lpstr>
      <vt:lpstr>Office 主题</vt:lpstr>
      <vt:lpstr>存算一体芯片非线性误差研究——两阶段完整汇报</vt:lpstr>
      <vt:lpstr>PowerPoint 演示文稿</vt:lpstr>
      <vt:lpstr>研究背景与问题定义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一阶段核心发现回顾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第二阶段深化研究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创新点与工程启示</vt:lpstr>
      <vt:lpstr>PowerPoint 演示文稿</vt:lpstr>
      <vt:lpstr>PowerPoint 演示文稿</vt:lpstr>
      <vt:lpstr>PowerPoint 演示文稿</vt:lpstr>
      <vt:lpstr>PowerPoint 演示文稿</vt:lpstr>
      <vt:lpstr>总结与展望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感谢聆听，敬请指正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存算一体芯片非线性误差研究——两阶段完整汇报</dc:title>
  <dc:creator/>
  <cp:lastModifiedBy>胡洁</cp:lastModifiedBy>
  <dcterms:created xsi:type="dcterms:W3CDTF">2026-08-26T16:12:01Z</dcterms:created>
  <dcterms:modified xsi:type="dcterms:W3CDTF">2026-08-26T16:12:01Z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2052-12.9.0.28503</vt:lpwstr>
  </property>
  <property fmtid="{D5CDD505-2E9C-101B-9397-08002B2CF9AE}" pid="3" name="ICV">
    <vt:lpwstr>017E25DF55C6E7502B0B8F6A4BDB107C_41</vt:lpwstr>
  </property>
  <property fmtid="{D5CDD505-2E9C-101B-9397-08002B2CF9AE}" pid="4" name="KSOTemplateUUID">
    <vt:lpwstr>v1.0_ai_69796641177</vt:lpwstr>
  </property>
  <property fmtid="{D5CDD505-2E9C-101B-9397-08002B2CF9AE}" pid="5" name="intentionCode">
    <vt:lpwstr>wps_wpp_generate_changetemplate</vt:lpwstr>
  </property>
  <property fmtid="{D5CDD505-2E9C-101B-9397-08002B2CF9AE}" pid="6" name="KSOAIPPTCode">
    <vt:lpwstr>iG1vWcaKagpuP4p+UxAqgTX4vJhU11JVObQJHlXTXPnKEMKA3fjRK9Ig8IUALL9NP8oF+n+1szCIrJM8QknCjuvZGbgLeQ90yS+b+XaSmbe5MskZyyhEKH3lt2p7Zn8f0Rw/0oH08XWNsq6LOCnEAoXqnGVG9JhovtgDx1H1ji3ULxaLUzT3oJ87jHtgmlBwSPtbunYZIMKKbyPJ4iDL/P69ri2O/id1ATeA87H2SWDkK3Ty9M2R7jLa6xt5Veay05FwH+77TmghglrQwHt0kQGYu+tiTInhs2QYbVWjg/LLt1xXXS21PkWDtXGgwugtq03RCH4+qiU2K0FRAkAJMQ==</vt:lpwstr>
  </property>
</Properties>
</file>